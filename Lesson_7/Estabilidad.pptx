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notesMasterIdLst>
    <p:notesMasterId r:id="rId24"/>
  </p:notesMasterIdLst>
  <p:handoutMasterIdLst>
    <p:handoutMasterId r:id="rId25"/>
  </p:handoutMasterIdLst>
  <p:sldIdLst>
    <p:sldId id="256" r:id="rId5"/>
    <p:sldId id="275" r:id="rId6"/>
    <p:sldId id="278" r:id="rId7"/>
    <p:sldId id="280" r:id="rId8"/>
    <p:sldId id="281" r:id="rId9"/>
    <p:sldId id="282" r:id="rId10"/>
    <p:sldId id="295" r:id="rId11"/>
    <p:sldId id="283" r:id="rId12"/>
    <p:sldId id="284" r:id="rId13"/>
    <p:sldId id="285" r:id="rId14"/>
    <p:sldId id="286" r:id="rId15"/>
    <p:sldId id="287" r:id="rId16"/>
    <p:sldId id="288" r:id="rId17"/>
    <p:sldId id="292" r:id="rId18"/>
    <p:sldId id="293" r:id="rId19"/>
    <p:sldId id="289" r:id="rId20"/>
    <p:sldId id="290" r:id="rId21"/>
    <p:sldId id="291" r:id="rId22"/>
    <p:sldId id="294" r:id="rId23"/>
  </p:sldIdLst>
  <p:sldSz cx="9144000" cy="6858000" type="letter"/>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B3080F47-54FE-4674-8A61-9F6C6D97AC09}">
          <p14:sldIdLst>
            <p14:sldId id="256"/>
            <p14:sldId id="275"/>
            <p14:sldId id="278"/>
            <p14:sldId id="280"/>
            <p14:sldId id="281"/>
            <p14:sldId id="282"/>
            <p14:sldId id="295"/>
            <p14:sldId id="283"/>
            <p14:sldId id="284"/>
            <p14:sldId id="285"/>
            <p14:sldId id="286"/>
            <p14:sldId id="287"/>
            <p14:sldId id="288"/>
            <p14:sldId id="292"/>
            <p14:sldId id="293"/>
            <p14:sldId id="289"/>
            <p14:sldId id="290"/>
            <p14:sldId id="291"/>
            <p14:sldId id="29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D5D6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87D458-56C7-214D-A630-1AC815B3C3AD}" v="2" dt="2025-10-10T21:52:02.71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70" autoAdjust="0"/>
    <p:restoredTop sz="94674"/>
  </p:normalViewPr>
  <p:slideViewPr>
    <p:cSldViewPr snapToGrid="0">
      <p:cViewPr varScale="1">
        <p:scale>
          <a:sx n="102" d="100"/>
          <a:sy n="102" d="100"/>
        </p:scale>
        <p:origin x="1504" y="18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EYSON FABIAN VILLAVISAN BUITRAGO" userId="e5ced5c2-d787-455d-b115-4f08a699b8c8" providerId="ADAL" clId="{4AA490B7-E398-4C4B-94A4-ECC39BA4950C}"/>
    <pc:docChg chg="undo custSel addSld modSld modSection">
      <pc:chgData name="JHEYSON FABIAN VILLAVISAN BUITRAGO" userId="e5ced5c2-d787-455d-b115-4f08a699b8c8" providerId="ADAL" clId="{4AA490B7-E398-4C4B-94A4-ECC39BA4950C}" dt="2024-10-15T20:49:09.327" v="202" actId="113"/>
      <pc:docMkLst>
        <pc:docMk/>
      </pc:docMkLst>
      <pc:sldChg chg="modSp mod">
        <pc:chgData name="JHEYSON FABIAN VILLAVISAN BUITRAGO" userId="e5ced5c2-d787-455d-b115-4f08a699b8c8" providerId="ADAL" clId="{4AA490B7-E398-4C4B-94A4-ECC39BA4950C}" dt="2024-10-15T20:16:33.319" v="2" actId="113"/>
        <pc:sldMkLst>
          <pc:docMk/>
          <pc:sldMk cId="2207779299" sldId="286"/>
        </pc:sldMkLst>
      </pc:sldChg>
      <pc:sldChg chg="modSp mod">
        <pc:chgData name="JHEYSON FABIAN VILLAVISAN BUITRAGO" userId="e5ced5c2-d787-455d-b115-4f08a699b8c8" providerId="ADAL" clId="{4AA490B7-E398-4C4B-94A4-ECC39BA4950C}" dt="2024-10-15T20:34:18.997" v="110" actId="1076"/>
        <pc:sldMkLst>
          <pc:docMk/>
          <pc:sldMk cId="504643121" sldId="288"/>
        </pc:sldMkLst>
      </pc:sldChg>
      <pc:sldChg chg="addSp delSp modSp mod">
        <pc:chgData name="JHEYSON FABIAN VILLAVISAN BUITRAGO" userId="e5ced5c2-d787-455d-b115-4f08a699b8c8" providerId="ADAL" clId="{4AA490B7-E398-4C4B-94A4-ECC39BA4950C}" dt="2024-10-15T20:27:07.366" v="9" actId="1076"/>
        <pc:sldMkLst>
          <pc:docMk/>
          <pc:sldMk cId="3049022231" sldId="289"/>
        </pc:sldMkLst>
      </pc:sldChg>
      <pc:sldChg chg="addSp delSp modSp mod">
        <pc:chgData name="JHEYSON FABIAN VILLAVISAN BUITRAGO" userId="e5ced5c2-d787-455d-b115-4f08a699b8c8" providerId="ADAL" clId="{4AA490B7-E398-4C4B-94A4-ECC39BA4950C}" dt="2024-10-15T20:28:48.776" v="13"/>
        <pc:sldMkLst>
          <pc:docMk/>
          <pc:sldMk cId="1298072685" sldId="290"/>
        </pc:sldMkLst>
      </pc:sldChg>
      <pc:sldChg chg="addSp delSp modSp add mod">
        <pc:chgData name="JHEYSON FABIAN VILLAVISAN BUITRAGO" userId="e5ced5c2-d787-455d-b115-4f08a699b8c8" providerId="ADAL" clId="{4AA490B7-E398-4C4B-94A4-ECC39BA4950C}" dt="2024-10-15T20:49:09.327" v="202" actId="113"/>
        <pc:sldMkLst>
          <pc:docMk/>
          <pc:sldMk cId="2395213358" sldId="292"/>
        </pc:sldMkLst>
      </pc:sldChg>
      <pc:sldChg chg="addSp delSp modSp add mod">
        <pc:chgData name="JHEYSON FABIAN VILLAVISAN BUITRAGO" userId="e5ced5c2-d787-455d-b115-4f08a699b8c8" providerId="ADAL" clId="{4AA490B7-E398-4C4B-94A4-ECC39BA4950C}" dt="2024-10-15T20:40:13.292" v="201" actId="1076"/>
        <pc:sldMkLst>
          <pc:docMk/>
          <pc:sldMk cId="2186780647" sldId="293"/>
        </pc:sldMkLst>
      </pc:sldChg>
    </pc:docChg>
  </pc:docChgLst>
  <pc:docChgLst>
    <pc:chgData name="JHEYSON FABIAN VILLAVISAN BUITRAGO" userId="e5ced5c2-d787-455d-b115-4f08a699b8c8" providerId="ADAL" clId="{5589F596-EE76-42B5-8430-0657D89CEE6B}"/>
    <pc:docChg chg="undo custSel addSld delSld modSld sldOrd modSection">
      <pc:chgData name="JHEYSON FABIAN VILLAVISAN BUITRAGO" userId="e5ced5c2-d787-455d-b115-4f08a699b8c8" providerId="ADAL" clId="{5589F596-EE76-42B5-8430-0657D89CEE6B}" dt="2023-08-29T20:01:25.262" v="1286" actId="20577"/>
      <pc:docMkLst>
        <pc:docMk/>
      </pc:docMkLst>
      <pc:sldChg chg="modSp mod">
        <pc:chgData name="JHEYSON FABIAN VILLAVISAN BUITRAGO" userId="e5ced5c2-d787-455d-b115-4f08a699b8c8" providerId="ADAL" clId="{5589F596-EE76-42B5-8430-0657D89CEE6B}" dt="2023-08-29T18:21:55.313" v="8" actId="13926"/>
        <pc:sldMkLst>
          <pc:docMk/>
          <pc:sldMk cId="2505371292" sldId="270"/>
        </pc:sldMkLst>
      </pc:sldChg>
      <pc:sldChg chg="modSp mod">
        <pc:chgData name="JHEYSON FABIAN VILLAVISAN BUITRAGO" userId="e5ced5c2-d787-455d-b115-4f08a699b8c8" providerId="ADAL" clId="{5589F596-EE76-42B5-8430-0657D89CEE6B}" dt="2023-08-29T18:23:03.579" v="44" actId="20577"/>
        <pc:sldMkLst>
          <pc:docMk/>
          <pc:sldMk cId="3709177429" sldId="274"/>
        </pc:sldMkLst>
      </pc:sldChg>
      <pc:sldChg chg="modSp mod">
        <pc:chgData name="JHEYSON FABIAN VILLAVISAN BUITRAGO" userId="e5ced5c2-d787-455d-b115-4f08a699b8c8" providerId="ADAL" clId="{5589F596-EE76-42B5-8430-0657D89CEE6B}" dt="2023-08-29T18:39:28.298" v="368" actId="20577"/>
        <pc:sldMkLst>
          <pc:docMk/>
          <pc:sldMk cId="1450893007" sldId="275"/>
        </pc:sldMkLst>
      </pc:sldChg>
      <pc:sldChg chg="modSp mod">
        <pc:chgData name="JHEYSON FABIAN VILLAVISAN BUITRAGO" userId="e5ced5c2-d787-455d-b115-4f08a699b8c8" providerId="ADAL" clId="{5589F596-EE76-42B5-8430-0657D89CEE6B}" dt="2023-08-29T18:27:27.609" v="95" actId="1076"/>
        <pc:sldMkLst>
          <pc:docMk/>
          <pc:sldMk cId="1337945214" sldId="276"/>
        </pc:sldMkLst>
      </pc:sldChg>
      <pc:sldChg chg="delSp modSp mod">
        <pc:chgData name="JHEYSON FABIAN VILLAVISAN BUITRAGO" userId="e5ced5c2-d787-455d-b115-4f08a699b8c8" providerId="ADAL" clId="{5589F596-EE76-42B5-8430-0657D89CEE6B}" dt="2023-08-29T18:40:47.197" v="429" actId="20577"/>
        <pc:sldMkLst>
          <pc:docMk/>
          <pc:sldMk cId="3289317891" sldId="277"/>
        </pc:sldMkLst>
      </pc:sldChg>
      <pc:sldChg chg="del">
        <pc:chgData name="JHEYSON FABIAN VILLAVISAN BUITRAGO" userId="e5ced5c2-d787-455d-b115-4f08a699b8c8" providerId="ADAL" clId="{5589F596-EE76-42B5-8430-0657D89CEE6B}" dt="2023-08-29T18:27:52.358" v="96" actId="47"/>
        <pc:sldMkLst>
          <pc:docMk/>
          <pc:sldMk cId="1004471054" sldId="278"/>
        </pc:sldMkLst>
      </pc:sldChg>
      <pc:sldChg chg="modSp add mod">
        <pc:chgData name="JHEYSON FABIAN VILLAVISAN BUITRAGO" userId="e5ced5c2-d787-455d-b115-4f08a699b8c8" providerId="ADAL" clId="{5589F596-EE76-42B5-8430-0657D89CEE6B}" dt="2023-08-29T18:44:24.479" v="605" actId="20577"/>
        <pc:sldMkLst>
          <pc:docMk/>
          <pc:sldMk cId="1782819992" sldId="278"/>
        </pc:sldMkLst>
      </pc:sldChg>
      <pc:sldChg chg="del">
        <pc:chgData name="JHEYSON FABIAN VILLAVISAN BUITRAGO" userId="e5ced5c2-d787-455d-b115-4f08a699b8c8" providerId="ADAL" clId="{5589F596-EE76-42B5-8430-0657D89CEE6B}" dt="2023-08-29T18:27:52.358" v="96" actId="47"/>
        <pc:sldMkLst>
          <pc:docMk/>
          <pc:sldMk cId="1384271638" sldId="279"/>
        </pc:sldMkLst>
      </pc:sldChg>
      <pc:sldChg chg="addSp modSp add mod modNotesTx">
        <pc:chgData name="JHEYSON FABIAN VILLAVISAN BUITRAGO" userId="e5ced5c2-d787-455d-b115-4f08a699b8c8" providerId="ADAL" clId="{5589F596-EE76-42B5-8430-0657D89CEE6B}" dt="2023-08-29T19:59:23.190" v="1217"/>
        <pc:sldMkLst>
          <pc:docMk/>
          <pc:sldMk cId="2152738375" sldId="279"/>
        </pc:sldMkLst>
      </pc:sldChg>
      <pc:sldChg chg="del">
        <pc:chgData name="JHEYSON FABIAN VILLAVISAN BUITRAGO" userId="e5ced5c2-d787-455d-b115-4f08a699b8c8" providerId="ADAL" clId="{5589F596-EE76-42B5-8430-0657D89CEE6B}" dt="2023-08-29T18:27:52.358" v="96" actId="47"/>
        <pc:sldMkLst>
          <pc:docMk/>
          <pc:sldMk cId="347121198" sldId="280"/>
        </pc:sldMkLst>
      </pc:sldChg>
      <pc:sldChg chg="addSp modSp add mod ord modNotes modNotesTx">
        <pc:chgData name="JHEYSON FABIAN VILLAVISAN BUITRAGO" userId="e5ced5c2-d787-455d-b115-4f08a699b8c8" providerId="ADAL" clId="{5589F596-EE76-42B5-8430-0657D89CEE6B}" dt="2023-08-29T19:43:12.330" v="949" actId="20577"/>
        <pc:sldMkLst>
          <pc:docMk/>
          <pc:sldMk cId="4032729821" sldId="280"/>
        </pc:sldMkLst>
      </pc:sldChg>
      <pc:sldChg chg="del">
        <pc:chgData name="JHEYSON FABIAN VILLAVISAN BUITRAGO" userId="e5ced5c2-d787-455d-b115-4f08a699b8c8" providerId="ADAL" clId="{5589F596-EE76-42B5-8430-0657D89CEE6B}" dt="2023-08-29T18:27:52.358" v="96" actId="47"/>
        <pc:sldMkLst>
          <pc:docMk/>
          <pc:sldMk cId="1671357769" sldId="281"/>
        </pc:sldMkLst>
      </pc:sldChg>
      <pc:sldChg chg="addSp modSp add mod">
        <pc:chgData name="JHEYSON FABIAN VILLAVISAN BUITRAGO" userId="e5ced5c2-d787-455d-b115-4f08a699b8c8" providerId="ADAL" clId="{5589F596-EE76-42B5-8430-0657D89CEE6B}" dt="2023-08-29T19:18:34.161" v="940" actId="20577"/>
        <pc:sldMkLst>
          <pc:docMk/>
          <pc:sldMk cId="3562392407" sldId="281"/>
        </pc:sldMkLst>
      </pc:sldChg>
      <pc:sldChg chg="delSp modSp add mod modNotesTx">
        <pc:chgData name="JHEYSON FABIAN VILLAVISAN BUITRAGO" userId="e5ced5c2-d787-455d-b115-4f08a699b8c8" providerId="ADAL" clId="{5589F596-EE76-42B5-8430-0657D89CEE6B}" dt="2023-08-29T20:01:25.262" v="1286" actId="20577"/>
        <pc:sldMkLst>
          <pc:docMk/>
          <pc:sldMk cId="2682498100" sldId="282"/>
        </pc:sldMkLst>
      </pc:sldChg>
      <pc:sldChg chg="del">
        <pc:chgData name="JHEYSON FABIAN VILLAVISAN BUITRAGO" userId="e5ced5c2-d787-455d-b115-4f08a699b8c8" providerId="ADAL" clId="{5589F596-EE76-42B5-8430-0657D89CEE6B}" dt="2023-08-29T18:27:52.358" v="96" actId="47"/>
        <pc:sldMkLst>
          <pc:docMk/>
          <pc:sldMk cId="4107059945" sldId="282"/>
        </pc:sldMkLst>
      </pc:sldChg>
      <pc:sldChg chg="del">
        <pc:chgData name="JHEYSON FABIAN VILLAVISAN BUITRAGO" userId="e5ced5c2-d787-455d-b115-4f08a699b8c8" providerId="ADAL" clId="{5589F596-EE76-42B5-8430-0657D89CEE6B}" dt="2023-08-29T18:27:52.358" v="96" actId="47"/>
        <pc:sldMkLst>
          <pc:docMk/>
          <pc:sldMk cId="382074344" sldId="283"/>
        </pc:sldMkLst>
      </pc:sldChg>
      <pc:sldChg chg="del">
        <pc:chgData name="JHEYSON FABIAN VILLAVISAN BUITRAGO" userId="e5ced5c2-d787-455d-b115-4f08a699b8c8" providerId="ADAL" clId="{5589F596-EE76-42B5-8430-0657D89CEE6B}" dt="2023-08-29T18:27:52.358" v="96" actId="47"/>
        <pc:sldMkLst>
          <pc:docMk/>
          <pc:sldMk cId="2461604568" sldId="284"/>
        </pc:sldMkLst>
      </pc:sldChg>
      <pc:sldChg chg="del">
        <pc:chgData name="JHEYSON FABIAN VILLAVISAN BUITRAGO" userId="e5ced5c2-d787-455d-b115-4f08a699b8c8" providerId="ADAL" clId="{5589F596-EE76-42B5-8430-0657D89CEE6B}" dt="2023-08-29T18:27:52.358" v="96" actId="47"/>
        <pc:sldMkLst>
          <pc:docMk/>
          <pc:sldMk cId="3016581845" sldId="285"/>
        </pc:sldMkLst>
      </pc:sldChg>
      <pc:sldChg chg="del">
        <pc:chgData name="JHEYSON FABIAN VILLAVISAN BUITRAGO" userId="e5ced5c2-d787-455d-b115-4f08a699b8c8" providerId="ADAL" clId="{5589F596-EE76-42B5-8430-0657D89CEE6B}" dt="2023-08-29T18:27:52.358" v="96" actId="47"/>
        <pc:sldMkLst>
          <pc:docMk/>
          <pc:sldMk cId="2611572295" sldId="286"/>
        </pc:sldMkLst>
      </pc:sldChg>
    </pc:docChg>
  </pc:docChgLst>
  <pc:docChgLst>
    <pc:chgData name="Jheyson Fabian Villavisan Buitrago" userId="b9abc243-2adc-4788-8ef1-b07bec73deff" providerId="ADAL" clId="{33DDCE01-D5A0-4892-8419-FF73BDBED2B5}"/>
    <pc:docChg chg="undo custSel addSld delSld modSld modMainMaster modSection">
      <pc:chgData name="Jheyson Fabian Villavisan Buitrago" userId="b9abc243-2adc-4788-8ef1-b07bec73deff" providerId="ADAL" clId="{33DDCE01-D5A0-4892-8419-FF73BDBED2B5}" dt="2023-02-12T23:52:00.525" v="841" actId="47"/>
      <pc:docMkLst>
        <pc:docMk/>
      </pc:docMkLst>
      <pc:sldChg chg="addSp delSp modSp mod">
        <pc:chgData name="Jheyson Fabian Villavisan Buitrago" userId="b9abc243-2adc-4788-8ef1-b07bec73deff" providerId="ADAL" clId="{33DDCE01-D5A0-4892-8419-FF73BDBED2B5}" dt="2023-02-12T23:49:29.616" v="833" actId="20577"/>
        <pc:sldMkLst>
          <pc:docMk/>
          <pc:sldMk cId="0" sldId="256"/>
        </pc:sldMkLst>
      </pc:sldChg>
      <pc:sldChg chg="addSp delSp modSp mod">
        <pc:chgData name="Jheyson Fabian Villavisan Buitrago" userId="b9abc243-2adc-4788-8ef1-b07bec73deff" providerId="ADAL" clId="{33DDCE01-D5A0-4892-8419-FF73BDBED2B5}" dt="2023-02-12T21:28:06.624" v="776" actId="1076"/>
        <pc:sldMkLst>
          <pc:docMk/>
          <pc:sldMk cId="0" sldId="261"/>
        </pc:sldMkLst>
      </pc:sldChg>
      <pc:sldChg chg="addSp delSp modSp del">
        <pc:chgData name="Jheyson Fabian Villavisan Buitrago" userId="b9abc243-2adc-4788-8ef1-b07bec73deff" providerId="ADAL" clId="{33DDCE01-D5A0-4892-8419-FF73BDBED2B5}" dt="2023-02-12T21:25:48.745" v="723" actId="47"/>
        <pc:sldMkLst>
          <pc:docMk/>
          <pc:sldMk cId="0" sldId="263"/>
        </pc:sldMkLst>
      </pc:sldChg>
      <pc:sldChg chg="addSp delSp modSp mod">
        <pc:chgData name="Jheyson Fabian Villavisan Buitrago" userId="b9abc243-2adc-4788-8ef1-b07bec73deff" providerId="ADAL" clId="{33DDCE01-D5A0-4892-8419-FF73BDBED2B5}" dt="2023-02-12T21:27:42.140" v="775" actId="20577"/>
        <pc:sldMkLst>
          <pc:docMk/>
          <pc:sldMk cId="0" sldId="264"/>
        </pc:sldMkLst>
      </pc:sldChg>
      <pc:sldChg chg="addSp delSp modSp mod">
        <pc:chgData name="Jheyson Fabian Villavisan Buitrago" userId="b9abc243-2adc-4788-8ef1-b07bec73deff" providerId="ADAL" clId="{33DDCE01-D5A0-4892-8419-FF73BDBED2B5}" dt="2023-02-12T21:29:26.929" v="780" actId="20577"/>
        <pc:sldMkLst>
          <pc:docMk/>
          <pc:sldMk cId="0" sldId="265"/>
        </pc:sldMkLst>
      </pc:sldChg>
      <pc:sldChg chg="addSp delSp modSp mod">
        <pc:chgData name="Jheyson Fabian Villavisan Buitrago" userId="b9abc243-2adc-4788-8ef1-b07bec73deff" providerId="ADAL" clId="{33DDCE01-D5A0-4892-8419-FF73BDBED2B5}" dt="2023-02-12T20:26:28.068" v="263" actId="478"/>
        <pc:sldMkLst>
          <pc:docMk/>
          <pc:sldMk cId="0" sldId="266"/>
        </pc:sldMkLst>
      </pc:sldChg>
      <pc:sldChg chg="addSp delSp modSp mod">
        <pc:chgData name="Jheyson Fabian Villavisan Buitrago" userId="b9abc243-2adc-4788-8ef1-b07bec73deff" providerId="ADAL" clId="{33DDCE01-D5A0-4892-8419-FF73BDBED2B5}" dt="2023-02-12T22:48:24.178" v="783"/>
        <pc:sldMkLst>
          <pc:docMk/>
          <pc:sldMk cId="0" sldId="268"/>
        </pc:sldMkLst>
      </pc:sldChg>
      <pc:sldChg chg="modSp del">
        <pc:chgData name="Jheyson Fabian Villavisan Buitrago" userId="b9abc243-2adc-4788-8ef1-b07bec73deff" providerId="ADAL" clId="{33DDCE01-D5A0-4892-8419-FF73BDBED2B5}" dt="2023-02-12T20:16:51.698" v="89" actId="47"/>
        <pc:sldMkLst>
          <pc:docMk/>
          <pc:sldMk cId="0" sldId="269"/>
        </pc:sldMkLst>
      </pc:sldChg>
      <pc:sldChg chg="addSp delSp modSp mod">
        <pc:chgData name="Jheyson Fabian Villavisan Buitrago" userId="b9abc243-2adc-4788-8ef1-b07bec73deff" providerId="ADAL" clId="{33DDCE01-D5A0-4892-8419-FF73BDBED2B5}" dt="2023-02-12T21:06:34.390" v="722" actId="1076"/>
        <pc:sldMkLst>
          <pc:docMk/>
          <pc:sldMk cId="2505371292" sldId="270"/>
        </pc:sldMkLst>
      </pc:sldChg>
      <pc:sldChg chg="addSp delSp modSp mod">
        <pc:chgData name="Jheyson Fabian Villavisan Buitrago" userId="b9abc243-2adc-4788-8ef1-b07bec73deff" providerId="ADAL" clId="{33DDCE01-D5A0-4892-8419-FF73BDBED2B5}" dt="2023-02-12T20:17:40.832" v="98" actId="113"/>
        <pc:sldMkLst>
          <pc:docMk/>
          <pc:sldMk cId="3709177429" sldId="274"/>
        </pc:sldMkLst>
      </pc:sldChg>
      <pc:sldChg chg="addSp delSp modSp mod">
        <pc:chgData name="Jheyson Fabian Villavisan Buitrago" userId="b9abc243-2adc-4788-8ef1-b07bec73deff" providerId="ADAL" clId="{33DDCE01-D5A0-4892-8419-FF73BDBED2B5}" dt="2023-02-12T20:26:34.092" v="264" actId="478"/>
        <pc:sldMkLst>
          <pc:docMk/>
          <pc:sldMk cId="2680639377" sldId="275"/>
        </pc:sldMkLst>
      </pc:sldChg>
      <pc:sldChg chg="addSp delSp modSp del">
        <pc:chgData name="Jheyson Fabian Villavisan Buitrago" userId="b9abc243-2adc-4788-8ef1-b07bec73deff" providerId="ADAL" clId="{33DDCE01-D5A0-4892-8419-FF73BDBED2B5}" dt="2023-02-12T23:52:00.525" v="841" actId="47"/>
        <pc:sldMkLst>
          <pc:docMk/>
          <pc:sldMk cId="870139891" sldId="276"/>
        </pc:sldMkLst>
      </pc:sldChg>
      <pc:sldChg chg="addSp delSp modSp mod">
        <pc:chgData name="Jheyson Fabian Villavisan Buitrago" userId="b9abc243-2adc-4788-8ef1-b07bec73deff" providerId="ADAL" clId="{33DDCE01-D5A0-4892-8419-FF73BDBED2B5}" dt="2023-02-12T23:50:02.034" v="840" actId="1076"/>
        <pc:sldMkLst>
          <pc:docMk/>
          <pc:sldMk cId="1955606898" sldId="277"/>
        </pc:sldMkLst>
      </pc:sldChg>
      <pc:sldChg chg="addSp delSp modSp">
        <pc:chgData name="Jheyson Fabian Villavisan Buitrago" userId="b9abc243-2adc-4788-8ef1-b07bec73deff" providerId="ADAL" clId="{33DDCE01-D5A0-4892-8419-FF73BDBED2B5}" dt="2023-02-12T20:16:04.791" v="72"/>
        <pc:sldMkLst>
          <pc:docMk/>
          <pc:sldMk cId="214171354" sldId="278"/>
        </pc:sldMkLst>
      </pc:sldChg>
      <pc:sldChg chg="new del">
        <pc:chgData name="Jheyson Fabian Villavisan Buitrago" userId="b9abc243-2adc-4788-8ef1-b07bec73deff" providerId="ADAL" clId="{33DDCE01-D5A0-4892-8419-FF73BDBED2B5}" dt="2023-02-12T21:06:15.608" v="715" actId="680"/>
        <pc:sldMkLst>
          <pc:docMk/>
          <pc:sldMk cId="3471673601" sldId="279"/>
        </pc:sldMkLst>
      </pc:sldChg>
      <pc:sldMasterChg chg="addSp modSldLayout">
        <pc:chgData name="Jheyson Fabian Villavisan Buitrago" userId="b9abc243-2adc-4788-8ef1-b07bec73deff" providerId="ADAL" clId="{33DDCE01-D5A0-4892-8419-FF73BDBED2B5}" dt="2023-02-12T20:12:44.943" v="6"/>
        <pc:sldMasterMkLst>
          <pc:docMk/>
          <pc:sldMasterMk cId="87750959" sldId="2147483778"/>
        </pc:sldMasterMkLst>
        <pc:sldLayoutChg chg="addSp">
          <pc:chgData name="Jheyson Fabian Villavisan Buitrago" userId="b9abc243-2adc-4788-8ef1-b07bec73deff" providerId="ADAL" clId="{33DDCE01-D5A0-4892-8419-FF73BDBED2B5}" dt="2023-02-12T20:12:44.943" v="6"/>
          <pc:sldLayoutMkLst>
            <pc:docMk/>
            <pc:sldMasterMk cId="87750959" sldId="2147483778"/>
            <pc:sldLayoutMk cId="1675921050" sldId="2147483779"/>
          </pc:sldLayoutMkLst>
        </pc:sldLayoutChg>
      </pc:sldMasterChg>
      <pc:sldMasterChg chg="addSp modSldLayout">
        <pc:chgData name="Jheyson Fabian Villavisan Buitrago" userId="b9abc243-2adc-4788-8ef1-b07bec73deff" providerId="ADAL" clId="{33DDCE01-D5A0-4892-8419-FF73BDBED2B5}" dt="2023-02-12T20:06:35.969" v="0"/>
        <pc:sldMasterMkLst>
          <pc:docMk/>
          <pc:sldMasterMk cId="3641214427" sldId="2147483778"/>
        </pc:sldMasterMkLst>
        <pc:sldLayoutChg chg="addSp">
          <pc:chgData name="Jheyson Fabian Villavisan Buitrago" userId="b9abc243-2adc-4788-8ef1-b07bec73deff" providerId="ADAL" clId="{33DDCE01-D5A0-4892-8419-FF73BDBED2B5}" dt="2023-02-12T20:06:35.969" v="0"/>
          <pc:sldLayoutMkLst>
            <pc:docMk/>
            <pc:sldMasterMk cId="3641214427" sldId="2147483778"/>
            <pc:sldLayoutMk cId="4117338386" sldId="2147483779"/>
          </pc:sldLayoutMkLst>
        </pc:sldLayoutChg>
      </pc:sldMasterChg>
    </pc:docChg>
  </pc:docChgLst>
  <pc:docChgLst>
    <pc:chgData name="JHEYSON FABIAN VILLAVISAN BUITRAGO" userId="e5ced5c2-d787-455d-b115-4f08a699b8c8" providerId="ADAL" clId="{7B9FEBE4-9602-4D4E-95BE-CC4174DB0B69}"/>
    <pc:docChg chg="undo custSel addSld delSld modSld sldOrd modSection">
      <pc:chgData name="JHEYSON FABIAN VILLAVISAN BUITRAGO" userId="e5ced5c2-d787-455d-b115-4f08a699b8c8" providerId="ADAL" clId="{7B9FEBE4-9602-4D4E-95BE-CC4174DB0B69}" dt="2023-08-22T18:27:07.065" v="894" actId="1076"/>
      <pc:docMkLst>
        <pc:docMk/>
      </pc:docMkLst>
      <pc:sldChg chg="del">
        <pc:chgData name="JHEYSON FABIAN VILLAVISAN BUITRAGO" userId="e5ced5c2-d787-455d-b115-4f08a699b8c8" providerId="ADAL" clId="{7B9FEBE4-9602-4D4E-95BE-CC4174DB0B69}" dt="2023-08-22T16:56:09.117" v="4" actId="47"/>
        <pc:sldMkLst>
          <pc:docMk/>
          <pc:sldMk cId="0" sldId="261"/>
        </pc:sldMkLst>
      </pc:sldChg>
      <pc:sldChg chg="del">
        <pc:chgData name="JHEYSON FABIAN VILLAVISAN BUITRAGO" userId="e5ced5c2-d787-455d-b115-4f08a699b8c8" providerId="ADAL" clId="{7B9FEBE4-9602-4D4E-95BE-CC4174DB0B69}" dt="2023-08-22T16:56:09.117" v="4" actId="47"/>
        <pc:sldMkLst>
          <pc:docMk/>
          <pc:sldMk cId="0" sldId="264"/>
        </pc:sldMkLst>
      </pc:sldChg>
      <pc:sldChg chg="del">
        <pc:chgData name="JHEYSON FABIAN VILLAVISAN BUITRAGO" userId="e5ced5c2-d787-455d-b115-4f08a699b8c8" providerId="ADAL" clId="{7B9FEBE4-9602-4D4E-95BE-CC4174DB0B69}" dt="2023-08-22T16:56:09.117" v="4" actId="47"/>
        <pc:sldMkLst>
          <pc:docMk/>
          <pc:sldMk cId="0" sldId="265"/>
        </pc:sldMkLst>
      </pc:sldChg>
      <pc:sldChg chg="del">
        <pc:chgData name="JHEYSON FABIAN VILLAVISAN BUITRAGO" userId="e5ced5c2-d787-455d-b115-4f08a699b8c8" providerId="ADAL" clId="{7B9FEBE4-9602-4D4E-95BE-CC4174DB0B69}" dt="2023-08-22T16:56:09.117" v="4" actId="47"/>
        <pc:sldMkLst>
          <pc:docMk/>
          <pc:sldMk cId="0" sldId="266"/>
        </pc:sldMkLst>
      </pc:sldChg>
      <pc:sldChg chg="del">
        <pc:chgData name="JHEYSON FABIAN VILLAVISAN BUITRAGO" userId="e5ced5c2-d787-455d-b115-4f08a699b8c8" providerId="ADAL" clId="{7B9FEBE4-9602-4D4E-95BE-CC4174DB0B69}" dt="2023-08-22T16:56:09.117" v="4" actId="47"/>
        <pc:sldMkLst>
          <pc:docMk/>
          <pc:sldMk cId="0" sldId="268"/>
        </pc:sldMkLst>
      </pc:sldChg>
      <pc:sldChg chg="modSp mod ord">
        <pc:chgData name="JHEYSON FABIAN VILLAVISAN BUITRAGO" userId="e5ced5c2-d787-455d-b115-4f08a699b8c8" providerId="ADAL" clId="{7B9FEBE4-9602-4D4E-95BE-CC4174DB0B69}" dt="2023-08-22T18:02:46.945" v="13" actId="20577"/>
        <pc:sldMkLst>
          <pc:docMk/>
          <pc:sldMk cId="2505371292" sldId="270"/>
        </pc:sldMkLst>
      </pc:sldChg>
      <pc:sldChg chg="addSp delSp modSp mod ord">
        <pc:chgData name="JHEYSON FABIAN VILLAVISAN BUITRAGO" userId="e5ced5c2-d787-455d-b115-4f08a699b8c8" providerId="ADAL" clId="{7B9FEBE4-9602-4D4E-95BE-CC4174DB0B69}" dt="2023-08-22T18:09:30.855" v="131" actId="20577"/>
        <pc:sldMkLst>
          <pc:docMk/>
          <pc:sldMk cId="3709177429" sldId="274"/>
        </pc:sldMkLst>
      </pc:sldChg>
      <pc:sldChg chg="modSp add mod ord">
        <pc:chgData name="JHEYSON FABIAN VILLAVISAN BUITRAGO" userId="e5ced5c2-d787-455d-b115-4f08a699b8c8" providerId="ADAL" clId="{7B9FEBE4-9602-4D4E-95BE-CC4174DB0B69}" dt="2023-08-22T18:07:16.815" v="30"/>
        <pc:sldMkLst>
          <pc:docMk/>
          <pc:sldMk cId="1450893007" sldId="275"/>
        </pc:sldMkLst>
      </pc:sldChg>
      <pc:sldChg chg="del">
        <pc:chgData name="JHEYSON FABIAN VILLAVISAN BUITRAGO" userId="e5ced5c2-d787-455d-b115-4f08a699b8c8" providerId="ADAL" clId="{7B9FEBE4-9602-4D4E-95BE-CC4174DB0B69}" dt="2023-08-22T16:56:09.117" v="4" actId="47"/>
        <pc:sldMkLst>
          <pc:docMk/>
          <pc:sldMk cId="2680639377" sldId="275"/>
        </pc:sldMkLst>
      </pc:sldChg>
      <pc:sldChg chg="addSp modSp add mod">
        <pc:chgData name="JHEYSON FABIAN VILLAVISAN BUITRAGO" userId="e5ced5c2-d787-455d-b115-4f08a699b8c8" providerId="ADAL" clId="{7B9FEBE4-9602-4D4E-95BE-CC4174DB0B69}" dt="2023-08-22T18:11:34.969" v="535" actId="20577"/>
        <pc:sldMkLst>
          <pc:docMk/>
          <pc:sldMk cId="1337945214" sldId="276"/>
        </pc:sldMkLst>
      </pc:sldChg>
      <pc:sldChg chg="del">
        <pc:chgData name="JHEYSON FABIAN VILLAVISAN BUITRAGO" userId="e5ced5c2-d787-455d-b115-4f08a699b8c8" providerId="ADAL" clId="{7B9FEBE4-9602-4D4E-95BE-CC4174DB0B69}" dt="2023-08-22T16:56:09.117" v="4" actId="47"/>
        <pc:sldMkLst>
          <pc:docMk/>
          <pc:sldMk cId="1955606898" sldId="277"/>
        </pc:sldMkLst>
      </pc:sldChg>
      <pc:sldChg chg="addSp delSp modSp add mod">
        <pc:chgData name="JHEYSON FABIAN VILLAVISAN BUITRAGO" userId="e5ced5c2-d787-455d-b115-4f08a699b8c8" providerId="ADAL" clId="{7B9FEBE4-9602-4D4E-95BE-CC4174DB0B69}" dt="2023-08-22T18:20:45.832" v="770" actId="20577"/>
        <pc:sldMkLst>
          <pc:docMk/>
          <pc:sldMk cId="3289317891" sldId="277"/>
        </pc:sldMkLst>
      </pc:sldChg>
      <pc:sldChg chg="del">
        <pc:chgData name="JHEYSON FABIAN VILLAVISAN BUITRAGO" userId="e5ced5c2-d787-455d-b115-4f08a699b8c8" providerId="ADAL" clId="{7B9FEBE4-9602-4D4E-95BE-CC4174DB0B69}" dt="2023-08-22T16:56:09.117" v="4" actId="47"/>
        <pc:sldMkLst>
          <pc:docMk/>
          <pc:sldMk cId="214171354" sldId="278"/>
        </pc:sldMkLst>
      </pc:sldChg>
      <pc:sldChg chg="addSp delSp modSp add mod">
        <pc:chgData name="JHEYSON FABIAN VILLAVISAN BUITRAGO" userId="e5ced5c2-d787-455d-b115-4f08a699b8c8" providerId="ADAL" clId="{7B9FEBE4-9602-4D4E-95BE-CC4174DB0B69}" dt="2023-08-22T18:26:53.773" v="888" actId="1076"/>
        <pc:sldMkLst>
          <pc:docMk/>
          <pc:sldMk cId="1004471054" sldId="278"/>
        </pc:sldMkLst>
      </pc:sldChg>
      <pc:sldChg chg="delSp modSp add mod">
        <pc:chgData name="JHEYSON FABIAN VILLAVISAN BUITRAGO" userId="e5ced5c2-d787-455d-b115-4f08a699b8c8" providerId="ADAL" clId="{7B9FEBE4-9602-4D4E-95BE-CC4174DB0B69}" dt="2023-08-22T18:27:07.065" v="894" actId="1076"/>
        <pc:sldMkLst>
          <pc:docMk/>
          <pc:sldMk cId="1384271638" sldId="279"/>
        </pc:sldMkLst>
      </pc:sldChg>
      <pc:sldChg chg="del">
        <pc:chgData name="JHEYSON FABIAN VILLAVISAN BUITRAGO" userId="e5ced5c2-d787-455d-b115-4f08a699b8c8" providerId="ADAL" clId="{7B9FEBE4-9602-4D4E-95BE-CC4174DB0B69}" dt="2023-08-22T16:56:09.117" v="4" actId="47"/>
        <pc:sldMkLst>
          <pc:docMk/>
          <pc:sldMk cId="3765501484" sldId="279"/>
        </pc:sldMkLst>
      </pc:sldChg>
    </pc:docChg>
  </pc:docChgLst>
  <pc:docChgLst>
    <pc:chgData name="JHEYSON FABIAN VILLAVISAN BUITRAGO" userId="e5ced5c2-d787-455d-b115-4f08a699b8c8" providerId="ADAL" clId="{D29F3602-5A42-550B-85C2-F2C884FDDEDE}"/>
    <pc:docChg chg="custSel delSld modSld modSection">
      <pc:chgData name="JHEYSON FABIAN VILLAVISAN BUITRAGO" userId="e5ced5c2-d787-455d-b115-4f08a699b8c8" providerId="ADAL" clId="{D29F3602-5A42-550B-85C2-F2C884FDDEDE}" dt="2025-10-10T21:52:02.718" v="10" actId="20577"/>
      <pc:docMkLst>
        <pc:docMk/>
      </pc:docMkLst>
      <pc:sldChg chg="del">
        <pc:chgData name="JHEYSON FABIAN VILLAVISAN BUITRAGO" userId="e5ced5c2-d787-455d-b115-4f08a699b8c8" providerId="ADAL" clId="{D29F3602-5A42-550B-85C2-F2C884FDDEDE}" dt="2025-09-30T19:21:58.678" v="0" actId="2696"/>
        <pc:sldMkLst>
          <pc:docMk/>
          <pc:sldMk cId="2505371292" sldId="270"/>
        </pc:sldMkLst>
      </pc:sldChg>
      <pc:sldChg chg="modSp mod">
        <pc:chgData name="JHEYSON FABIAN VILLAVISAN BUITRAGO" userId="e5ced5c2-d787-455d-b115-4f08a699b8c8" providerId="ADAL" clId="{D29F3602-5A42-550B-85C2-F2C884FDDEDE}" dt="2025-10-10T21:43:34.617" v="2" actId="20577"/>
        <pc:sldMkLst>
          <pc:docMk/>
          <pc:sldMk cId="1298072685" sldId="290"/>
        </pc:sldMkLst>
        <pc:spChg chg="mod">
          <ac:chgData name="JHEYSON FABIAN VILLAVISAN BUITRAGO" userId="e5ced5c2-d787-455d-b115-4f08a699b8c8" providerId="ADAL" clId="{D29F3602-5A42-550B-85C2-F2C884FDDEDE}" dt="2025-10-10T21:43:34.617" v="2" actId="20577"/>
          <ac:spMkLst>
            <pc:docMk/>
            <pc:sldMk cId="1298072685" sldId="290"/>
            <ac:spMk id="10" creationId="{AF4E183E-A171-4923-A99E-D149888CEC37}"/>
          </ac:spMkLst>
        </pc:spChg>
      </pc:sldChg>
      <pc:sldChg chg="modSp mod">
        <pc:chgData name="JHEYSON FABIAN VILLAVISAN BUITRAGO" userId="e5ced5c2-d787-455d-b115-4f08a699b8c8" providerId="ADAL" clId="{D29F3602-5A42-550B-85C2-F2C884FDDEDE}" dt="2025-10-10T21:52:02.464" v="9" actId="27636"/>
        <pc:sldMkLst>
          <pc:docMk/>
          <pc:sldMk cId="1914623419" sldId="291"/>
        </pc:sldMkLst>
        <pc:spChg chg="mod">
          <ac:chgData name="JHEYSON FABIAN VILLAVISAN BUITRAGO" userId="e5ced5c2-d787-455d-b115-4f08a699b8c8" providerId="ADAL" clId="{D29F3602-5A42-550B-85C2-F2C884FDDEDE}" dt="2025-10-10T21:52:02.464" v="9" actId="27636"/>
          <ac:spMkLst>
            <pc:docMk/>
            <pc:sldMk cId="1914623419" sldId="291"/>
            <ac:spMk id="3" creationId="{0E5567B7-3B3B-B7EC-6509-0A90554677DC}"/>
          </ac:spMkLst>
        </pc:spChg>
        <pc:spChg chg="mod">
          <ac:chgData name="JHEYSON FABIAN VILLAVISAN BUITRAGO" userId="e5ced5c2-d787-455d-b115-4f08a699b8c8" providerId="ADAL" clId="{D29F3602-5A42-550B-85C2-F2C884FDDEDE}" dt="2025-10-10T21:43:38.931" v="4" actId="20577"/>
          <ac:spMkLst>
            <pc:docMk/>
            <pc:sldMk cId="1914623419" sldId="291"/>
            <ac:spMk id="10" creationId="{AF4E183E-A171-4923-A99E-D149888CEC37}"/>
          </ac:spMkLst>
        </pc:spChg>
      </pc:sldChg>
      <pc:sldChg chg="modSp">
        <pc:chgData name="JHEYSON FABIAN VILLAVISAN BUITRAGO" userId="e5ced5c2-d787-455d-b115-4f08a699b8c8" providerId="ADAL" clId="{D29F3602-5A42-550B-85C2-F2C884FDDEDE}" dt="2025-10-10T21:52:02.718" v="10" actId="20577"/>
        <pc:sldMkLst>
          <pc:docMk/>
          <pc:sldMk cId="2395213358" sldId="292"/>
        </pc:sldMkLst>
        <pc:spChg chg="mod">
          <ac:chgData name="JHEYSON FABIAN VILLAVISAN BUITRAGO" userId="e5ced5c2-d787-455d-b115-4f08a699b8c8" providerId="ADAL" clId="{D29F3602-5A42-550B-85C2-F2C884FDDEDE}" dt="2025-10-10T21:52:02.718" v="10" actId="20577"/>
          <ac:spMkLst>
            <pc:docMk/>
            <pc:sldMk cId="2395213358" sldId="292"/>
            <ac:spMk id="12" creationId="{774462CC-BC0C-5617-2AEA-EC351D3F9F5E}"/>
          </ac:spMkLst>
        </pc:spChg>
      </pc:sldChg>
      <pc:sldChg chg="modSp mod">
        <pc:chgData name="JHEYSON FABIAN VILLAVISAN BUITRAGO" userId="e5ced5c2-d787-455d-b115-4f08a699b8c8" providerId="ADAL" clId="{D29F3602-5A42-550B-85C2-F2C884FDDEDE}" dt="2025-10-10T21:43:43.837" v="7" actId="1076"/>
        <pc:sldMkLst>
          <pc:docMk/>
          <pc:sldMk cId="1665813746" sldId="294"/>
        </pc:sldMkLst>
        <pc:spChg chg="mod">
          <ac:chgData name="JHEYSON FABIAN VILLAVISAN BUITRAGO" userId="e5ced5c2-d787-455d-b115-4f08a699b8c8" providerId="ADAL" clId="{D29F3602-5A42-550B-85C2-F2C884FDDEDE}" dt="2025-10-10T21:43:43.837" v="7" actId="1076"/>
          <ac:spMkLst>
            <pc:docMk/>
            <pc:sldMk cId="1665813746" sldId="294"/>
            <ac:spMk id="8" creationId="{91D0B2CE-EAD9-1D3D-073A-F39DBDBBD2E6}"/>
          </ac:spMkLst>
        </pc:spChg>
        <pc:spChg chg="mod">
          <ac:chgData name="JHEYSON FABIAN VILLAVISAN BUITRAGO" userId="e5ced5c2-d787-455d-b115-4f08a699b8c8" providerId="ADAL" clId="{D29F3602-5A42-550B-85C2-F2C884FDDEDE}" dt="2025-10-10T21:43:42.806" v="6" actId="20577"/>
          <ac:spMkLst>
            <pc:docMk/>
            <pc:sldMk cId="1665813746" sldId="294"/>
            <ac:spMk id="10" creationId="{89CDACC2-AD99-AF1F-9E1C-FDE99196F443}"/>
          </ac:spMkLst>
        </pc:spChg>
      </pc:sldChg>
    </pc:docChg>
  </pc:docChgLst>
  <pc:docChgLst>
    <pc:chgData name="FABIAN PALACIO ARANGO" userId="S::fpalacioa@itc.edu.co::0e2bfb71-32b6-4edd-85c7-a9cbf704e9d1" providerId="AD" clId="Web-{CA1A62E4-186B-A9AA-2055-2FB961D828AF}"/>
    <pc:docChg chg="modSld">
      <pc:chgData name="FABIAN PALACIO ARANGO" userId="S::fpalacioa@itc.edu.co::0e2bfb71-32b6-4edd-85c7-a9cbf704e9d1" providerId="AD" clId="Web-{CA1A62E4-186B-A9AA-2055-2FB961D828AF}" dt="2023-08-30T01:35:30.919" v="0" actId="1076"/>
      <pc:docMkLst>
        <pc:docMk/>
      </pc:docMkLst>
      <pc:sldChg chg="modSp">
        <pc:chgData name="FABIAN PALACIO ARANGO" userId="S::fpalacioa@itc.edu.co::0e2bfb71-32b6-4edd-85c7-a9cbf704e9d1" providerId="AD" clId="Web-{CA1A62E4-186B-A9AA-2055-2FB961D828AF}" dt="2023-08-30T01:35:30.919" v="0" actId="1076"/>
        <pc:sldMkLst>
          <pc:docMk/>
          <pc:sldMk cId="2152738375" sldId="279"/>
        </pc:sldMkLst>
      </pc:sldChg>
    </pc:docChg>
  </pc:docChgLst>
  <pc:docChgLst>
    <pc:chgData name="JHEYSON FABIAN VILLAVISAN BUITRAGO" userId="e5ced5c2-d787-455d-b115-4f08a699b8c8" providerId="ADAL" clId="{7AACC6D0-4C87-4EB0-B282-F0E908BE3945}"/>
    <pc:docChg chg="undo custSel addSld modSld sldOrd modSection">
      <pc:chgData name="JHEYSON FABIAN VILLAVISAN BUITRAGO" userId="e5ced5c2-d787-455d-b115-4f08a699b8c8" providerId="ADAL" clId="{7AACC6D0-4C87-4EB0-B282-F0E908BE3945}" dt="2024-05-22T02:11:44.304" v="140" actId="20577"/>
      <pc:docMkLst>
        <pc:docMk/>
      </pc:docMkLst>
      <pc:sldChg chg="addSp modSp mod">
        <pc:chgData name="JHEYSON FABIAN VILLAVISAN BUITRAGO" userId="e5ced5c2-d787-455d-b115-4f08a699b8c8" providerId="ADAL" clId="{7AACC6D0-4C87-4EB0-B282-F0E908BE3945}" dt="2024-05-22T00:00:03.200" v="136" actId="20577"/>
        <pc:sldMkLst>
          <pc:docMk/>
          <pc:sldMk cId="2207779299" sldId="286"/>
        </pc:sldMkLst>
      </pc:sldChg>
      <pc:sldChg chg="addSp modSp mod">
        <pc:chgData name="JHEYSON FABIAN VILLAVISAN BUITRAGO" userId="e5ced5c2-d787-455d-b115-4f08a699b8c8" providerId="ADAL" clId="{7AACC6D0-4C87-4EB0-B282-F0E908BE3945}" dt="2024-05-21T21:05:15.543" v="39" actId="1076"/>
        <pc:sldMkLst>
          <pc:docMk/>
          <pc:sldMk cId="3049022231" sldId="289"/>
        </pc:sldMkLst>
      </pc:sldChg>
      <pc:sldChg chg="modSp add mod ord">
        <pc:chgData name="JHEYSON FABIAN VILLAVISAN BUITRAGO" userId="e5ced5c2-d787-455d-b115-4f08a699b8c8" providerId="ADAL" clId="{7AACC6D0-4C87-4EB0-B282-F0E908BE3945}" dt="2024-05-22T02:11:44.304" v="140" actId="20577"/>
        <pc:sldMkLst>
          <pc:docMk/>
          <pc:sldMk cId="1914623419" sldId="291"/>
        </pc:sldMkLst>
      </pc:sldChg>
    </pc:docChg>
  </pc:docChgLst>
  <pc:docChgLst>
    <pc:chgData name="JHEYSON FABIAN VILLAVISAN BUITRAGO" userId="S::jfvillavisanb@itc.edu.co::e5ced5c2-d787-455d-b115-4f08a699b8c8" providerId="AD" clId="Web-{7629F1B0-E809-E6EB-BC03-307B64803CCD}"/>
    <pc:docChg chg="modSld">
      <pc:chgData name="JHEYSON FABIAN VILLAVISAN BUITRAGO" userId="S::jfvillavisanb@itc.edu.co::e5ced5c2-d787-455d-b115-4f08a699b8c8" providerId="AD" clId="Web-{7629F1B0-E809-E6EB-BC03-307B64803CCD}" dt="2023-09-13T00:26:59.219" v="17"/>
      <pc:docMkLst>
        <pc:docMk/>
      </pc:docMkLst>
      <pc:sldChg chg="modSp">
        <pc:chgData name="JHEYSON FABIAN VILLAVISAN BUITRAGO" userId="S::jfvillavisanb@itc.edu.co::e5ced5c2-d787-455d-b115-4f08a699b8c8" providerId="AD" clId="Web-{7629F1B0-E809-E6EB-BC03-307B64803CCD}" dt="2023-09-13T00:26:59.219" v="17"/>
        <pc:sldMkLst>
          <pc:docMk/>
          <pc:sldMk cId="1337945214" sldId="276"/>
        </pc:sldMkLst>
      </pc:sldChg>
    </pc:docChg>
  </pc:docChgLst>
  <pc:docChgLst>
    <pc:chgData name="JHEYSON FABIAN VILLAVISAN BUITRAGO" userId="e5ced5c2-d787-455d-b115-4f08a699b8c8" providerId="ADAL" clId="{C84C4C3A-5BB6-4850-BB74-A8733D6630AC}"/>
    <pc:docChg chg="custSel addSld modSld modSection">
      <pc:chgData name="JHEYSON FABIAN VILLAVISAN BUITRAGO" userId="e5ced5c2-d787-455d-b115-4f08a699b8c8" providerId="ADAL" clId="{C84C4C3A-5BB6-4850-BB74-A8733D6630AC}" dt="2024-10-15T21:15:53.622" v="376" actId="1076"/>
      <pc:docMkLst>
        <pc:docMk/>
      </pc:docMkLst>
      <pc:sldChg chg="addSp delSp modSp mod">
        <pc:chgData name="JHEYSON FABIAN VILLAVISAN BUITRAGO" userId="e5ced5c2-d787-455d-b115-4f08a699b8c8" providerId="ADAL" clId="{C84C4C3A-5BB6-4850-BB74-A8733D6630AC}" dt="2024-10-15T21:05:49.416" v="4" actId="13926"/>
        <pc:sldMkLst>
          <pc:docMk/>
          <pc:sldMk cId="2505371292" sldId="270"/>
        </pc:sldMkLst>
      </pc:sldChg>
      <pc:sldChg chg="mod modShow">
        <pc:chgData name="JHEYSON FABIAN VILLAVISAN BUITRAGO" userId="e5ced5c2-d787-455d-b115-4f08a699b8c8" providerId="ADAL" clId="{C84C4C3A-5BB6-4850-BB74-A8733D6630AC}" dt="2024-10-15T21:14:44.330" v="361" actId="729"/>
        <pc:sldMkLst>
          <pc:docMk/>
          <pc:sldMk cId="504643121" sldId="288"/>
        </pc:sldMkLst>
      </pc:sldChg>
      <pc:sldChg chg="modSp mod modShow">
        <pc:chgData name="JHEYSON FABIAN VILLAVISAN BUITRAGO" userId="e5ced5c2-d787-455d-b115-4f08a699b8c8" providerId="ADAL" clId="{C84C4C3A-5BB6-4850-BB74-A8733D6630AC}" dt="2024-10-15T21:15:25.793" v="368" actId="729"/>
        <pc:sldMkLst>
          <pc:docMk/>
          <pc:sldMk cId="3049022231" sldId="289"/>
        </pc:sldMkLst>
      </pc:sldChg>
      <pc:sldChg chg="addSp delSp modSp mod">
        <pc:chgData name="JHEYSON FABIAN VILLAVISAN BUITRAGO" userId="e5ced5c2-d787-455d-b115-4f08a699b8c8" providerId="ADAL" clId="{C84C4C3A-5BB6-4850-BB74-A8733D6630AC}" dt="2024-10-15T21:15:48.907" v="374"/>
        <pc:sldMkLst>
          <pc:docMk/>
          <pc:sldMk cId="1914623419" sldId="291"/>
        </pc:sldMkLst>
      </pc:sldChg>
      <pc:sldChg chg="modSp mod">
        <pc:chgData name="JHEYSON FABIAN VILLAVISAN BUITRAGO" userId="e5ced5c2-d787-455d-b115-4f08a699b8c8" providerId="ADAL" clId="{C84C4C3A-5BB6-4850-BB74-A8733D6630AC}" dt="2024-10-15T21:14:48.602" v="363" actId="20577"/>
        <pc:sldMkLst>
          <pc:docMk/>
          <pc:sldMk cId="2395213358" sldId="292"/>
        </pc:sldMkLst>
      </pc:sldChg>
      <pc:sldChg chg="modSp mod">
        <pc:chgData name="JHEYSON FABIAN VILLAVISAN BUITRAGO" userId="e5ced5c2-d787-455d-b115-4f08a699b8c8" providerId="ADAL" clId="{C84C4C3A-5BB6-4850-BB74-A8733D6630AC}" dt="2024-10-15T21:15:01.944" v="365" actId="20577"/>
        <pc:sldMkLst>
          <pc:docMk/>
          <pc:sldMk cId="2186780647" sldId="293"/>
        </pc:sldMkLst>
      </pc:sldChg>
      <pc:sldChg chg="addSp delSp modSp add mod">
        <pc:chgData name="JHEYSON FABIAN VILLAVISAN BUITRAGO" userId="e5ced5c2-d787-455d-b115-4f08a699b8c8" providerId="ADAL" clId="{C84C4C3A-5BB6-4850-BB74-A8733D6630AC}" dt="2024-10-15T21:15:53.622" v="376" actId="1076"/>
        <pc:sldMkLst>
          <pc:docMk/>
          <pc:sldMk cId="1665813746" sldId="294"/>
        </pc:sldMkLst>
      </pc:sldChg>
    </pc:docChg>
  </pc:docChgLst>
  <pc:docChgLst>
    <pc:chgData name="JHEYSON FABIAN VILLAVISAN BUITRAGO" userId="e5ced5c2-d787-455d-b115-4f08a699b8c8" providerId="ADAL" clId="{CD7FAFD9-64CF-4C8A-BD35-09AD30AE3641}"/>
    <pc:docChg chg="undo custSel addSld delSld modSld modSection">
      <pc:chgData name="JHEYSON FABIAN VILLAVISAN BUITRAGO" userId="e5ced5c2-d787-455d-b115-4f08a699b8c8" providerId="ADAL" clId="{CD7FAFD9-64CF-4C8A-BD35-09AD30AE3641}" dt="2023-09-26T20:43:44.287" v="1435" actId="20577"/>
      <pc:docMkLst>
        <pc:docMk/>
      </pc:docMkLst>
      <pc:sldChg chg="modSp mod">
        <pc:chgData name="JHEYSON FABIAN VILLAVISAN BUITRAGO" userId="e5ced5c2-d787-455d-b115-4f08a699b8c8" providerId="ADAL" clId="{CD7FAFD9-64CF-4C8A-BD35-09AD30AE3641}" dt="2023-09-26T19:06:29.231" v="130" actId="13926"/>
        <pc:sldMkLst>
          <pc:docMk/>
          <pc:sldMk cId="2505371292" sldId="270"/>
        </pc:sldMkLst>
      </pc:sldChg>
      <pc:sldChg chg="addSp delSp modSp mod">
        <pc:chgData name="JHEYSON FABIAN VILLAVISAN BUITRAGO" userId="e5ced5c2-d787-455d-b115-4f08a699b8c8" providerId="ADAL" clId="{CD7FAFD9-64CF-4C8A-BD35-09AD30AE3641}" dt="2023-09-26T19:18:35.121" v="357" actId="20577"/>
        <pc:sldMkLst>
          <pc:docMk/>
          <pc:sldMk cId="3709177429" sldId="274"/>
        </pc:sldMkLst>
      </pc:sldChg>
      <pc:sldChg chg="modSp mod">
        <pc:chgData name="JHEYSON FABIAN VILLAVISAN BUITRAGO" userId="e5ced5c2-d787-455d-b115-4f08a699b8c8" providerId="ADAL" clId="{CD7FAFD9-64CF-4C8A-BD35-09AD30AE3641}" dt="2023-09-26T19:06:40.361" v="131" actId="1076"/>
        <pc:sldMkLst>
          <pc:docMk/>
          <pc:sldMk cId="1450893007" sldId="275"/>
        </pc:sldMkLst>
      </pc:sldChg>
      <pc:sldChg chg="del">
        <pc:chgData name="JHEYSON FABIAN VILLAVISAN BUITRAGO" userId="e5ced5c2-d787-455d-b115-4f08a699b8c8" providerId="ADAL" clId="{CD7FAFD9-64CF-4C8A-BD35-09AD30AE3641}" dt="2023-09-26T18:46:10.269" v="1" actId="47"/>
        <pc:sldMkLst>
          <pc:docMk/>
          <pc:sldMk cId="1337945214" sldId="276"/>
        </pc:sldMkLst>
      </pc:sldChg>
      <pc:sldChg chg="addSp delSp modSp add mod">
        <pc:chgData name="JHEYSON FABIAN VILLAVISAN BUITRAGO" userId="e5ced5c2-d787-455d-b115-4f08a699b8c8" providerId="ADAL" clId="{CD7FAFD9-64CF-4C8A-BD35-09AD30AE3641}" dt="2023-09-26T19:18:37.760" v="359" actId="20577"/>
        <pc:sldMkLst>
          <pc:docMk/>
          <pc:sldMk cId="3450069468" sldId="276"/>
        </pc:sldMkLst>
      </pc:sldChg>
      <pc:sldChg chg="addSp delSp modSp add mod">
        <pc:chgData name="JHEYSON FABIAN VILLAVISAN BUITRAGO" userId="e5ced5c2-d787-455d-b115-4f08a699b8c8" providerId="ADAL" clId="{CD7FAFD9-64CF-4C8A-BD35-09AD30AE3641}" dt="2023-09-26T19:18:40.517" v="361" actId="20577"/>
        <pc:sldMkLst>
          <pc:docMk/>
          <pc:sldMk cId="938517202" sldId="277"/>
        </pc:sldMkLst>
      </pc:sldChg>
      <pc:sldChg chg="del">
        <pc:chgData name="JHEYSON FABIAN VILLAVISAN BUITRAGO" userId="e5ced5c2-d787-455d-b115-4f08a699b8c8" providerId="ADAL" clId="{CD7FAFD9-64CF-4C8A-BD35-09AD30AE3641}" dt="2023-09-26T18:46:07.408" v="0" actId="47"/>
        <pc:sldMkLst>
          <pc:docMk/>
          <pc:sldMk cId="3289317891" sldId="277"/>
        </pc:sldMkLst>
      </pc:sldChg>
      <pc:sldChg chg="addSp delSp modSp add mod">
        <pc:chgData name="JHEYSON FABIAN VILLAVISAN BUITRAGO" userId="e5ced5c2-d787-455d-b115-4f08a699b8c8" providerId="ADAL" clId="{CD7FAFD9-64CF-4C8A-BD35-09AD30AE3641}" dt="2023-09-26T19:18:09.280" v="355" actId="1076"/>
        <pc:sldMkLst>
          <pc:docMk/>
          <pc:sldMk cId="5827500" sldId="278"/>
        </pc:sldMkLst>
      </pc:sldChg>
      <pc:sldChg chg="new del">
        <pc:chgData name="JHEYSON FABIAN VILLAVISAN BUITRAGO" userId="e5ced5c2-d787-455d-b115-4f08a699b8c8" providerId="ADAL" clId="{CD7FAFD9-64CF-4C8A-BD35-09AD30AE3641}" dt="2023-09-26T19:06:50.392" v="133" actId="680"/>
        <pc:sldMkLst>
          <pc:docMk/>
          <pc:sldMk cId="1682422455" sldId="278"/>
        </pc:sldMkLst>
      </pc:sldChg>
      <pc:sldChg chg="del">
        <pc:chgData name="JHEYSON FABIAN VILLAVISAN BUITRAGO" userId="e5ced5c2-d787-455d-b115-4f08a699b8c8" providerId="ADAL" clId="{CD7FAFD9-64CF-4C8A-BD35-09AD30AE3641}" dt="2023-09-26T18:46:07.408" v="0" actId="47"/>
        <pc:sldMkLst>
          <pc:docMk/>
          <pc:sldMk cId="2818467161" sldId="278"/>
        </pc:sldMkLst>
      </pc:sldChg>
      <pc:sldChg chg="delSp modSp add mod">
        <pc:chgData name="JHEYSON FABIAN VILLAVISAN BUITRAGO" userId="e5ced5c2-d787-455d-b115-4f08a699b8c8" providerId="ADAL" clId="{CD7FAFD9-64CF-4C8A-BD35-09AD30AE3641}" dt="2023-09-26T19:39:47.631" v="786" actId="1076"/>
        <pc:sldMkLst>
          <pc:docMk/>
          <pc:sldMk cId="2466727722" sldId="279"/>
        </pc:sldMkLst>
      </pc:sldChg>
      <pc:sldChg chg="addSp delSp modSp add mod modAnim">
        <pc:chgData name="JHEYSON FABIAN VILLAVISAN BUITRAGO" userId="e5ced5c2-d787-455d-b115-4f08a699b8c8" providerId="ADAL" clId="{CD7FAFD9-64CF-4C8A-BD35-09AD30AE3641}" dt="2023-09-26T20:13:31.671" v="1058"/>
        <pc:sldMkLst>
          <pc:docMk/>
          <pc:sldMk cId="1417635691" sldId="280"/>
        </pc:sldMkLst>
      </pc:sldChg>
      <pc:sldChg chg="addSp delSp modSp add mod">
        <pc:chgData name="JHEYSON FABIAN VILLAVISAN BUITRAGO" userId="e5ced5c2-d787-455d-b115-4f08a699b8c8" providerId="ADAL" clId="{CD7FAFD9-64CF-4C8A-BD35-09AD30AE3641}" dt="2023-09-26T19:32:14.311" v="508" actId="20577"/>
        <pc:sldMkLst>
          <pc:docMk/>
          <pc:sldMk cId="1020647042" sldId="281"/>
        </pc:sldMkLst>
      </pc:sldChg>
      <pc:sldChg chg="addSp delSp modSp add mod">
        <pc:chgData name="JHEYSON FABIAN VILLAVISAN BUITRAGO" userId="e5ced5c2-d787-455d-b115-4f08a699b8c8" providerId="ADAL" clId="{CD7FAFD9-64CF-4C8A-BD35-09AD30AE3641}" dt="2023-09-26T20:00:26.221" v="1042" actId="20577"/>
        <pc:sldMkLst>
          <pc:docMk/>
          <pc:sldMk cId="1235130859" sldId="282"/>
        </pc:sldMkLst>
      </pc:sldChg>
      <pc:sldChg chg="addSp delSp modSp add mod">
        <pc:chgData name="JHEYSON FABIAN VILLAVISAN BUITRAGO" userId="e5ced5c2-d787-455d-b115-4f08a699b8c8" providerId="ADAL" clId="{CD7FAFD9-64CF-4C8A-BD35-09AD30AE3641}" dt="2023-09-26T20:16:13.742" v="1088" actId="20577"/>
        <pc:sldMkLst>
          <pc:docMk/>
          <pc:sldMk cId="2245282303" sldId="283"/>
        </pc:sldMkLst>
      </pc:sldChg>
      <pc:sldChg chg="addSp delSp modSp add mod">
        <pc:chgData name="JHEYSON FABIAN VILLAVISAN BUITRAGO" userId="e5ced5c2-d787-455d-b115-4f08a699b8c8" providerId="ADAL" clId="{CD7FAFD9-64CF-4C8A-BD35-09AD30AE3641}" dt="2023-09-26T20:17:07.246" v="1099"/>
        <pc:sldMkLst>
          <pc:docMk/>
          <pc:sldMk cId="1970910548" sldId="284"/>
        </pc:sldMkLst>
      </pc:sldChg>
      <pc:sldChg chg="addSp delSp modSp add mod">
        <pc:chgData name="JHEYSON FABIAN VILLAVISAN BUITRAGO" userId="e5ced5c2-d787-455d-b115-4f08a699b8c8" providerId="ADAL" clId="{CD7FAFD9-64CF-4C8A-BD35-09AD30AE3641}" dt="2023-09-26T20:19:59.292" v="1138" actId="20577"/>
        <pc:sldMkLst>
          <pc:docMk/>
          <pc:sldMk cId="2853353455" sldId="285"/>
        </pc:sldMkLst>
      </pc:sldChg>
      <pc:sldChg chg="addSp modSp add mod">
        <pc:chgData name="JHEYSON FABIAN VILLAVISAN BUITRAGO" userId="e5ced5c2-d787-455d-b115-4f08a699b8c8" providerId="ADAL" clId="{CD7FAFD9-64CF-4C8A-BD35-09AD30AE3641}" dt="2023-09-26T20:39:58.367" v="1268" actId="113"/>
        <pc:sldMkLst>
          <pc:docMk/>
          <pc:sldMk cId="1572878322" sldId="286"/>
        </pc:sldMkLst>
      </pc:sldChg>
      <pc:sldChg chg="addSp delSp modSp add mod">
        <pc:chgData name="JHEYSON FABIAN VILLAVISAN BUITRAGO" userId="e5ced5c2-d787-455d-b115-4f08a699b8c8" providerId="ADAL" clId="{CD7FAFD9-64CF-4C8A-BD35-09AD30AE3641}" dt="2023-09-26T20:38:23.053" v="1265" actId="20577"/>
        <pc:sldMkLst>
          <pc:docMk/>
          <pc:sldMk cId="1480808620" sldId="287"/>
        </pc:sldMkLst>
      </pc:sldChg>
      <pc:sldChg chg="addSp delSp modSp add mod">
        <pc:chgData name="JHEYSON FABIAN VILLAVISAN BUITRAGO" userId="e5ced5c2-d787-455d-b115-4f08a699b8c8" providerId="ADAL" clId="{CD7FAFD9-64CF-4C8A-BD35-09AD30AE3641}" dt="2023-09-26T20:42:16.716" v="1422" actId="20577"/>
        <pc:sldMkLst>
          <pc:docMk/>
          <pc:sldMk cId="3784411103" sldId="288"/>
        </pc:sldMkLst>
      </pc:sldChg>
      <pc:sldChg chg="new del">
        <pc:chgData name="JHEYSON FABIAN VILLAVISAN BUITRAGO" userId="e5ced5c2-d787-455d-b115-4f08a699b8c8" providerId="ADAL" clId="{CD7FAFD9-64CF-4C8A-BD35-09AD30AE3641}" dt="2023-09-26T20:43:04.496" v="1424" actId="680"/>
        <pc:sldMkLst>
          <pc:docMk/>
          <pc:sldMk cId="824227892" sldId="289"/>
        </pc:sldMkLst>
      </pc:sldChg>
      <pc:sldChg chg="addSp modSp add mod">
        <pc:chgData name="JHEYSON FABIAN VILLAVISAN BUITRAGO" userId="e5ced5c2-d787-455d-b115-4f08a699b8c8" providerId="ADAL" clId="{CD7FAFD9-64CF-4C8A-BD35-09AD30AE3641}" dt="2023-09-26T20:43:44.287" v="1435" actId="20577"/>
        <pc:sldMkLst>
          <pc:docMk/>
          <pc:sldMk cId="2338929352" sldId="289"/>
        </pc:sldMkLst>
      </pc:sldChg>
    </pc:docChg>
  </pc:docChgLst>
  <pc:docChgLst>
    <pc:chgData name="JHEYSON FABIAN VILLAVISAN BUITRAGO" userId="S::jfvillavisanb@itc.edu.co::e5ced5c2-d787-455d-b115-4f08a699b8c8" providerId="AD" clId="Web-{4BECB00B-B0F2-C932-CA2C-8397F72783B2}"/>
    <pc:docChg chg="modSld">
      <pc:chgData name="JHEYSON FABIAN VILLAVISAN BUITRAGO" userId="S::jfvillavisanb@itc.edu.co::e5ced5c2-d787-455d-b115-4f08a699b8c8" providerId="AD" clId="Web-{4BECB00B-B0F2-C932-CA2C-8397F72783B2}" dt="2023-08-30T01:21:38.462" v="1"/>
      <pc:docMkLst>
        <pc:docMk/>
      </pc:docMkLst>
      <pc:sldChg chg="modNotes">
        <pc:chgData name="JHEYSON FABIAN VILLAVISAN BUITRAGO" userId="S::jfvillavisanb@itc.edu.co::e5ced5c2-d787-455d-b115-4f08a699b8c8" providerId="AD" clId="Web-{4BECB00B-B0F2-C932-CA2C-8397F72783B2}" dt="2023-08-30T01:21:38.462" v="1"/>
        <pc:sldMkLst>
          <pc:docMk/>
          <pc:sldMk cId="2682498100" sldId="282"/>
        </pc:sldMkLst>
      </pc:sldChg>
    </pc:docChg>
  </pc:docChgLst>
  <pc:docChgLst>
    <pc:chgData name="Usuario invitado" userId="S::urn:spo:anon#6bd7c26c65bd2cdbcdee62a10f47a261720ad772aa58bea8cbf17d636119b139::" providerId="AD" clId="Web-{5BD6A762-DC40-433F-97F4-2B0AA42F2B8D}"/>
    <pc:docChg chg="modSld sldOrd">
      <pc:chgData name="Usuario invitado" userId="S::urn:spo:anon#6bd7c26c65bd2cdbcdee62a10f47a261720ad772aa58bea8cbf17d636119b139::" providerId="AD" clId="Web-{5BD6A762-DC40-433F-97F4-2B0AA42F2B8D}" dt="2023-10-18T02:20:58.623" v="1" actId="1076"/>
      <pc:docMkLst>
        <pc:docMk/>
      </pc:docMkLst>
      <pc:sldChg chg="modSp">
        <pc:chgData name="Usuario invitado" userId="S::urn:spo:anon#6bd7c26c65bd2cdbcdee62a10f47a261720ad772aa58bea8cbf17d636119b139::" providerId="AD" clId="Web-{5BD6A762-DC40-433F-97F4-2B0AA42F2B8D}" dt="2023-10-18T02:20:58.623" v="1" actId="1076"/>
        <pc:sldMkLst>
          <pc:docMk/>
          <pc:sldMk cId="3501649082" sldId="282"/>
        </pc:sldMkLst>
      </pc:sldChg>
      <pc:sldChg chg="ord">
        <pc:chgData name="Usuario invitado" userId="S::urn:spo:anon#6bd7c26c65bd2cdbcdee62a10f47a261720ad772aa58bea8cbf17d636119b139::" providerId="AD" clId="Web-{5BD6A762-DC40-433F-97F4-2B0AA42F2B8D}" dt="2023-10-18T02:15:14.879" v="0"/>
        <pc:sldMkLst>
          <pc:docMk/>
          <pc:sldMk cId="1298072685" sldId="290"/>
        </pc:sldMkLst>
      </pc:sldChg>
    </pc:docChg>
  </pc:docChgLst>
  <pc:docChgLst>
    <pc:chgData name="Usuario invitado" userId="S::urn:spo:anon#6bd7c26c65bd2cdbcdee62a10f47a261720ad772aa58bea8cbf17d636119b139::" providerId="AD" clId="Web-{534F55D9-02E8-49FF-B174-78DCA00DAE0A}"/>
    <pc:docChg chg="modSld">
      <pc:chgData name="Usuario invitado" userId="S::urn:spo:anon#6bd7c26c65bd2cdbcdee62a10f47a261720ad772aa58bea8cbf17d636119b139::" providerId="AD" clId="Web-{534F55D9-02E8-49FF-B174-78DCA00DAE0A}" dt="2023-08-30T01:41:17.641" v="2" actId="20577"/>
      <pc:docMkLst>
        <pc:docMk/>
      </pc:docMkLst>
      <pc:sldChg chg="modSp">
        <pc:chgData name="Usuario invitado" userId="S::urn:spo:anon#6bd7c26c65bd2cdbcdee62a10f47a261720ad772aa58bea8cbf17d636119b139::" providerId="AD" clId="Web-{534F55D9-02E8-49FF-B174-78DCA00DAE0A}" dt="2023-08-30T01:41:17.641" v="2" actId="20577"/>
        <pc:sldMkLst>
          <pc:docMk/>
          <pc:sldMk cId="2682498100" sldId="282"/>
        </pc:sldMkLst>
      </pc:sldChg>
    </pc:docChg>
  </pc:docChgLst>
  <pc:docChgLst>
    <pc:chgData name="DIEGO ALEJANDRO RODRIGUEZ GOMEZ" userId="S::darodriguezgo@itc.edu.co::1e2337d8-8fab-437d-a653-fa453b036901" providerId="AD" clId="Web-{B2D140DC-0ADC-0358-74AE-A8235C65B453}"/>
    <pc:docChg chg="modSld">
      <pc:chgData name="DIEGO ALEJANDRO RODRIGUEZ GOMEZ" userId="S::darodriguezgo@itc.edu.co::1e2337d8-8fab-437d-a653-fa453b036901" providerId="AD" clId="Web-{B2D140DC-0ADC-0358-74AE-A8235C65B453}" dt="2024-11-13T01:25:59.424" v="1" actId="1076"/>
      <pc:docMkLst>
        <pc:docMk/>
      </pc:docMkLst>
      <pc:sldChg chg="modSp">
        <pc:chgData name="DIEGO ALEJANDRO RODRIGUEZ GOMEZ" userId="S::darodriguezgo@itc.edu.co::1e2337d8-8fab-437d-a653-fa453b036901" providerId="AD" clId="Web-{B2D140DC-0ADC-0358-74AE-A8235C65B453}" dt="2024-11-13T01:25:59.424" v="1" actId="1076"/>
        <pc:sldMkLst>
          <pc:docMk/>
          <pc:sldMk cId="2186780647" sldId="293"/>
        </pc:sldMkLst>
      </pc:sldChg>
    </pc:docChg>
  </pc:docChgLst>
  <pc:docChgLst>
    <pc:chgData name="JHEYSON FABIAN VILLAVISAN BUITRAGO" userId="e5ced5c2-d787-455d-b115-4f08a699b8c8" providerId="ADAL" clId="{5B1FDE35-D1E6-4256-8898-2C93837AC47A}"/>
    <pc:docChg chg="undo custSel addSld delSld modSld modSection">
      <pc:chgData name="JHEYSON FABIAN VILLAVISAN BUITRAGO" userId="e5ced5c2-d787-455d-b115-4f08a699b8c8" providerId="ADAL" clId="{5B1FDE35-D1E6-4256-8898-2C93837AC47A}" dt="2023-09-10T19:23:27.772" v="628" actId="5793"/>
      <pc:docMkLst>
        <pc:docMk/>
      </pc:docMkLst>
      <pc:sldChg chg="modSp mod">
        <pc:chgData name="JHEYSON FABIAN VILLAVISAN BUITRAGO" userId="e5ced5c2-d787-455d-b115-4f08a699b8c8" providerId="ADAL" clId="{5B1FDE35-D1E6-4256-8898-2C93837AC47A}" dt="2023-09-10T17:05:21.929" v="12" actId="20577"/>
        <pc:sldMkLst>
          <pc:docMk/>
          <pc:sldMk cId="3709177429" sldId="274"/>
        </pc:sldMkLst>
      </pc:sldChg>
      <pc:sldChg chg="modSp mod">
        <pc:chgData name="JHEYSON FABIAN VILLAVISAN BUITRAGO" userId="e5ced5c2-d787-455d-b115-4f08a699b8c8" providerId="ADAL" clId="{5B1FDE35-D1E6-4256-8898-2C93837AC47A}" dt="2023-09-10T17:11:23.170" v="256" actId="20577"/>
        <pc:sldMkLst>
          <pc:docMk/>
          <pc:sldMk cId="1337945214" sldId="276"/>
        </pc:sldMkLst>
      </pc:sldChg>
      <pc:sldChg chg="addSp delSp modSp mod modNotes modNotesTx">
        <pc:chgData name="JHEYSON FABIAN VILLAVISAN BUITRAGO" userId="e5ced5c2-d787-455d-b115-4f08a699b8c8" providerId="ADAL" clId="{5B1FDE35-D1E6-4256-8898-2C93837AC47A}" dt="2023-09-10T19:22:19.204" v="611" actId="20577"/>
        <pc:sldMkLst>
          <pc:docMk/>
          <pc:sldMk cId="3289317891" sldId="277"/>
        </pc:sldMkLst>
      </pc:sldChg>
      <pc:sldChg chg="del">
        <pc:chgData name="JHEYSON FABIAN VILLAVISAN BUITRAGO" userId="e5ced5c2-d787-455d-b115-4f08a699b8c8" providerId="ADAL" clId="{5B1FDE35-D1E6-4256-8898-2C93837AC47A}" dt="2023-09-10T18:25:26.311" v="594" actId="47"/>
        <pc:sldMkLst>
          <pc:docMk/>
          <pc:sldMk cId="1782819992" sldId="278"/>
        </pc:sldMkLst>
      </pc:sldChg>
      <pc:sldChg chg="addSp delSp modSp add mod">
        <pc:chgData name="JHEYSON FABIAN VILLAVISAN BUITRAGO" userId="e5ced5c2-d787-455d-b115-4f08a699b8c8" providerId="ADAL" clId="{5B1FDE35-D1E6-4256-8898-2C93837AC47A}" dt="2023-09-10T19:23:27.772" v="628" actId="5793"/>
        <pc:sldMkLst>
          <pc:docMk/>
          <pc:sldMk cId="2818467161" sldId="278"/>
        </pc:sldMkLst>
      </pc:sldChg>
      <pc:sldChg chg="del">
        <pc:chgData name="JHEYSON FABIAN VILLAVISAN BUITRAGO" userId="e5ced5c2-d787-455d-b115-4f08a699b8c8" providerId="ADAL" clId="{5B1FDE35-D1E6-4256-8898-2C93837AC47A}" dt="2023-09-10T18:25:26.311" v="594" actId="47"/>
        <pc:sldMkLst>
          <pc:docMk/>
          <pc:sldMk cId="2152738375" sldId="279"/>
        </pc:sldMkLst>
      </pc:sldChg>
      <pc:sldChg chg="new del">
        <pc:chgData name="JHEYSON FABIAN VILLAVISAN BUITRAGO" userId="e5ced5c2-d787-455d-b115-4f08a699b8c8" providerId="ADAL" clId="{5B1FDE35-D1E6-4256-8898-2C93837AC47A}" dt="2023-09-10T19:18:02.045" v="607" actId="680"/>
        <pc:sldMkLst>
          <pc:docMk/>
          <pc:sldMk cId="2231495777" sldId="279"/>
        </pc:sldMkLst>
      </pc:sldChg>
      <pc:sldChg chg="del">
        <pc:chgData name="JHEYSON FABIAN VILLAVISAN BUITRAGO" userId="e5ced5c2-d787-455d-b115-4f08a699b8c8" providerId="ADAL" clId="{5B1FDE35-D1E6-4256-8898-2C93837AC47A}" dt="2023-09-10T18:25:26.311" v="594" actId="47"/>
        <pc:sldMkLst>
          <pc:docMk/>
          <pc:sldMk cId="4032729821" sldId="280"/>
        </pc:sldMkLst>
      </pc:sldChg>
      <pc:sldChg chg="del">
        <pc:chgData name="JHEYSON FABIAN VILLAVISAN BUITRAGO" userId="e5ced5c2-d787-455d-b115-4f08a699b8c8" providerId="ADAL" clId="{5B1FDE35-D1E6-4256-8898-2C93837AC47A}" dt="2023-09-10T18:25:26.311" v="594" actId="47"/>
        <pc:sldMkLst>
          <pc:docMk/>
          <pc:sldMk cId="3562392407" sldId="281"/>
        </pc:sldMkLst>
      </pc:sldChg>
      <pc:sldChg chg="del modNotes">
        <pc:chgData name="JHEYSON FABIAN VILLAVISAN BUITRAGO" userId="e5ced5c2-d787-455d-b115-4f08a699b8c8" providerId="ADAL" clId="{5B1FDE35-D1E6-4256-8898-2C93837AC47A}" dt="2023-09-10T18:25:26.311" v="594" actId="47"/>
        <pc:sldMkLst>
          <pc:docMk/>
          <pc:sldMk cId="2682498100" sldId="282"/>
        </pc:sldMkLst>
      </pc:sldChg>
    </pc:docChg>
  </pc:docChgLst>
  <pc:docChgLst>
    <pc:chgData name="FABIAN PALACIO ARANGO" userId="S::fpalacioa@itc.edu.co::0e2bfb71-32b6-4edd-85c7-a9cbf704e9d1" providerId="AD" clId="Web-{A064BA7A-4750-80C7-7B25-01F0CE7F2166}"/>
    <pc:docChg chg="sldOrd">
      <pc:chgData name="FABIAN PALACIO ARANGO" userId="S::fpalacioa@itc.edu.co::0e2bfb71-32b6-4edd-85c7-a9cbf704e9d1" providerId="AD" clId="Web-{A064BA7A-4750-80C7-7B25-01F0CE7F2166}" dt="2023-09-05T13:18:47.721" v="0"/>
      <pc:docMkLst>
        <pc:docMk/>
      </pc:docMkLst>
      <pc:sldChg chg="ord">
        <pc:chgData name="FABIAN PALACIO ARANGO" userId="S::fpalacioa@itc.edu.co::0e2bfb71-32b6-4edd-85c7-a9cbf704e9d1" providerId="AD" clId="Web-{A064BA7A-4750-80C7-7B25-01F0CE7F2166}" dt="2023-09-05T13:18:47.721" v="0"/>
        <pc:sldMkLst>
          <pc:docMk/>
          <pc:sldMk cId="3709177429" sldId="274"/>
        </pc:sldMkLst>
      </pc:sldChg>
    </pc:docChg>
  </pc:docChgLst>
  <pc:docChgLst>
    <pc:chgData name="JHEYSON FABIAN VILLAVISAN BUITRAGO" userId="e5ced5c2-d787-455d-b115-4f08a699b8c8" providerId="ADAL" clId="{346ECE53-D0EE-4664-97A2-EE5ED4BD15CE}"/>
    <pc:docChg chg="modSld">
      <pc:chgData name="JHEYSON FABIAN VILLAVISAN BUITRAGO" userId="e5ced5c2-d787-455d-b115-4f08a699b8c8" providerId="ADAL" clId="{346ECE53-D0EE-4664-97A2-EE5ED4BD15CE}" dt="2025-10-01T13:08:44.042" v="18"/>
      <pc:docMkLst>
        <pc:docMk/>
      </pc:docMkLst>
      <pc:sldChg chg="modSp">
        <pc:chgData name="JHEYSON FABIAN VILLAVISAN BUITRAGO" userId="e5ced5c2-d787-455d-b115-4f08a699b8c8" providerId="ADAL" clId="{346ECE53-D0EE-4664-97A2-EE5ED4BD15CE}" dt="2025-10-01T13:08:09.730" v="0"/>
        <pc:sldMkLst>
          <pc:docMk/>
          <pc:sldMk cId="0" sldId="256"/>
        </pc:sldMkLst>
        <pc:spChg chg="mod">
          <ac:chgData name="JHEYSON FABIAN VILLAVISAN BUITRAGO" userId="e5ced5c2-d787-455d-b115-4f08a699b8c8" providerId="ADAL" clId="{346ECE53-D0EE-4664-97A2-EE5ED4BD15CE}" dt="2025-10-01T13:08:09.730" v="0"/>
          <ac:spMkLst>
            <pc:docMk/>
            <pc:sldMk cId="0" sldId="256"/>
            <ac:spMk id="10" creationId="{0D52910C-C7FF-51AD-9B9D-1A390D5FFE1B}"/>
          </ac:spMkLst>
        </pc:spChg>
      </pc:sldChg>
      <pc:sldChg chg="modSp">
        <pc:chgData name="JHEYSON FABIAN VILLAVISAN BUITRAGO" userId="e5ced5c2-d787-455d-b115-4f08a699b8c8" providerId="ADAL" clId="{346ECE53-D0EE-4664-97A2-EE5ED4BD15CE}" dt="2025-10-01T13:08:21.749" v="1"/>
        <pc:sldMkLst>
          <pc:docMk/>
          <pc:sldMk cId="1450893007" sldId="275"/>
        </pc:sldMkLst>
        <pc:spChg chg="mod">
          <ac:chgData name="JHEYSON FABIAN VILLAVISAN BUITRAGO" userId="e5ced5c2-d787-455d-b115-4f08a699b8c8" providerId="ADAL" clId="{346ECE53-D0EE-4664-97A2-EE5ED4BD15CE}" dt="2025-10-01T13:08:21.749" v="1"/>
          <ac:spMkLst>
            <pc:docMk/>
            <pc:sldMk cId="1450893007" sldId="275"/>
            <ac:spMk id="5" creationId="{AD83FA30-4A3C-43B8-17CD-C08519129156}"/>
          </ac:spMkLst>
        </pc:spChg>
      </pc:sldChg>
      <pc:sldChg chg="modSp">
        <pc:chgData name="JHEYSON FABIAN VILLAVISAN BUITRAGO" userId="e5ced5c2-d787-455d-b115-4f08a699b8c8" providerId="ADAL" clId="{346ECE53-D0EE-4664-97A2-EE5ED4BD15CE}" dt="2025-10-01T13:08:24.297" v="2"/>
        <pc:sldMkLst>
          <pc:docMk/>
          <pc:sldMk cId="5827500" sldId="278"/>
        </pc:sldMkLst>
        <pc:spChg chg="mod">
          <ac:chgData name="JHEYSON FABIAN VILLAVISAN BUITRAGO" userId="e5ced5c2-d787-455d-b115-4f08a699b8c8" providerId="ADAL" clId="{346ECE53-D0EE-4664-97A2-EE5ED4BD15CE}" dt="2025-10-01T13:08:24.297" v="2"/>
          <ac:spMkLst>
            <pc:docMk/>
            <pc:sldMk cId="5827500" sldId="278"/>
            <ac:spMk id="5" creationId="{AD83FA30-4A3C-43B8-17CD-C08519129156}"/>
          </ac:spMkLst>
        </pc:spChg>
      </pc:sldChg>
      <pc:sldChg chg="modSp">
        <pc:chgData name="JHEYSON FABIAN VILLAVISAN BUITRAGO" userId="e5ced5c2-d787-455d-b115-4f08a699b8c8" providerId="ADAL" clId="{346ECE53-D0EE-4664-97A2-EE5ED4BD15CE}" dt="2025-10-01T13:08:25.738" v="3"/>
        <pc:sldMkLst>
          <pc:docMk/>
          <pc:sldMk cId="1282130707" sldId="280"/>
        </pc:sldMkLst>
        <pc:spChg chg="mod">
          <ac:chgData name="JHEYSON FABIAN VILLAVISAN BUITRAGO" userId="e5ced5c2-d787-455d-b115-4f08a699b8c8" providerId="ADAL" clId="{346ECE53-D0EE-4664-97A2-EE5ED4BD15CE}" dt="2025-10-01T13:08:25.738" v="3"/>
          <ac:spMkLst>
            <pc:docMk/>
            <pc:sldMk cId="1282130707" sldId="280"/>
            <ac:spMk id="5" creationId="{AD83FA30-4A3C-43B8-17CD-C08519129156}"/>
          </ac:spMkLst>
        </pc:spChg>
      </pc:sldChg>
      <pc:sldChg chg="modSp">
        <pc:chgData name="JHEYSON FABIAN VILLAVISAN BUITRAGO" userId="e5ced5c2-d787-455d-b115-4f08a699b8c8" providerId="ADAL" clId="{346ECE53-D0EE-4664-97A2-EE5ED4BD15CE}" dt="2025-10-01T13:08:27.118" v="4"/>
        <pc:sldMkLst>
          <pc:docMk/>
          <pc:sldMk cId="2260539779" sldId="281"/>
        </pc:sldMkLst>
        <pc:spChg chg="mod">
          <ac:chgData name="JHEYSON FABIAN VILLAVISAN BUITRAGO" userId="e5ced5c2-d787-455d-b115-4f08a699b8c8" providerId="ADAL" clId="{346ECE53-D0EE-4664-97A2-EE5ED4BD15CE}" dt="2025-10-01T13:08:27.118" v="4"/>
          <ac:spMkLst>
            <pc:docMk/>
            <pc:sldMk cId="2260539779" sldId="281"/>
            <ac:spMk id="5" creationId="{AD83FA30-4A3C-43B8-17CD-C08519129156}"/>
          </ac:spMkLst>
        </pc:spChg>
      </pc:sldChg>
      <pc:sldChg chg="modSp">
        <pc:chgData name="JHEYSON FABIAN VILLAVISAN BUITRAGO" userId="e5ced5c2-d787-455d-b115-4f08a699b8c8" providerId="ADAL" clId="{346ECE53-D0EE-4664-97A2-EE5ED4BD15CE}" dt="2025-10-01T13:08:28.318" v="5"/>
        <pc:sldMkLst>
          <pc:docMk/>
          <pc:sldMk cId="3501649082" sldId="282"/>
        </pc:sldMkLst>
        <pc:spChg chg="mod">
          <ac:chgData name="JHEYSON FABIAN VILLAVISAN BUITRAGO" userId="e5ced5c2-d787-455d-b115-4f08a699b8c8" providerId="ADAL" clId="{346ECE53-D0EE-4664-97A2-EE5ED4BD15CE}" dt="2025-10-01T13:08:28.318" v="5"/>
          <ac:spMkLst>
            <pc:docMk/>
            <pc:sldMk cId="3501649082" sldId="282"/>
            <ac:spMk id="5" creationId="{AD83FA30-4A3C-43B8-17CD-C08519129156}"/>
          </ac:spMkLst>
        </pc:spChg>
      </pc:sldChg>
      <pc:sldChg chg="modSp">
        <pc:chgData name="JHEYSON FABIAN VILLAVISAN BUITRAGO" userId="e5ced5c2-d787-455d-b115-4f08a699b8c8" providerId="ADAL" clId="{346ECE53-D0EE-4664-97A2-EE5ED4BD15CE}" dt="2025-10-01T13:08:30.784" v="7"/>
        <pc:sldMkLst>
          <pc:docMk/>
          <pc:sldMk cId="1725068593" sldId="283"/>
        </pc:sldMkLst>
        <pc:spChg chg="mod">
          <ac:chgData name="JHEYSON FABIAN VILLAVISAN BUITRAGO" userId="e5ced5c2-d787-455d-b115-4f08a699b8c8" providerId="ADAL" clId="{346ECE53-D0EE-4664-97A2-EE5ED4BD15CE}" dt="2025-10-01T13:08:30.784" v="7"/>
          <ac:spMkLst>
            <pc:docMk/>
            <pc:sldMk cId="1725068593" sldId="283"/>
            <ac:spMk id="5" creationId="{AD83FA30-4A3C-43B8-17CD-C08519129156}"/>
          </ac:spMkLst>
        </pc:spChg>
      </pc:sldChg>
      <pc:sldChg chg="modSp">
        <pc:chgData name="JHEYSON FABIAN VILLAVISAN BUITRAGO" userId="e5ced5c2-d787-455d-b115-4f08a699b8c8" providerId="ADAL" clId="{346ECE53-D0EE-4664-97A2-EE5ED4BD15CE}" dt="2025-10-01T13:08:31.969" v="8"/>
        <pc:sldMkLst>
          <pc:docMk/>
          <pc:sldMk cId="1883732622" sldId="284"/>
        </pc:sldMkLst>
        <pc:spChg chg="mod">
          <ac:chgData name="JHEYSON FABIAN VILLAVISAN BUITRAGO" userId="e5ced5c2-d787-455d-b115-4f08a699b8c8" providerId="ADAL" clId="{346ECE53-D0EE-4664-97A2-EE5ED4BD15CE}" dt="2025-10-01T13:08:31.969" v="8"/>
          <ac:spMkLst>
            <pc:docMk/>
            <pc:sldMk cId="1883732622" sldId="284"/>
            <ac:spMk id="5" creationId="{AD83FA30-4A3C-43B8-17CD-C08519129156}"/>
          </ac:spMkLst>
        </pc:spChg>
      </pc:sldChg>
      <pc:sldChg chg="modSp">
        <pc:chgData name="JHEYSON FABIAN VILLAVISAN BUITRAGO" userId="e5ced5c2-d787-455d-b115-4f08a699b8c8" providerId="ADAL" clId="{346ECE53-D0EE-4664-97A2-EE5ED4BD15CE}" dt="2025-10-01T13:08:33.144" v="9"/>
        <pc:sldMkLst>
          <pc:docMk/>
          <pc:sldMk cId="3215538062" sldId="285"/>
        </pc:sldMkLst>
        <pc:spChg chg="mod">
          <ac:chgData name="JHEYSON FABIAN VILLAVISAN BUITRAGO" userId="e5ced5c2-d787-455d-b115-4f08a699b8c8" providerId="ADAL" clId="{346ECE53-D0EE-4664-97A2-EE5ED4BD15CE}" dt="2025-10-01T13:08:33.144" v="9"/>
          <ac:spMkLst>
            <pc:docMk/>
            <pc:sldMk cId="3215538062" sldId="285"/>
            <ac:spMk id="5" creationId="{AD83FA30-4A3C-43B8-17CD-C08519129156}"/>
          </ac:spMkLst>
        </pc:spChg>
      </pc:sldChg>
      <pc:sldChg chg="modSp">
        <pc:chgData name="JHEYSON FABIAN VILLAVISAN BUITRAGO" userId="e5ced5c2-d787-455d-b115-4f08a699b8c8" providerId="ADAL" clId="{346ECE53-D0EE-4664-97A2-EE5ED4BD15CE}" dt="2025-10-01T13:08:34.337" v="10"/>
        <pc:sldMkLst>
          <pc:docMk/>
          <pc:sldMk cId="2207779299" sldId="286"/>
        </pc:sldMkLst>
        <pc:spChg chg="mod">
          <ac:chgData name="JHEYSON FABIAN VILLAVISAN BUITRAGO" userId="e5ced5c2-d787-455d-b115-4f08a699b8c8" providerId="ADAL" clId="{346ECE53-D0EE-4664-97A2-EE5ED4BD15CE}" dt="2025-10-01T13:08:34.337" v="10"/>
          <ac:spMkLst>
            <pc:docMk/>
            <pc:sldMk cId="2207779299" sldId="286"/>
            <ac:spMk id="5" creationId="{AD83FA30-4A3C-43B8-17CD-C08519129156}"/>
          </ac:spMkLst>
        </pc:spChg>
      </pc:sldChg>
      <pc:sldChg chg="modSp">
        <pc:chgData name="JHEYSON FABIAN VILLAVISAN BUITRAGO" userId="e5ced5c2-d787-455d-b115-4f08a699b8c8" providerId="ADAL" clId="{346ECE53-D0EE-4664-97A2-EE5ED4BD15CE}" dt="2025-10-01T13:08:35.604" v="11"/>
        <pc:sldMkLst>
          <pc:docMk/>
          <pc:sldMk cId="3777237604" sldId="287"/>
        </pc:sldMkLst>
        <pc:spChg chg="mod">
          <ac:chgData name="JHEYSON FABIAN VILLAVISAN BUITRAGO" userId="e5ced5c2-d787-455d-b115-4f08a699b8c8" providerId="ADAL" clId="{346ECE53-D0EE-4664-97A2-EE5ED4BD15CE}" dt="2025-10-01T13:08:35.604" v="11"/>
          <ac:spMkLst>
            <pc:docMk/>
            <pc:sldMk cId="3777237604" sldId="287"/>
            <ac:spMk id="5" creationId="{AD83FA30-4A3C-43B8-17CD-C08519129156}"/>
          </ac:spMkLst>
        </pc:spChg>
      </pc:sldChg>
      <pc:sldChg chg="modSp">
        <pc:chgData name="JHEYSON FABIAN VILLAVISAN BUITRAGO" userId="e5ced5c2-d787-455d-b115-4f08a699b8c8" providerId="ADAL" clId="{346ECE53-D0EE-4664-97A2-EE5ED4BD15CE}" dt="2025-10-01T13:08:36.827" v="12"/>
        <pc:sldMkLst>
          <pc:docMk/>
          <pc:sldMk cId="504643121" sldId="288"/>
        </pc:sldMkLst>
        <pc:spChg chg="mod">
          <ac:chgData name="JHEYSON FABIAN VILLAVISAN BUITRAGO" userId="e5ced5c2-d787-455d-b115-4f08a699b8c8" providerId="ADAL" clId="{346ECE53-D0EE-4664-97A2-EE5ED4BD15CE}" dt="2025-10-01T13:08:36.827" v="12"/>
          <ac:spMkLst>
            <pc:docMk/>
            <pc:sldMk cId="504643121" sldId="288"/>
            <ac:spMk id="5" creationId="{AD83FA30-4A3C-43B8-17CD-C08519129156}"/>
          </ac:spMkLst>
        </pc:spChg>
      </pc:sldChg>
      <pc:sldChg chg="modSp">
        <pc:chgData name="JHEYSON FABIAN VILLAVISAN BUITRAGO" userId="e5ced5c2-d787-455d-b115-4f08a699b8c8" providerId="ADAL" clId="{346ECE53-D0EE-4664-97A2-EE5ED4BD15CE}" dt="2025-10-01T13:08:40.580" v="15"/>
        <pc:sldMkLst>
          <pc:docMk/>
          <pc:sldMk cId="3049022231" sldId="289"/>
        </pc:sldMkLst>
        <pc:spChg chg="mod">
          <ac:chgData name="JHEYSON FABIAN VILLAVISAN BUITRAGO" userId="e5ced5c2-d787-455d-b115-4f08a699b8c8" providerId="ADAL" clId="{346ECE53-D0EE-4664-97A2-EE5ED4BD15CE}" dt="2025-10-01T13:08:40.580" v="15"/>
          <ac:spMkLst>
            <pc:docMk/>
            <pc:sldMk cId="3049022231" sldId="289"/>
            <ac:spMk id="5" creationId="{AD83FA30-4A3C-43B8-17CD-C08519129156}"/>
          </ac:spMkLst>
        </pc:spChg>
      </pc:sldChg>
      <pc:sldChg chg="modSp">
        <pc:chgData name="JHEYSON FABIAN VILLAVISAN BUITRAGO" userId="e5ced5c2-d787-455d-b115-4f08a699b8c8" providerId="ADAL" clId="{346ECE53-D0EE-4664-97A2-EE5ED4BD15CE}" dt="2025-10-01T13:08:41.694" v="16"/>
        <pc:sldMkLst>
          <pc:docMk/>
          <pc:sldMk cId="1298072685" sldId="290"/>
        </pc:sldMkLst>
        <pc:spChg chg="mod">
          <ac:chgData name="JHEYSON FABIAN VILLAVISAN BUITRAGO" userId="e5ced5c2-d787-455d-b115-4f08a699b8c8" providerId="ADAL" clId="{346ECE53-D0EE-4664-97A2-EE5ED4BD15CE}" dt="2025-10-01T13:08:41.694" v="16"/>
          <ac:spMkLst>
            <pc:docMk/>
            <pc:sldMk cId="1298072685" sldId="290"/>
            <ac:spMk id="5" creationId="{AD83FA30-4A3C-43B8-17CD-C08519129156}"/>
          </ac:spMkLst>
        </pc:spChg>
      </pc:sldChg>
      <pc:sldChg chg="modSp">
        <pc:chgData name="JHEYSON FABIAN VILLAVISAN BUITRAGO" userId="e5ced5c2-d787-455d-b115-4f08a699b8c8" providerId="ADAL" clId="{346ECE53-D0EE-4664-97A2-EE5ED4BD15CE}" dt="2025-10-01T13:08:42.868" v="17"/>
        <pc:sldMkLst>
          <pc:docMk/>
          <pc:sldMk cId="1914623419" sldId="291"/>
        </pc:sldMkLst>
        <pc:spChg chg="mod">
          <ac:chgData name="JHEYSON FABIAN VILLAVISAN BUITRAGO" userId="e5ced5c2-d787-455d-b115-4f08a699b8c8" providerId="ADAL" clId="{346ECE53-D0EE-4664-97A2-EE5ED4BD15CE}" dt="2025-10-01T13:08:42.868" v="17"/>
          <ac:spMkLst>
            <pc:docMk/>
            <pc:sldMk cId="1914623419" sldId="291"/>
            <ac:spMk id="5" creationId="{AD83FA30-4A3C-43B8-17CD-C08519129156}"/>
          </ac:spMkLst>
        </pc:spChg>
      </pc:sldChg>
      <pc:sldChg chg="modSp">
        <pc:chgData name="JHEYSON FABIAN VILLAVISAN BUITRAGO" userId="e5ced5c2-d787-455d-b115-4f08a699b8c8" providerId="ADAL" clId="{346ECE53-D0EE-4664-97A2-EE5ED4BD15CE}" dt="2025-10-01T13:08:38.126" v="13"/>
        <pc:sldMkLst>
          <pc:docMk/>
          <pc:sldMk cId="2395213358" sldId="292"/>
        </pc:sldMkLst>
        <pc:spChg chg="mod">
          <ac:chgData name="JHEYSON FABIAN VILLAVISAN BUITRAGO" userId="e5ced5c2-d787-455d-b115-4f08a699b8c8" providerId="ADAL" clId="{346ECE53-D0EE-4664-97A2-EE5ED4BD15CE}" dt="2025-10-01T13:08:38.126" v="13"/>
          <ac:spMkLst>
            <pc:docMk/>
            <pc:sldMk cId="2395213358" sldId="292"/>
            <ac:spMk id="5" creationId="{624D0A49-57A7-4CD9-8ACA-A74B56D0F73E}"/>
          </ac:spMkLst>
        </pc:spChg>
      </pc:sldChg>
      <pc:sldChg chg="modSp">
        <pc:chgData name="JHEYSON FABIAN VILLAVISAN BUITRAGO" userId="e5ced5c2-d787-455d-b115-4f08a699b8c8" providerId="ADAL" clId="{346ECE53-D0EE-4664-97A2-EE5ED4BD15CE}" dt="2025-10-01T13:08:39.349" v="14"/>
        <pc:sldMkLst>
          <pc:docMk/>
          <pc:sldMk cId="2186780647" sldId="293"/>
        </pc:sldMkLst>
        <pc:spChg chg="mod">
          <ac:chgData name="JHEYSON FABIAN VILLAVISAN BUITRAGO" userId="e5ced5c2-d787-455d-b115-4f08a699b8c8" providerId="ADAL" clId="{346ECE53-D0EE-4664-97A2-EE5ED4BD15CE}" dt="2025-10-01T13:08:39.349" v="14"/>
          <ac:spMkLst>
            <pc:docMk/>
            <pc:sldMk cId="2186780647" sldId="293"/>
            <ac:spMk id="5" creationId="{27902D6C-A9AA-D22C-1693-6B4D333A0D02}"/>
          </ac:spMkLst>
        </pc:spChg>
      </pc:sldChg>
      <pc:sldChg chg="modSp">
        <pc:chgData name="JHEYSON FABIAN VILLAVISAN BUITRAGO" userId="e5ced5c2-d787-455d-b115-4f08a699b8c8" providerId="ADAL" clId="{346ECE53-D0EE-4664-97A2-EE5ED4BD15CE}" dt="2025-10-01T13:08:44.042" v="18"/>
        <pc:sldMkLst>
          <pc:docMk/>
          <pc:sldMk cId="1665813746" sldId="294"/>
        </pc:sldMkLst>
        <pc:spChg chg="mod">
          <ac:chgData name="JHEYSON FABIAN VILLAVISAN BUITRAGO" userId="e5ced5c2-d787-455d-b115-4f08a699b8c8" providerId="ADAL" clId="{346ECE53-D0EE-4664-97A2-EE5ED4BD15CE}" dt="2025-10-01T13:08:44.042" v="18"/>
          <ac:spMkLst>
            <pc:docMk/>
            <pc:sldMk cId="1665813746" sldId="294"/>
            <ac:spMk id="5" creationId="{BF9E4515-43D5-65D2-F9BF-35CF501FD7B9}"/>
          </ac:spMkLst>
        </pc:spChg>
      </pc:sldChg>
      <pc:sldChg chg="modSp">
        <pc:chgData name="JHEYSON FABIAN VILLAVISAN BUITRAGO" userId="e5ced5c2-d787-455d-b115-4f08a699b8c8" providerId="ADAL" clId="{346ECE53-D0EE-4664-97A2-EE5ED4BD15CE}" dt="2025-10-01T13:08:29.588" v="6"/>
        <pc:sldMkLst>
          <pc:docMk/>
          <pc:sldMk cId="1134062536" sldId="295"/>
        </pc:sldMkLst>
        <pc:spChg chg="mod">
          <ac:chgData name="JHEYSON FABIAN VILLAVISAN BUITRAGO" userId="e5ced5c2-d787-455d-b115-4f08a699b8c8" providerId="ADAL" clId="{346ECE53-D0EE-4664-97A2-EE5ED4BD15CE}" dt="2025-10-01T13:08:29.588" v="6"/>
          <ac:spMkLst>
            <pc:docMk/>
            <pc:sldMk cId="1134062536" sldId="295"/>
            <ac:spMk id="5" creationId="{F3C357C0-09CB-C717-139A-67744DA88D13}"/>
          </ac:spMkLst>
        </pc:spChg>
      </pc:sldChg>
    </pc:docChg>
  </pc:docChgLst>
  <pc:docChgLst>
    <pc:chgData name="JHEYSON FABIAN VILLAVISAN BUITRAGO" userId="e5ced5c2-d787-455d-b115-4f08a699b8c8" providerId="ADAL" clId="{6D4E4387-A8B5-4EAB-B129-13D0102C3393}"/>
    <pc:docChg chg="undo custSel addSld modSld modSection">
      <pc:chgData name="JHEYSON FABIAN VILLAVISAN BUITRAGO" userId="e5ced5c2-d787-455d-b115-4f08a699b8c8" providerId="ADAL" clId="{6D4E4387-A8B5-4EAB-B129-13D0102C3393}" dt="2023-08-02T00:01:03.382" v="783" actId="20577"/>
      <pc:docMkLst>
        <pc:docMk/>
      </pc:docMkLst>
      <pc:sldChg chg="delSp modSp mod">
        <pc:chgData name="JHEYSON FABIAN VILLAVISAN BUITRAGO" userId="e5ced5c2-d787-455d-b115-4f08a699b8c8" providerId="ADAL" clId="{6D4E4387-A8B5-4EAB-B129-13D0102C3393}" dt="2023-08-01T18:38:51.331" v="37" actId="1076"/>
        <pc:sldMkLst>
          <pc:docMk/>
          <pc:sldMk cId="0" sldId="256"/>
        </pc:sldMkLst>
      </pc:sldChg>
      <pc:sldChg chg="addSp delSp modSp">
        <pc:chgData name="JHEYSON FABIAN VILLAVISAN BUITRAGO" userId="e5ced5c2-d787-455d-b115-4f08a699b8c8" providerId="ADAL" clId="{6D4E4387-A8B5-4EAB-B129-13D0102C3393}" dt="2023-08-01T18:50:11.591" v="691" actId="20577"/>
        <pc:sldMkLst>
          <pc:docMk/>
          <pc:sldMk cId="0" sldId="261"/>
        </pc:sldMkLst>
      </pc:sldChg>
      <pc:sldChg chg="delSp">
        <pc:chgData name="JHEYSON FABIAN VILLAVISAN BUITRAGO" userId="e5ced5c2-d787-455d-b115-4f08a699b8c8" providerId="ADAL" clId="{6D4E4387-A8B5-4EAB-B129-13D0102C3393}" dt="2023-08-01T18:39:15.327" v="44" actId="478"/>
        <pc:sldMkLst>
          <pc:docMk/>
          <pc:sldMk cId="0" sldId="264"/>
        </pc:sldMkLst>
      </pc:sldChg>
      <pc:sldChg chg="addSp delSp modSp">
        <pc:chgData name="JHEYSON FABIAN VILLAVISAN BUITRAGO" userId="e5ced5c2-d787-455d-b115-4f08a699b8c8" providerId="ADAL" clId="{6D4E4387-A8B5-4EAB-B129-13D0102C3393}" dt="2023-08-01T18:40:30.551" v="89"/>
        <pc:sldMkLst>
          <pc:docMk/>
          <pc:sldMk cId="0" sldId="265"/>
        </pc:sldMkLst>
      </pc:sldChg>
      <pc:sldChg chg="addSp delSp modSp">
        <pc:chgData name="JHEYSON FABIAN VILLAVISAN BUITRAGO" userId="e5ced5c2-d787-455d-b115-4f08a699b8c8" providerId="ADAL" clId="{6D4E4387-A8B5-4EAB-B129-13D0102C3393}" dt="2023-08-01T18:40:32.003" v="90"/>
        <pc:sldMkLst>
          <pc:docMk/>
          <pc:sldMk cId="0" sldId="266"/>
        </pc:sldMkLst>
      </pc:sldChg>
      <pc:sldChg chg="addSp delSp modSp">
        <pc:chgData name="JHEYSON FABIAN VILLAVISAN BUITRAGO" userId="e5ced5c2-d787-455d-b115-4f08a699b8c8" providerId="ADAL" clId="{6D4E4387-A8B5-4EAB-B129-13D0102C3393}" dt="2023-08-01T18:40:35.454" v="93"/>
        <pc:sldMkLst>
          <pc:docMk/>
          <pc:sldMk cId="0" sldId="268"/>
        </pc:sldMkLst>
      </pc:sldChg>
      <pc:sldChg chg="addSp delSp modSp mod">
        <pc:chgData name="JHEYSON FABIAN VILLAVISAN BUITRAGO" userId="e5ced5c2-d787-455d-b115-4f08a699b8c8" providerId="ADAL" clId="{6D4E4387-A8B5-4EAB-B129-13D0102C3393}" dt="2023-08-02T00:01:03.382" v="783" actId="20577"/>
        <pc:sldMkLst>
          <pc:docMk/>
          <pc:sldMk cId="2505371292" sldId="270"/>
        </pc:sldMkLst>
      </pc:sldChg>
      <pc:sldChg chg="addSp delSp modSp mod">
        <pc:chgData name="JHEYSON FABIAN VILLAVISAN BUITRAGO" userId="e5ced5c2-d787-455d-b115-4f08a699b8c8" providerId="ADAL" clId="{6D4E4387-A8B5-4EAB-B129-13D0102C3393}" dt="2023-08-01T19:03:12.469" v="724" actId="20577"/>
        <pc:sldMkLst>
          <pc:docMk/>
          <pc:sldMk cId="3709177429" sldId="274"/>
        </pc:sldMkLst>
      </pc:sldChg>
      <pc:sldChg chg="addSp delSp modSp">
        <pc:chgData name="JHEYSON FABIAN VILLAVISAN BUITRAGO" userId="e5ced5c2-d787-455d-b115-4f08a699b8c8" providerId="ADAL" clId="{6D4E4387-A8B5-4EAB-B129-13D0102C3393}" dt="2023-08-01T18:40:33.092" v="91"/>
        <pc:sldMkLst>
          <pc:docMk/>
          <pc:sldMk cId="2680639377" sldId="275"/>
        </pc:sldMkLst>
      </pc:sldChg>
      <pc:sldChg chg="addSp delSp modSp">
        <pc:chgData name="JHEYSON FABIAN VILLAVISAN BUITRAGO" userId="e5ced5c2-d787-455d-b115-4f08a699b8c8" providerId="ADAL" clId="{6D4E4387-A8B5-4EAB-B129-13D0102C3393}" dt="2023-08-01T18:40:34.096" v="92"/>
        <pc:sldMkLst>
          <pc:docMk/>
          <pc:sldMk cId="1955606898" sldId="277"/>
        </pc:sldMkLst>
      </pc:sldChg>
      <pc:sldChg chg="addSp delSp modSp">
        <pc:chgData name="JHEYSON FABIAN VILLAVISAN BUITRAGO" userId="e5ced5c2-d787-455d-b115-4f08a699b8c8" providerId="ADAL" clId="{6D4E4387-A8B5-4EAB-B129-13D0102C3393}" dt="2023-08-01T18:40:19.901" v="86"/>
        <pc:sldMkLst>
          <pc:docMk/>
          <pc:sldMk cId="214171354" sldId="278"/>
        </pc:sldMkLst>
      </pc:sldChg>
      <pc:sldChg chg="addSp delSp modSp add mod">
        <pc:chgData name="JHEYSON FABIAN VILLAVISAN BUITRAGO" userId="e5ced5c2-d787-455d-b115-4f08a699b8c8" providerId="ADAL" clId="{6D4E4387-A8B5-4EAB-B129-13D0102C3393}" dt="2023-08-01T19:21:09.537" v="739" actId="1076"/>
        <pc:sldMkLst>
          <pc:docMk/>
          <pc:sldMk cId="3765501484" sldId="279"/>
        </pc:sldMkLst>
      </pc:sldChg>
    </pc:docChg>
  </pc:docChgLst>
  <pc:docChgLst>
    <pc:chgData name="JHEYSON FABIAN VILLAVISAN BUITRAGO" userId="e5ced5c2-d787-455d-b115-4f08a699b8c8" providerId="ADAL" clId="{4D399E61-A59B-4A1E-B709-8518F5C2D179}"/>
    <pc:docChg chg="undo custSel addSld delSld modSld modSection">
      <pc:chgData name="JHEYSON FABIAN VILLAVISAN BUITRAGO" userId="e5ced5c2-d787-455d-b115-4f08a699b8c8" providerId="ADAL" clId="{4D399E61-A59B-4A1E-B709-8518F5C2D179}" dt="2023-08-22T20:36:24.625" v="997" actId="113"/>
      <pc:docMkLst>
        <pc:docMk/>
      </pc:docMkLst>
      <pc:sldChg chg="modSp mod">
        <pc:chgData name="JHEYSON FABIAN VILLAVISAN BUITRAGO" userId="e5ced5c2-d787-455d-b115-4f08a699b8c8" providerId="ADAL" clId="{4D399E61-A59B-4A1E-B709-8518F5C2D179}" dt="2023-08-22T18:31:01.016" v="60" actId="20577"/>
        <pc:sldMkLst>
          <pc:docMk/>
          <pc:sldMk cId="3289317891" sldId="277"/>
        </pc:sldMkLst>
      </pc:sldChg>
      <pc:sldChg chg="addSp modSp mod">
        <pc:chgData name="JHEYSON FABIAN VILLAVISAN BUITRAGO" userId="e5ced5c2-d787-455d-b115-4f08a699b8c8" providerId="ADAL" clId="{4D399E61-A59B-4A1E-B709-8518F5C2D179}" dt="2023-08-22T18:33:38.866" v="77" actId="20577"/>
        <pc:sldMkLst>
          <pc:docMk/>
          <pc:sldMk cId="1384271638" sldId="279"/>
        </pc:sldMkLst>
      </pc:sldChg>
      <pc:sldChg chg="addSp delSp modSp add mod modNotes modNotesTx">
        <pc:chgData name="JHEYSON FABIAN VILLAVISAN BUITRAGO" userId="e5ced5c2-d787-455d-b115-4f08a699b8c8" providerId="ADAL" clId="{4D399E61-A59B-4A1E-B709-8518F5C2D179}" dt="2023-08-22T18:40:30.438" v="172" actId="1076"/>
        <pc:sldMkLst>
          <pc:docMk/>
          <pc:sldMk cId="347121198" sldId="280"/>
        </pc:sldMkLst>
      </pc:sldChg>
      <pc:sldChg chg="modSp add mod">
        <pc:chgData name="JHEYSON FABIAN VILLAVISAN BUITRAGO" userId="e5ced5c2-d787-455d-b115-4f08a699b8c8" providerId="ADAL" clId="{4D399E61-A59B-4A1E-B709-8518F5C2D179}" dt="2023-08-22T18:36:08.335" v="96" actId="20577"/>
        <pc:sldMkLst>
          <pc:docMk/>
          <pc:sldMk cId="1671357769" sldId="281"/>
        </pc:sldMkLst>
      </pc:sldChg>
      <pc:sldChg chg="addSp delSp modSp add mod">
        <pc:chgData name="JHEYSON FABIAN VILLAVISAN BUITRAGO" userId="e5ced5c2-d787-455d-b115-4f08a699b8c8" providerId="ADAL" clId="{4D399E61-A59B-4A1E-B709-8518F5C2D179}" dt="2023-08-22T18:40:15.276" v="171" actId="1076"/>
        <pc:sldMkLst>
          <pc:docMk/>
          <pc:sldMk cId="4107059945" sldId="282"/>
        </pc:sldMkLst>
      </pc:sldChg>
      <pc:sldChg chg="addSp delSp modSp add mod">
        <pc:chgData name="JHEYSON FABIAN VILLAVISAN BUITRAGO" userId="e5ced5c2-d787-455d-b115-4f08a699b8c8" providerId="ADAL" clId="{4D399E61-A59B-4A1E-B709-8518F5C2D179}" dt="2023-08-22T18:42:48.534" v="201" actId="20577"/>
        <pc:sldMkLst>
          <pc:docMk/>
          <pc:sldMk cId="382074344" sldId="283"/>
        </pc:sldMkLst>
      </pc:sldChg>
      <pc:sldChg chg="addSp delSp modSp add mod">
        <pc:chgData name="JHEYSON FABIAN VILLAVISAN BUITRAGO" userId="e5ced5c2-d787-455d-b115-4f08a699b8c8" providerId="ADAL" clId="{4D399E61-A59B-4A1E-B709-8518F5C2D179}" dt="2023-08-22T19:20:45.476" v="377" actId="20577"/>
        <pc:sldMkLst>
          <pc:docMk/>
          <pc:sldMk cId="2461604568" sldId="284"/>
        </pc:sldMkLst>
      </pc:sldChg>
      <pc:sldChg chg="addSp delSp modSp add del mod modNotes modNotesTx">
        <pc:chgData name="JHEYSON FABIAN VILLAVISAN BUITRAGO" userId="e5ced5c2-d787-455d-b115-4f08a699b8c8" providerId="ADAL" clId="{4D399E61-A59B-4A1E-B709-8518F5C2D179}" dt="2023-08-22T19:21:41.226" v="401" actId="1076"/>
        <pc:sldMkLst>
          <pc:docMk/>
          <pc:sldMk cId="3016581845" sldId="285"/>
        </pc:sldMkLst>
      </pc:sldChg>
      <pc:sldChg chg="addSp delSp modSp add mod">
        <pc:chgData name="JHEYSON FABIAN VILLAVISAN BUITRAGO" userId="e5ced5c2-d787-455d-b115-4f08a699b8c8" providerId="ADAL" clId="{4D399E61-A59B-4A1E-B709-8518F5C2D179}" dt="2023-08-22T20:36:24.625" v="997" actId="113"/>
        <pc:sldMkLst>
          <pc:docMk/>
          <pc:sldMk cId="2611572295" sldId="286"/>
        </pc:sldMkLst>
      </pc:sldChg>
    </pc:docChg>
  </pc:docChgLst>
  <pc:docChgLst>
    <pc:chgData name="JHEYSON FABIAN VILLAVISAN BUITRAGO" userId="e5ced5c2-d787-455d-b115-4f08a699b8c8" providerId="ADAL" clId="{28173468-806F-4DD8-A804-4B4C2515C388}"/>
    <pc:docChg chg="undo custSel addSld delSld modSld modSection">
      <pc:chgData name="JHEYSON FABIAN VILLAVISAN BUITRAGO" userId="e5ced5c2-d787-455d-b115-4f08a699b8c8" providerId="ADAL" clId="{28173468-806F-4DD8-A804-4B4C2515C388}" dt="2023-10-17T01:07:37.947" v="2651" actId="20577"/>
      <pc:docMkLst>
        <pc:docMk/>
      </pc:docMkLst>
      <pc:sldChg chg="modSp add del mod">
        <pc:chgData name="JHEYSON FABIAN VILLAVISAN BUITRAGO" userId="e5ced5c2-d787-455d-b115-4f08a699b8c8" providerId="ADAL" clId="{28173468-806F-4DD8-A804-4B4C2515C388}" dt="2023-10-16T23:16:34.760" v="174" actId="13926"/>
        <pc:sldMkLst>
          <pc:docMk/>
          <pc:sldMk cId="2505371292" sldId="270"/>
        </pc:sldMkLst>
      </pc:sldChg>
      <pc:sldChg chg="del">
        <pc:chgData name="JHEYSON FABIAN VILLAVISAN BUITRAGO" userId="e5ced5c2-d787-455d-b115-4f08a699b8c8" providerId="ADAL" clId="{28173468-806F-4DD8-A804-4B4C2515C388}" dt="2023-10-16T23:05:59.856" v="47" actId="47"/>
        <pc:sldMkLst>
          <pc:docMk/>
          <pc:sldMk cId="3709177429" sldId="274"/>
        </pc:sldMkLst>
      </pc:sldChg>
      <pc:sldChg chg="modSp add del mod">
        <pc:chgData name="JHEYSON FABIAN VILLAVISAN BUITRAGO" userId="e5ced5c2-d787-455d-b115-4f08a699b8c8" providerId="ADAL" clId="{28173468-806F-4DD8-A804-4B4C2515C388}" dt="2023-10-16T23:06:04.139" v="64" actId="47"/>
        <pc:sldMkLst>
          <pc:docMk/>
          <pc:sldMk cId="1450893007" sldId="275"/>
        </pc:sldMkLst>
      </pc:sldChg>
      <pc:sldChg chg="del">
        <pc:chgData name="JHEYSON FABIAN VILLAVISAN BUITRAGO" userId="e5ced5c2-d787-455d-b115-4f08a699b8c8" providerId="ADAL" clId="{28173468-806F-4DD8-A804-4B4C2515C388}" dt="2023-10-16T23:06:00.013" v="48" actId="47"/>
        <pc:sldMkLst>
          <pc:docMk/>
          <pc:sldMk cId="3450069468" sldId="276"/>
        </pc:sldMkLst>
      </pc:sldChg>
      <pc:sldChg chg="del">
        <pc:chgData name="JHEYSON FABIAN VILLAVISAN BUITRAGO" userId="e5ced5c2-d787-455d-b115-4f08a699b8c8" providerId="ADAL" clId="{28173468-806F-4DD8-A804-4B4C2515C388}" dt="2023-10-16T23:06:00.153" v="49" actId="47"/>
        <pc:sldMkLst>
          <pc:docMk/>
          <pc:sldMk cId="938517202" sldId="277"/>
        </pc:sldMkLst>
      </pc:sldChg>
      <pc:sldChg chg="delSp modSp add del mod">
        <pc:chgData name="JHEYSON FABIAN VILLAVISAN BUITRAGO" userId="e5ced5c2-d787-455d-b115-4f08a699b8c8" providerId="ADAL" clId="{28173468-806F-4DD8-A804-4B4C2515C388}" dt="2023-10-16T23:08:37.405" v="102" actId="2696"/>
        <pc:sldMkLst>
          <pc:docMk/>
          <pc:sldMk cId="5827500" sldId="278"/>
        </pc:sldMkLst>
      </pc:sldChg>
      <pc:sldChg chg="del">
        <pc:chgData name="JHEYSON FABIAN VILLAVISAN BUITRAGO" userId="e5ced5c2-d787-455d-b115-4f08a699b8c8" providerId="ADAL" clId="{28173468-806F-4DD8-A804-4B4C2515C388}" dt="2023-10-16T23:05:59.731" v="46" actId="47"/>
        <pc:sldMkLst>
          <pc:docMk/>
          <pc:sldMk cId="2466727722" sldId="279"/>
        </pc:sldMkLst>
      </pc:sldChg>
      <pc:sldChg chg="add del">
        <pc:chgData name="JHEYSON FABIAN VILLAVISAN BUITRAGO" userId="e5ced5c2-d787-455d-b115-4f08a699b8c8" providerId="ADAL" clId="{28173468-806F-4DD8-A804-4B4C2515C388}" dt="2023-10-16T23:12:11.223" v="145" actId="2696"/>
        <pc:sldMkLst>
          <pc:docMk/>
          <pc:sldMk cId="3559297219" sldId="279"/>
        </pc:sldMkLst>
      </pc:sldChg>
      <pc:sldChg chg="addSp delSp modSp add mod">
        <pc:chgData name="JHEYSON FABIAN VILLAVISAN BUITRAGO" userId="e5ced5c2-d787-455d-b115-4f08a699b8c8" providerId="ADAL" clId="{28173468-806F-4DD8-A804-4B4C2515C388}" dt="2023-10-16T23:15:27.346" v="166" actId="115"/>
        <pc:sldMkLst>
          <pc:docMk/>
          <pc:sldMk cId="1282130707" sldId="280"/>
        </pc:sldMkLst>
      </pc:sldChg>
      <pc:sldChg chg="del">
        <pc:chgData name="JHEYSON FABIAN VILLAVISAN BUITRAGO" userId="e5ced5c2-d787-455d-b115-4f08a699b8c8" providerId="ADAL" clId="{28173468-806F-4DD8-A804-4B4C2515C388}" dt="2023-10-16T23:06:00.497" v="51" actId="47"/>
        <pc:sldMkLst>
          <pc:docMk/>
          <pc:sldMk cId="1417635691" sldId="280"/>
        </pc:sldMkLst>
      </pc:sldChg>
      <pc:sldChg chg="del">
        <pc:chgData name="JHEYSON FABIAN VILLAVISAN BUITRAGO" userId="e5ced5c2-d787-455d-b115-4f08a699b8c8" providerId="ADAL" clId="{28173468-806F-4DD8-A804-4B4C2515C388}" dt="2023-10-16T23:06:00.310" v="50" actId="47"/>
        <pc:sldMkLst>
          <pc:docMk/>
          <pc:sldMk cId="1020647042" sldId="281"/>
        </pc:sldMkLst>
      </pc:sldChg>
      <pc:sldChg chg="modSp add mod">
        <pc:chgData name="JHEYSON FABIAN VILLAVISAN BUITRAGO" userId="e5ced5c2-d787-455d-b115-4f08a699b8c8" providerId="ADAL" clId="{28173468-806F-4DD8-A804-4B4C2515C388}" dt="2023-10-16T23:15:52.237" v="172" actId="115"/>
        <pc:sldMkLst>
          <pc:docMk/>
          <pc:sldMk cId="2260539779" sldId="281"/>
        </pc:sldMkLst>
      </pc:sldChg>
      <pc:sldChg chg="del">
        <pc:chgData name="JHEYSON FABIAN VILLAVISAN BUITRAGO" userId="e5ced5c2-d787-455d-b115-4f08a699b8c8" providerId="ADAL" clId="{28173468-806F-4DD8-A804-4B4C2515C388}" dt="2023-10-16T23:06:00.669" v="52" actId="47"/>
        <pc:sldMkLst>
          <pc:docMk/>
          <pc:sldMk cId="1235130859" sldId="282"/>
        </pc:sldMkLst>
      </pc:sldChg>
      <pc:sldChg chg="addSp delSp modSp add mod">
        <pc:chgData name="JHEYSON FABIAN VILLAVISAN BUITRAGO" userId="e5ced5c2-d787-455d-b115-4f08a699b8c8" providerId="ADAL" clId="{28173468-806F-4DD8-A804-4B4C2515C388}" dt="2023-10-16T23:28:46.774" v="651" actId="1076"/>
        <pc:sldMkLst>
          <pc:docMk/>
          <pc:sldMk cId="3501649082" sldId="282"/>
        </pc:sldMkLst>
      </pc:sldChg>
      <pc:sldChg chg="delSp modSp add mod">
        <pc:chgData name="JHEYSON FABIAN VILLAVISAN BUITRAGO" userId="e5ced5c2-d787-455d-b115-4f08a699b8c8" providerId="ADAL" clId="{28173468-806F-4DD8-A804-4B4C2515C388}" dt="2023-10-16T23:29:47.402" v="845" actId="20577"/>
        <pc:sldMkLst>
          <pc:docMk/>
          <pc:sldMk cId="1725068593" sldId="283"/>
        </pc:sldMkLst>
      </pc:sldChg>
      <pc:sldChg chg="del">
        <pc:chgData name="JHEYSON FABIAN VILLAVISAN BUITRAGO" userId="e5ced5c2-d787-455d-b115-4f08a699b8c8" providerId="ADAL" clId="{28173468-806F-4DD8-A804-4B4C2515C388}" dt="2023-10-16T23:06:00.888" v="53" actId="47"/>
        <pc:sldMkLst>
          <pc:docMk/>
          <pc:sldMk cId="2245282303" sldId="283"/>
        </pc:sldMkLst>
      </pc:sldChg>
      <pc:sldChg chg="addSp delSp modSp add mod">
        <pc:chgData name="JHEYSON FABIAN VILLAVISAN BUITRAGO" userId="e5ced5c2-d787-455d-b115-4f08a699b8c8" providerId="ADAL" clId="{28173468-806F-4DD8-A804-4B4C2515C388}" dt="2023-10-16T23:41:01.327" v="1279" actId="20577"/>
        <pc:sldMkLst>
          <pc:docMk/>
          <pc:sldMk cId="1883732622" sldId="284"/>
        </pc:sldMkLst>
      </pc:sldChg>
      <pc:sldChg chg="del">
        <pc:chgData name="JHEYSON FABIAN VILLAVISAN BUITRAGO" userId="e5ced5c2-d787-455d-b115-4f08a699b8c8" providerId="ADAL" clId="{28173468-806F-4DD8-A804-4B4C2515C388}" dt="2023-10-16T23:06:01.123" v="54" actId="47"/>
        <pc:sldMkLst>
          <pc:docMk/>
          <pc:sldMk cId="1970910548" sldId="284"/>
        </pc:sldMkLst>
      </pc:sldChg>
      <pc:sldChg chg="del">
        <pc:chgData name="JHEYSON FABIAN VILLAVISAN BUITRAGO" userId="e5ced5c2-d787-455d-b115-4f08a699b8c8" providerId="ADAL" clId="{28173468-806F-4DD8-A804-4B4C2515C388}" dt="2023-10-16T23:06:01.358" v="55" actId="47"/>
        <pc:sldMkLst>
          <pc:docMk/>
          <pc:sldMk cId="2853353455" sldId="285"/>
        </pc:sldMkLst>
      </pc:sldChg>
      <pc:sldChg chg="addSp delSp modSp add mod">
        <pc:chgData name="JHEYSON FABIAN VILLAVISAN BUITRAGO" userId="e5ced5c2-d787-455d-b115-4f08a699b8c8" providerId="ADAL" clId="{28173468-806F-4DD8-A804-4B4C2515C388}" dt="2023-10-17T00:08:08.244" v="2073" actId="1076"/>
        <pc:sldMkLst>
          <pc:docMk/>
          <pc:sldMk cId="3215538062" sldId="285"/>
        </pc:sldMkLst>
      </pc:sldChg>
      <pc:sldChg chg="del">
        <pc:chgData name="JHEYSON FABIAN VILLAVISAN BUITRAGO" userId="e5ced5c2-d787-455d-b115-4f08a699b8c8" providerId="ADAL" clId="{28173468-806F-4DD8-A804-4B4C2515C388}" dt="2023-10-16T23:06:01.576" v="56" actId="47"/>
        <pc:sldMkLst>
          <pc:docMk/>
          <pc:sldMk cId="1572878322" sldId="286"/>
        </pc:sldMkLst>
      </pc:sldChg>
      <pc:sldChg chg="addSp delSp modSp add mod">
        <pc:chgData name="JHEYSON FABIAN VILLAVISAN BUITRAGO" userId="e5ced5c2-d787-455d-b115-4f08a699b8c8" providerId="ADAL" clId="{28173468-806F-4DD8-A804-4B4C2515C388}" dt="2023-10-16T23:58:00.866" v="1949" actId="1076"/>
        <pc:sldMkLst>
          <pc:docMk/>
          <pc:sldMk cId="2207779299" sldId="286"/>
        </pc:sldMkLst>
      </pc:sldChg>
      <pc:sldChg chg="del">
        <pc:chgData name="JHEYSON FABIAN VILLAVISAN BUITRAGO" userId="e5ced5c2-d787-455d-b115-4f08a699b8c8" providerId="ADAL" clId="{28173468-806F-4DD8-A804-4B4C2515C388}" dt="2023-10-16T23:06:01.701" v="57" actId="47"/>
        <pc:sldMkLst>
          <pc:docMk/>
          <pc:sldMk cId="1480808620" sldId="287"/>
        </pc:sldMkLst>
      </pc:sldChg>
      <pc:sldChg chg="addSp delSp modSp add mod">
        <pc:chgData name="JHEYSON FABIAN VILLAVISAN BUITRAGO" userId="e5ced5c2-d787-455d-b115-4f08a699b8c8" providerId="ADAL" clId="{28173468-806F-4DD8-A804-4B4C2515C388}" dt="2023-10-17T00:09:51.813" v="2153" actId="1076"/>
        <pc:sldMkLst>
          <pc:docMk/>
          <pc:sldMk cId="3777237604" sldId="287"/>
        </pc:sldMkLst>
      </pc:sldChg>
      <pc:sldChg chg="addSp delSp modSp add mod">
        <pc:chgData name="JHEYSON FABIAN VILLAVISAN BUITRAGO" userId="e5ced5c2-d787-455d-b115-4f08a699b8c8" providerId="ADAL" clId="{28173468-806F-4DD8-A804-4B4C2515C388}" dt="2023-10-17T00:14:34.059" v="2417" actId="113"/>
        <pc:sldMkLst>
          <pc:docMk/>
          <pc:sldMk cId="504643121" sldId="288"/>
        </pc:sldMkLst>
      </pc:sldChg>
      <pc:sldChg chg="del">
        <pc:chgData name="JHEYSON FABIAN VILLAVISAN BUITRAGO" userId="e5ced5c2-d787-455d-b115-4f08a699b8c8" providerId="ADAL" clId="{28173468-806F-4DD8-A804-4B4C2515C388}" dt="2023-10-16T23:06:01.717" v="58" actId="47"/>
        <pc:sldMkLst>
          <pc:docMk/>
          <pc:sldMk cId="3784411103" sldId="288"/>
        </pc:sldMkLst>
      </pc:sldChg>
      <pc:sldChg chg="del">
        <pc:chgData name="JHEYSON FABIAN VILLAVISAN BUITRAGO" userId="e5ced5c2-d787-455d-b115-4f08a699b8c8" providerId="ADAL" clId="{28173468-806F-4DD8-A804-4B4C2515C388}" dt="2023-10-16T23:06:01.920" v="59" actId="47"/>
        <pc:sldMkLst>
          <pc:docMk/>
          <pc:sldMk cId="2338929352" sldId="289"/>
        </pc:sldMkLst>
      </pc:sldChg>
      <pc:sldChg chg="addSp delSp modSp add mod">
        <pc:chgData name="JHEYSON FABIAN VILLAVISAN BUITRAGO" userId="e5ced5c2-d787-455d-b115-4f08a699b8c8" providerId="ADAL" clId="{28173468-806F-4DD8-A804-4B4C2515C388}" dt="2023-10-17T01:07:34.896" v="2649" actId="20577"/>
        <pc:sldMkLst>
          <pc:docMk/>
          <pc:sldMk cId="3049022231" sldId="289"/>
        </pc:sldMkLst>
      </pc:sldChg>
      <pc:sldChg chg="addSp modSp add mod">
        <pc:chgData name="JHEYSON FABIAN VILLAVISAN BUITRAGO" userId="e5ced5c2-d787-455d-b115-4f08a699b8c8" providerId="ADAL" clId="{28173468-806F-4DD8-A804-4B4C2515C388}" dt="2023-10-17T01:07:37.947" v="2651" actId="20577"/>
        <pc:sldMkLst>
          <pc:docMk/>
          <pc:sldMk cId="1298072685" sldId="290"/>
        </pc:sldMkLst>
      </pc:sldChg>
    </pc:docChg>
  </pc:docChgLst>
  <pc:docChgLst>
    <pc:chgData name="JHEYSON FABIAN VILLAVISAN BUITRAGO" userId="e5ced5c2-d787-455d-b115-4f08a699b8c8" providerId="ADAL" clId="{785B9D69-D8FB-4555-A87A-220DD17CA5E6}"/>
    <pc:docChg chg="custSel addSld modSld modSection">
      <pc:chgData name="JHEYSON FABIAN VILLAVISAN BUITRAGO" userId="e5ced5c2-d787-455d-b115-4f08a699b8c8" providerId="ADAL" clId="{785B9D69-D8FB-4555-A87A-220DD17CA5E6}" dt="2025-04-11T17:02:23.747" v="203" actId="20577"/>
      <pc:docMkLst>
        <pc:docMk/>
      </pc:docMkLst>
      <pc:sldChg chg="modSp mod">
        <pc:chgData name="JHEYSON FABIAN VILLAVISAN BUITRAGO" userId="e5ced5c2-d787-455d-b115-4f08a699b8c8" providerId="ADAL" clId="{785B9D69-D8FB-4555-A87A-220DD17CA5E6}" dt="2025-04-11T17:02:23.747" v="203" actId="20577"/>
        <pc:sldMkLst>
          <pc:docMk/>
          <pc:sldMk cId="1725068593" sldId="283"/>
        </pc:sldMkLst>
      </pc:sldChg>
      <pc:sldChg chg="addSp delSp modSp add mod">
        <pc:chgData name="JHEYSON FABIAN VILLAVISAN BUITRAGO" userId="e5ced5c2-d787-455d-b115-4f08a699b8c8" providerId="ADAL" clId="{785B9D69-D8FB-4555-A87A-220DD17CA5E6}" dt="2025-04-11T17:01:58.856" v="163" actId="20577"/>
        <pc:sldMkLst>
          <pc:docMk/>
          <pc:sldMk cId="1134062536" sldId="295"/>
        </pc:sldMkLst>
      </pc:sldChg>
    </pc:docChg>
  </pc:docChgLst>
  <pc:docChgLst>
    <pc:chgData name="AGUSTIN FRACICA PALOMINO" userId="S::afracicap@itc.edu.co::0a77e74f-205c-40aa-ae05-cc1f8fadd42a" providerId="AD" clId="Web-{DA6176B3-2244-184F-B40F-70770AA60B31}"/>
    <pc:docChg chg="sldOrd">
      <pc:chgData name="AGUSTIN FRACICA PALOMINO" userId="S::afracicap@itc.edu.co::0a77e74f-205c-40aa-ae05-cc1f8fadd42a" providerId="AD" clId="Web-{DA6176B3-2244-184F-B40F-70770AA60B31}" dt="2024-06-05T01:26:10.670" v="0"/>
      <pc:docMkLst>
        <pc:docMk/>
      </pc:docMkLst>
      <pc:sldChg chg="ord">
        <pc:chgData name="AGUSTIN FRACICA PALOMINO" userId="S::afracicap@itc.edu.co::0a77e74f-205c-40aa-ae05-cc1f8fadd42a" providerId="AD" clId="Web-{DA6176B3-2244-184F-B40F-70770AA60B31}" dt="2024-06-05T01:26:10.670" v="0"/>
        <pc:sldMkLst>
          <pc:docMk/>
          <pc:sldMk cId="2260539779" sldId="281"/>
        </pc:sldMkLst>
      </pc:sldChg>
    </pc:docChg>
  </pc:docChgLst>
  <pc:docChgLst>
    <pc:chgData name="JHEYSON FABIAN VILLAVISAN BUITRAGO" userId="S::jfvillavisanb@itc.edu.co::e5ced5c2-d787-455d-b115-4f08a699b8c8" providerId="AD" clId="Web-{9FFA3762-D21C-6281-353B-ACF4B16C48B6}"/>
    <pc:docChg chg="modSld">
      <pc:chgData name="JHEYSON FABIAN VILLAVISAN BUITRAGO" userId="S::jfvillavisanb@itc.edu.co::e5ced5c2-d787-455d-b115-4f08a699b8c8" providerId="AD" clId="Web-{9FFA3762-D21C-6281-353B-ACF4B16C48B6}" dt="2023-08-23T01:58:56.493" v="7"/>
      <pc:docMkLst>
        <pc:docMk/>
      </pc:docMkLst>
      <pc:sldChg chg="delSp">
        <pc:chgData name="JHEYSON FABIAN VILLAVISAN BUITRAGO" userId="S::jfvillavisanb@itc.edu.co::e5ced5c2-d787-455d-b115-4f08a699b8c8" providerId="AD" clId="Web-{9FFA3762-D21C-6281-353B-ACF4B16C48B6}" dt="2023-08-23T01:58:56.493" v="7"/>
        <pc:sldMkLst>
          <pc:docMk/>
          <pc:sldMk cId="4107059945" sldId="282"/>
        </pc:sldMkLst>
      </pc:sldChg>
      <pc:sldChg chg="modSp">
        <pc:chgData name="JHEYSON FABIAN VILLAVISAN BUITRAGO" userId="S::jfvillavisanb@itc.edu.co::e5ced5c2-d787-455d-b115-4f08a699b8c8" providerId="AD" clId="Web-{9FFA3762-D21C-6281-353B-ACF4B16C48B6}" dt="2023-08-22T23:14:38.946" v="6" actId="20577"/>
        <pc:sldMkLst>
          <pc:docMk/>
          <pc:sldMk cId="2611572295" sldId="286"/>
        </pc:sldMkLst>
      </pc:sldChg>
    </pc:docChg>
  </pc:docChgLst>
  <pc:docChgLst>
    <pc:chgData name="CAMILO ALEXANDER ALONSO ROA" userId="S::caalonsor@itc.edu.co::f6b69b3b-4699-44f2-b552-45dc346a0106" providerId="AD" clId="Web-{C82C45EF-92E7-B518-7B36-3CB4B31F79C6}"/>
    <pc:docChg chg="modSld">
      <pc:chgData name="CAMILO ALEXANDER ALONSO ROA" userId="S::caalonsor@itc.edu.co::f6b69b3b-4699-44f2-b552-45dc346a0106" providerId="AD" clId="Web-{C82C45EF-92E7-B518-7B36-3CB4B31F79C6}" dt="2023-10-17T23:45:44.936" v="1"/>
      <pc:docMkLst>
        <pc:docMk/>
      </pc:docMkLst>
      <pc:sldChg chg="modSp">
        <pc:chgData name="CAMILO ALEXANDER ALONSO ROA" userId="S::caalonsor@itc.edu.co::f6b69b3b-4699-44f2-b552-45dc346a0106" providerId="AD" clId="Web-{C82C45EF-92E7-B518-7B36-3CB4B31F79C6}" dt="2023-10-17T23:45:44.936" v="1"/>
        <pc:sldMkLst>
          <pc:docMk/>
          <pc:sldMk cId="3215538062" sldId="285"/>
        </pc:sldMkLst>
      </pc:sldChg>
    </pc:docChg>
  </pc:docChgLst>
  <pc:docChgLst>
    <pc:chgData name="FABIAN PALACIO ARANGO" userId="S::fpalacioa@itc.edu.co::0e2bfb71-32b6-4edd-85c7-a9cbf704e9d1" providerId="AD" clId="Web-{779FAAE1-0189-0E4A-C805-615809B28DB8}"/>
    <pc:docChg chg="sldOrd">
      <pc:chgData name="FABIAN PALACIO ARANGO" userId="S::fpalacioa@itc.edu.co::0e2bfb71-32b6-4edd-85c7-a9cbf704e9d1" providerId="AD" clId="Web-{779FAAE1-0189-0E4A-C805-615809B28DB8}" dt="2023-09-03T19:38:38.837" v="0"/>
      <pc:docMkLst>
        <pc:docMk/>
      </pc:docMkLst>
      <pc:sldChg chg="ord">
        <pc:chgData name="FABIAN PALACIO ARANGO" userId="S::fpalacioa@itc.edu.co::0e2bfb71-32b6-4edd-85c7-a9cbf704e9d1" providerId="AD" clId="Web-{779FAAE1-0189-0E4A-C805-615809B28DB8}" dt="2023-09-03T19:38:38.837" v="0"/>
        <pc:sldMkLst>
          <pc:docMk/>
          <pc:sldMk cId="4032729821" sldId="28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47915143-6094-49C4-8478-307681A6487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E61AFD88-643E-4E4D-8153-8A3839D76EF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0BB1C097-8B49-4A36-A7FA-8C8F0C277D41}" type="datetimeFigureOut">
              <a:rPr lang="es-CO"/>
              <a:pPr>
                <a:defRPr/>
              </a:pPr>
              <a:t>10/10/25</a:t>
            </a:fld>
            <a:endParaRPr lang="es-CO"/>
          </a:p>
        </p:txBody>
      </p:sp>
      <p:sp>
        <p:nvSpPr>
          <p:cNvPr id="4" name="3 Marcador de pie de página">
            <a:extLst>
              <a:ext uri="{FF2B5EF4-FFF2-40B4-BE49-F238E27FC236}">
                <a16:creationId xmlns:a16="http://schemas.microsoft.com/office/drawing/2014/main" id="{3BE10141-B975-4F90-A194-E7FDEF6D962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5" name="4 Marcador de número de diapositiva">
            <a:extLst>
              <a:ext uri="{FF2B5EF4-FFF2-40B4-BE49-F238E27FC236}">
                <a16:creationId xmlns:a16="http://schemas.microsoft.com/office/drawing/2014/main" id="{CB5420F6-B73B-496E-99A5-DA0DEB49103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7E2DAB9-AA88-43A6-983F-CB4A7A312EAD}" type="slidenum">
              <a:rPr lang="es-CO" altLang="es-CO"/>
              <a:pPr>
                <a:defRPr/>
              </a:pPr>
              <a:t>‹Nº›</a:t>
            </a:fld>
            <a:endParaRPr lang="es-CO" alt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2C95AF31-5149-4332-A5F3-9D9CFCFA32E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s-CO"/>
          </a:p>
        </p:txBody>
      </p:sp>
      <p:sp>
        <p:nvSpPr>
          <p:cNvPr id="3" name="2 Marcador de fecha">
            <a:extLst>
              <a:ext uri="{FF2B5EF4-FFF2-40B4-BE49-F238E27FC236}">
                <a16:creationId xmlns:a16="http://schemas.microsoft.com/office/drawing/2014/main" id="{D4B5AF27-5D83-4D95-A156-928EF9B608B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040F3-314B-4AAA-954A-3936AF2F78D0}" type="datetimeFigureOut">
              <a:rPr lang="es-CO"/>
              <a:pPr>
                <a:defRPr/>
              </a:pPr>
              <a:t>10/10/25</a:t>
            </a:fld>
            <a:endParaRPr lang="es-CO"/>
          </a:p>
        </p:txBody>
      </p:sp>
      <p:sp>
        <p:nvSpPr>
          <p:cNvPr id="4" name="3 Marcador de imagen de diapositiva">
            <a:extLst>
              <a:ext uri="{FF2B5EF4-FFF2-40B4-BE49-F238E27FC236}">
                <a16:creationId xmlns:a16="http://schemas.microsoft.com/office/drawing/2014/main" id="{090DF562-10D4-4334-812B-4254934B629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CO" noProof="0"/>
          </a:p>
        </p:txBody>
      </p:sp>
      <p:sp>
        <p:nvSpPr>
          <p:cNvPr id="5" name="4 Marcador de notas">
            <a:extLst>
              <a:ext uri="{FF2B5EF4-FFF2-40B4-BE49-F238E27FC236}">
                <a16:creationId xmlns:a16="http://schemas.microsoft.com/office/drawing/2014/main" id="{0DF2FAE4-4DE9-447F-A5F2-283E54F4172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CO" noProof="0"/>
          </a:p>
        </p:txBody>
      </p:sp>
      <p:sp>
        <p:nvSpPr>
          <p:cNvPr id="6" name="5 Marcador de pie de página">
            <a:extLst>
              <a:ext uri="{FF2B5EF4-FFF2-40B4-BE49-F238E27FC236}">
                <a16:creationId xmlns:a16="http://schemas.microsoft.com/office/drawing/2014/main" id="{7D994E73-BBA8-4FBD-B1A6-0A295B07407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s-CO"/>
          </a:p>
        </p:txBody>
      </p:sp>
      <p:sp>
        <p:nvSpPr>
          <p:cNvPr id="7" name="6 Marcador de número de diapositiva">
            <a:extLst>
              <a:ext uri="{FF2B5EF4-FFF2-40B4-BE49-F238E27FC236}">
                <a16:creationId xmlns:a16="http://schemas.microsoft.com/office/drawing/2014/main" id="{4D0EE3C9-11EB-42C6-BDB8-87C72B3F846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2D1E0FDF-8C6F-43B4-8722-700C06D0C414}" type="slidenum">
              <a:rPr lang="es-CO" altLang="es-CO"/>
              <a:pPr>
                <a:defRPr/>
              </a:pPr>
              <a:t>‹Nº›</a:t>
            </a:fld>
            <a:endParaRPr lang="es-CO" altLang="es-C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Marcador de imagen de diapositiva">
            <a:extLst>
              <a:ext uri="{FF2B5EF4-FFF2-40B4-BE49-F238E27FC236}">
                <a16:creationId xmlns:a16="http://schemas.microsoft.com/office/drawing/2014/main" id="{78D3C7C4-FFB3-42B6-A4B0-ED4A84AF8C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2 Marcador de notas">
            <a:extLst>
              <a:ext uri="{FF2B5EF4-FFF2-40B4-BE49-F238E27FC236}">
                <a16:creationId xmlns:a16="http://schemas.microsoft.com/office/drawing/2014/main" id="{E86488B3-6D5E-452F-A655-0C78399B0DF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CO" altLang="es-CO"/>
          </a:p>
        </p:txBody>
      </p:sp>
      <p:sp>
        <p:nvSpPr>
          <p:cNvPr id="6148" name="3 Marcador de número de diapositiva">
            <a:extLst>
              <a:ext uri="{FF2B5EF4-FFF2-40B4-BE49-F238E27FC236}">
                <a16:creationId xmlns:a16="http://schemas.microsoft.com/office/drawing/2014/main" id="{7A241DB1-0FDE-44DC-B1DD-D836F28027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E7ECF6-8A67-4CA6-BDA2-9506B8AC7939}" type="slidenum">
              <a:rPr lang="es-CO" altLang="es-CO" smtClean="0"/>
              <a:pPr>
                <a:spcBef>
                  <a:spcPct val="0"/>
                </a:spcBef>
              </a:pPr>
              <a:t>1</a:t>
            </a:fld>
            <a:endParaRPr lang="es-CO" alt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pPr>
              <a:defRPr/>
            </a:pPr>
            <a:fld id="{2D1E0FDF-8C6F-43B4-8722-700C06D0C414}" type="slidenum">
              <a:rPr lang="es-CO" altLang="es-CO" smtClean="0"/>
              <a:pPr>
                <a:defRPr/>
              </a:pPr>
              <a:t>19</a:t>
            </a:fld>
            <a:endParaRPr lang="es-CO" altLang="es-CO"/>
          </a:p>
        </p:txBody>
      </p:sp>
    </p:spTree>
    <p:extLst>
      <p:ext uri="{BB962C8B-B14F-4D97-AF65-F5344CB8AC3E}">
        <p14:creationId xmlns:p14="http://schemas.microsoft.com/office/powerpoint/2010/main" val="3508723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320F6C-4CB6-1231-6926-9D1C0EFBBA8D}"/>
              </a:ext>
            </a:extLst>
          </p:cNvPr>
          <p:cNvSpPr>
            <a:spLocks noGrp="1"/>
          </p:cNvSpPr>
          <p:nvPr>
            <p:ph type="ctrTitle"/>
          </p:nvPr>
        </p:nvSpPr>
        <p:spPr>
          <a:xfrm>
            <a:off x="1143000" y="1122363"/>
            <a:ext cx="6858000" cy="2387600"/>
          </a:xfrm>
        </p:spPr>
        <p:txBody>
          <a:bodyPr anchor="b"/>
          <a:lstStyle>
            <a:lvl1pPr algn="ctr">
              <a:defRPr sz="45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8871532A-F766-06A1-B904-5E7DD21FD92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1762F4B-DC61-F7F5-8966-D2718230EAB6}"/>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5" name="Marcador de pie de página 4">
            <a:extLst>
              <a:ext uri="{FF2B5EF4-FFF2-40B4-BE49-F238E27FC236}">
                <a16:creationId xmlns:a16="http://schemas.microsoft.com/office/drawing/2014/main" id="{013D9FE6-9A5C-9367-1C28-183D385B822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3DBBB9F-3052-B3AE-E085-BB27B503363F}"/>
              </a:ext>
            </a:extLst>
          </p:cNvPr>
          <p:cNvSpPr>
            <a:spLocks noGrp="1"/>
          </p:cNvSpPr>
          <p:nvPr>
            <p:ph type="sldNum" sz="quarter" idx="12"/>
          </p:nvPr>
        </p:nvSpPr>
        <p:spPr/>
        <p:txBody>
          <a:bodyPr/>
          <a:lstStyle/>
          <a:p>
            <a:pPr>
              <a:defRPr/>
            </a:pPr>
            <a:fld id="{3532E1E3-6AB7-4D92-A33A-F043E6C5B717}" type="slidenum">
              <a:rPr lang="es-CO" altLang="es-CO" smtClean="0"/>
              <a:pPr>
                <a:defRPr/>
              </a:pPr>
              <a:t>‹Nº›</a:t>
            </a:fld>
            <a:endParaRPr lang="es-CO" altLang="es-CO"/>
          </a:p>
        </p:txBody>
      </p:sp>
      <p:sp>
        <p:nvSpPr>
          <p:cNvPr id="7" name="7 Rectángulo">
            <a:extLst>
              <a:ext uri="{FF2B5EF4-FFF2-40B4-BE49-F238E27FC236}">
                <a16:creationId xmlns:a16="http://schemas.microsoft.com/office/drawing/2014/main" id="{4EDA08D5-F667-8787-0063-21E612015DD7}"/>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1675921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D68A1-6D68-CD6D-C3FD-91DA62A294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6398EC3-5D4E-468C-F30B-CE656079842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D49830B3-74C5-1ACB-B556-F55E98F593DF}"/>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5" name="Marcador de pie de página 4">
            <a:extLst>
              <a:ext uri="{FF2B5EF4-FFF2-40B4-BE49-F238E27FC236}">
                <a16:creationId xmlns:a16="http://schemas.microsoft.com/office/drawing/2014/main" id="{E327DCF0-C431-0852-42CE-95C44852C4D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D46AD75-DF05-40EA-B4F3-3CF83558E098}"/>
              </a:ext>
            </a:extLst>
          </p:cNvPr>
          <p:cNvSpPr>
            <a:spLocks noGrp="1"/>
          </p:cNvSpPr>
          <p:nvPr>
            <p:ph type="sldNum" sz="quarter" idx="12"/>
          </p:nvPr>
        </p:nvSpPr>
        <p:spPr/>
        <p:txBody>
          <a:bodyPr/>
          <a:lstStyle/>
          <a:p>
            <a:pPr>
              <a:defRPr/>
            </a:pPr>
            <a:fld id="{7F219D7D-12FE-4B7D-95D8-6A0F2828D8E3}" type="slidenum">
              <a:rPr lang="es-CO" altLang="es-CO" smtClean="0"/>
              <a:pPr>
                <a:defRPr/>
              </a:pPr>
              <a:t>‹Nº›</a:t>
            </a:fld>
            <a:endParaRPr lang="es-CO" altLang="es-CO"/>
          </a:p>
        </p:txBody>
      </p:sp>
    </p:spTree>
    <p:extLst>
      <p:ext uri="{BB962C8B-B14F-4D97-AF65-F5344CB8AC3E}">
        <p14:creationId xmlns:p14="http://schemas.microsoft.com/office/powerpoint/2010/main" val="37549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31533-0C84-ADE9-99EA-26241D9B4FD4}"/>
              </a:ext>
            </a:extLst>
          </p:cNvPr>
          <p:cNvSpPr>
            <a:spLocks noGrp="1"/>
          </p:cNvSpPr>
          <p:nvPr>
            <p:ph type="title"/>
          </p:nvPr>
        </p:nvSpPr>
        <p:spPr>
          <a:xfrm>
            <a:off x="623888" y="1709739"/>
            <a:ext cx="7886700" cy="2852737"/>
          </a:xfrm>
        </p:spPr>
        <p:txBody>
          <a:bodyPr anchor="b"/>
          <a:lstStyle>
            <a:lvl1pPr>
              <a:defRPr sz="45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1E6E27-3202-D0B8-F283-8CFBD093E9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68D6381-9943-A208-5F45-856FCB429756}"/>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5" name="Marcador de pie de página 4">
            <a:extLst>
              <a:ext uri="{FF2B5EF4-FFF2-40B4-BE49-F238E27FC236}">
                <a16:creationId xmlns:a16="http://schemas.microsoft.com/office/drawing/2014/main" id="{469BCE5B-A275-1968-3267-A868EB60BBE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2B90775-642D-4759-324A-AE1E3185805C}"/>
              </a:ext>
            </a:extLst>
          </p:cNvPr>
          <p:cNvSpPr>
            <a:spLocks noGrp="1"/>
          </p:cNvSpPr>
          <p:nvPr>
            <p:ph type="sldNum" sz="quarter" idx="12"/>
          </p:nvPr>
        </p:nvSpPr>
        <p:spPr/>
        <p:txBody>
          <a:bodyPr/>
          <a:lstStyle/>
          <a:p>
            <a:pPr>
              <a:defRPr/>
            </a:pPr>
            <a:fld id="{58D14026-6FB7-464F-BD55-9983151CEDB0}" type="slidenum">
              <a:rPr lang="es-CO" altLang="es-CO" smtClean="0"/>
              <a:pPr>
                <a:defRPr/>
              </a:pPr>
              <a:t>‹Nº›</a:t>
            </a:fld>
            <a:endParaRPr lang="es-CO" altLang="es-CO"/>
          </a:p>
        </p:txBody>
      </p:sp>
    </p:spTree>
    <p:extLst>
      <p:ext uri="{BB962C8B-B14F-4D97-AF65-F5344CB8AC3E}">
        <p14:creationId xmlns:p14="http://schemas.microsoft.com/office/powerpoint/2010/main" val="285136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C947BA-2671-5DCE-289C-858407397C9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D86C8C46-4DD7-DB89-3971-B7D6B1F475AC}"/>
              </a:ext>
            </a:extLst>
          </p:cNvPr>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EBB1AC8-CC6D-7CD8-18BA-F0920AEC1E45}"/>
              </a:ext>
            </a:extLst>
          </p:cNvPr>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938D8F2-068C-1F31-5CF2-766814AC3145}"/>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6" name="Marcador de pie de página 5">
            <a:extLst>
              <a:ext uri="{FF2B5EF4-FFF2-40B4-BE49-F238E27FC236}">
                <a16:creationId xmlns:a16="http://schemas.microsoft.com/office/drawing/2014/main" id="{532360FD-9E47-D090-4AB3-714887C3A3D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AD37D2D-9508-DFEF-774C-C8A5B6A21DC6}"/>
              </a:ext>
            </a:extLst>
          </p:cNvPr>
          <p:cNvSpPr>
            <a:spLocks noGrp="1"/>
          </p:cNvSpPr>
          <p:nvPr>
            <p:ph type="sldNum" sz="quarter" idx="12"/>
          </p:nvPr>
        </p:nvSpPr>
        <p:spPr/>
        <p:txBody>
          <a:bodyPr/>
          <a:lstStyle/>
          <a:p>
            <a:pPr>
              <a:defRPr/>
            </a:pPr>
            <a:fld id="{97813DE1-EA20-4BEF-AB12-D2D69A6090C3}" type="slidenum">
              <a:rPr lang="es-CO" altLang="es-CO" smtClean="0"/>
              <a:pPr>
                <a:defRPr/>
              </a:pPr>
              <a:t>‹Nº›</a:t>
            </a:fld>
            <a:endParaRPr lang="es-CO" altLang="es-CO"/>
          </a:p>
        </p:txBody>
      </p:sp>
    </p:spTree>
    <p:extLst>
      <p:ext uri="{BB962C8B-B14F-4D97-AF65-F5344CB8AC3E}">
        <p14:creationId xmlns:p14="http://schemas.microsoft.com/office/powerpoint/2010/main" val="1019277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7BAD9-4D34-20A2-A9AE-82964CF41939}"/>
              </a:ext>
            </a:extLst>
          </p:cNvPr>
          <p:cNvSpPr>
            <a:spLocks noGrp="1"/>
          </p:cNvSpPr>
          <p:nvPr>
            <p:ph type="title"/>
          </p:nvPr>
        </p:nvSpPr>
        <p:spPr>
          <a:xfrm>
            <a:off x="629841" y="365126"/>
            <a:ext cx="78867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559AA51-6010-C8FF-084C-C110BCCDA83D}"/>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96FAE22-1B9C-8F57-87A7-2E14CE3049BA}"/>
              </a:ext>
            </a:extLst>
          </p:cNvPr>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E7830DD-6A40-8E27-70CB-D8FE41AD3C3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777C88D-8DD0-FC51-A16D-49E686FFA926}"/>
              </a:ext>
            </a:extLst>
          </p:cNvPr>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74FB2C8A-08F4-1A41-5036-C328209FC043}"/>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8" name="Marcador de pie de página 7">
            <a:extLst>
              <a:ext uri="{FF2B5EF4-FFF2-40B4-BE49-F238E27FC236}">
                <a16:creationId xmlns:a16="http://schemas.microsoft.com/office/drawing/2014/main" id="{6B5A1F5B-743C-D501-930D-F90EBA8A65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73F5F7C-9BF7-A3DE-8669-2EC9E00E02A1}"/>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150205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EE9A1-E144-373F-F5D9-12C31B7C66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E58BE38C-0964-C281-4826-2C3C11C496BE}"/>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4" name="Marcador de pie de página 3">
            <a:extLst>
              <a:ext uri="{FF2B5EF4-FFF2-40B4-BE49-F238E27FC236}">
                <a16:creationId xmlns:a16="http://schemas.microsoft.com/office/drawing/2014/main" id="{B43AB1AB-1E52-7FD3-3BB7-A73F570B991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167E51-3FDD-695C-0CE2-96F608F7E6F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273950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49E5E9C-8C29-201A-9031-69BC92AF4ABE}"/>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3" name="Marcador de pie de página 2">
            <a:extLst>
              <a:ext uri="{FF2B5EF4-FFF2-40B4-BE49-F238E27FC236}">
                <a16:creationId xmlns:a16="http://schemas.microsoft.com/office/drawing/2014/main" id="{1F115059-38DA-DC3D-A1B7-0C4BF868387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BC62E63-C8FB-04D9-3735-C7919A9DE6C5}"/>
              </a:ext>
            </a:extLst>
          </p:cNvPr>
          <p:cNvSpPr>
            <a:spLocks noGrp="1"/>
          </p:cNvSpPr>
          <p:nvPr>
            <p:ph type="sldNum" sz="quarter" idx="12"/>
          </p:nvPr>
        </p:nvSpPr>
        <p:spPr/>
        <p:txBody>
          <a:bodyPr/>
          <a:lstStyle/>
          <a:p>
            <a:pPr>
              <a:defRPr/>
            </a:pPr>
            <a:fld id="{A38C22F4-EE15-4184-8A4F-C4124F2BE447}" type="slidenum">
              <a:rPr lang="es-CO" altLang="es-CO" smtClean="0"/>
              <a:pPr>
                <a:defRPr/>
              </a:pPr>
              <a:t>‹Nº›</a:t>
            </a:fld>
            <a:endParaRPr lang="es-CO" altLang="es-CO"/>
          </a:p>
        </p:txBody>
      </p:sp>
    </p:spTree>
    <p:extLst>
      <p:ext uri="{BB962C8B-B14F-4D97-AF65-F5344CB8AC3E}">
        <p14:creationId xmlns:p14="http://schemas.microsoft.com/office/powerpoint/2010/main" val="402141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E3FE12-3262-8961-6F36-E338D8C87D75}"/>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A2AB934-4DB1-C46B-4EB1-4D1AAC7D074B}"/>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8C1947E-F2E3-1002-A600-DED1B9DA8C5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A0B25A-FC1B-767C-8C69-FE2AD6FE5724}"/>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6" name="Marcador de pie de página 5">
            <a:extLst>
              <a:ext uri="{FF2B5EF4-FFF2-40B4-BE49-F238E27FC236}">
                <a16:creationId xmlns:a16="http://schemas.microsoft.com/office/drawing/2014/main" id="{BA85C023-3180-C2A8-6BD0-63D18C453A1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4F4F0A9-714D-5058-F92E-179ECE0AAA25}"/>
              </a:ext>
            </a:extLst>
          </p:cNvPr>
          <p:cNvSpPr>
            <a:spLocks noGrp="1"/>
          </p:cNvSpPr>
          <p:nvPr>
            <p:ph type="sldNum" sz="quarter" idx="12"/>
          </p:nvPr>
        </p:nvSpPr>
        <p:spPr/>
        <p:txBody>
          <a:bodyPr/>
          <a:lstStyle/>
          <a:p>
            <a:pPr>
              <a:defRPr/>
            </a:pPr>
            <a:fld id="{BCCB0E3D-5246-46A6-A0B3-053B7FB2AE0D}" type="slidenum">
              <a:rPr lang="es-CO" altLang="es-CO" smtClean="0"/>
              <a:pPr>
                <a:defRPr/>
              </a:pPr>
              <a:t>‹Nº›</a:t>
            </a:fld>
            <a:endParaRPr lang="es-CO" altLang="es-CO"/>
          </a:p>
        </p:txBody>
      </p:sp>
    </p:spTree>
    <p:extLst>
      <p:ext uri="{BB962C8B-B14F-4D97-AF65-F5344CB8AC3E}">
        <p14:creationId xmlns:p14="http://schemas.microsoft.com/office/powerpoint/2010/main" val="323901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D8E29-2B5D-9CF4-A199-E673E0D5BDB9}"/>
              </a:ext>
            </a:extLst>
          </p:cNvPr>
          <p:cNvSpPr>
            <a:spLocks noGrp="1"/>
          </p:cNvSpPr>
          <p:nvPr>
            <p:ph type="title"/>
          </p:nvPr>
        </p:nvSpPr>
        <p:spPr>
          <a:xfrm>
            <a:off x="629841" y="457200"/>
            <a:ext cx="2949178" cy="1600200"/>
          </a:xfrm>
        </p:spPr>
        <p:txBody>
          <a:bodyPr anchor="b"/>
          <a:lstStyle>
            <a:lvl1pPr>
              <a:defRPr sz="24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D75A990-0E1F-4E60-D107-9756D6BFD3E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s-CO"/>
          </a:p>
        </p:txBody>
      </p:sp>
      <p:sp>
        <p:nvSpPr>
          <p:cNvPr id="4" name="Marcador de texto 3">
            <a:extLst>
              <a:ext uri="{FF2B5EF4-FFF2-40B4-BE49-F238E27FC236}">
                <a16:creationId xmlns:a16="http://schemas.microsoft.com/office/drawing/2014/main" id="{576BD761-3CC8-1CF5-9984-F066094FCB0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91540D8-AA84-05D7-E9B4-4E08651A543D}"/>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6" name="Marcador de pie de página 5">
            <a:extLst>
              <a:ext uri="{FF2B5EF4-FFF2-40B4-BE49-F238E27FC236}">
                <a16:creationId xmlns:a16="http://schemas.microsoft.com/office/drawing/2014/main" id="{19086AA3-AF31-8C9A-7F2F-B87848C66EE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71105B9-8899-D51A-88C0-376DC7823F2F}"/>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953745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04477-2834-99EC-CFA8-180937D0B4E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5AAFD096-F1C5-E969-C636-867E3E66E5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12F77-4B86-C6CC-4ED2-812449AE85E1}"/>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5" name="Marcador de pie de página 4">
            <a:extLst>
              <a:ext uri="{FF2B5EF4-FFF2-40B4-BE49-F238E27FC236}">
                <a16:creationId xmlns:a16="http://schemas.microsoft.com/office/drawing/2014/main" id="{25E79BD8-72C6-81E3-EF48-F29328E65C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E1B4782-D0C0-509F-4BDC-03E4A7917264}"/>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1712065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9545E7B-9A8C-6F62-F333-E612FC1E4BCC}"/>
              </a:ext>
            </a:extLst>
          </p:cNvPr>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E5C78DD-62C0-ADA7-4AC6-5F7C5B358939}"/>
              </a:ext>
            </a:extLst>
          </p:cNvPr>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E35F10F1-E647-76F8-2174-E45862B25B9B}"/>
              </a:ext>
            </a:extLst>
          </p:cNvPr>
          <p:cNvSpPr>
            <a:spLocks noGrp="1"/>
          </p:cNvSpPr>
          <p:nvPr>
            <p:ph type="dt" sz="half" idx="10"/>
          </p:nvPr>
        </p:nvSpPr>
        <p:spPr/>
        <p:txBody>
          <a:bodyPr/>
          <a:lstStyle/>
          <a:p>
            <a:fld id="{9CF7635E-2D71-42E7-9E6C-FBB85A15A85F}" type="datetimeFigureOut">
              <a:rPr lang="es-CO" smtClean="0"/>
              <a:t>10/10/25</a:t>
            </a:fld>
            <a:endParaRPr lang="es-CO"/>
          </a:p>
        </p:txBody>
      </p:sp>
      <p:sp>
        <p:nvSpPr>
          <p:cNvPr id="5" name="Marcador de pie de página 4">
            <a:extLst>
              <a:ext uri="{FF2B5EF4-FFF2-40B4-BE49-F238E27FC236}">
                <a16:creationId xmlns:a16="http://schemas.microsoft.com/office/drawing/2014/main" id="{F5416465-EAB8-8324-072F-8B25CA808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2151C83-117D-752A-7DDA-A1F8A8B94F26}"/>
              </a:ext>
            </a:extLst>
          </p:cNvPr>
          <p:cNvSpPr>
            <a:spLocks noGrp="1"/>
          </p:cNvSpPr>
          <p:nvPr>
            <p:ph type="sldNum" sz="quarter" idx="12"/>
          </p:nvPr>
        </p:nvSpPr>
        <p:spPr/>
        <p:txBody>
          <a:bodyPr/>
          <a:lstStyle/>
          <a:p>
            <a:pPr>
              <a:defRPr/>
            </a:pPr>
            <a:fld id="{F153FCAA-A8F6-46C0-A16D-21FE2511045A}" type="slidenum">
              <a:rPr lang="es-CO" altLang="es-CO" smtClean="0"/>
              <a:pPr>
                <a:defRPr/>
              </a:pPr>
              <a:t>‹Nº›</a:t>
            </a:fld>
            <a:endParaRPr lang="es-CO" altLang="es-CO"/>
          </a:p>
        </p:txBody>
      </p:sp>
    </p:spTree>
    <p:extLst>
      <p:ext uri="{BB962C8B-B14F-4D97-AF65-F5344CB8AC3E}">
        <p14:creationId xmlns:p14="http://schemas.microsoft.com/office/powerpoint/2010/main" val="4064717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4" name="7 Rectángulo">
            <a:extLst>
              <a:ext uri="{FF2B5EF4-FFF2-40B4-BE49-F238E27FC236}">
                <a16:creationId xmlns:a16="http://schemas.microsoft.com/office/drawing/2014/main" id="{EC631D57-6843-47FB-8C0A-4FA9AA9BC663}"/>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
        <p:nvSpPr>
          <p:cNvPr id="2" name="1 Título"/>
          <p:cNvSpPr>
            <a:spLocks noGrp="1"/>
          </p:cNvSpPr>
          <p:nvPr>
            <p:ph type="ctrTitle"/>
          </p:nvPr>
        </p:nvSpPr>
        <p:spPr>
          <a:xfrm>
            <a:off x="4000496" y="71414"/>
            <a:ext cx="5072066" cy="571504"/>
          </a:xfrm>
        </p:spPr>
        <p:txBody>
          <a:bodyPr/>
          <a:lstStyle>
            <a:lvl1pPr algn="r">
              <a:defRPr sz="2000" b="1"/>
            </a:lvl1pPr>
          </a:lstStyle>
          <a:p>
            <a:r>
              <a:rPr lang="es-ES"/>
              <a:t>Haga clic para modificar el estilo de título del patrón</a:t>
            </a:r>
            <a:endParaRPr lang="es-CO"/>
          </a:p>
        </p:txBody>
      </p:sp>
      <p:sp>
        <p:nvSpPr>
          <p:cNvPr id="3" name="2 Subtítulo"/>
          <p:cNvSpPr>
            <a:spLocks noGrp="1"/>
          </p:cNvSpPr>
          <p:nvPr>
            <p:ph type="subTitle" idx="1"/>
          </p:nvPr>
        </p:nvSpPr>
        <p:spPr>
          <a:xfrm>
            <a:off x="857224" y="857232"/>
            <a:ext cx="7715304" cy="500066"/>
          </a:xfrm>
        </p:spPr>
        <p:txBody>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5" name="5 Marcador de número de diapositiva">
            <a:extLst>
              <a:ext uri="{FF2B5EF4-FFF2-40B4-BE49-F238E27FC236}">
                <a16:creationId xmlns:a16="http://schemas.microsoft.com/office/drawing/2014/main" id="{047221BE-117B-43C8-9D2A-CE256401BAB4}"/>
              </a:ext>
            </a:extLst>
          </p:cNvPr>
          <p:cNvSpPr>
            <a:spLocks noGrp="1"/>
          </p:cNvSpPr>
          <p:nvPr>
            <p:ph type="sldNum" sz="quarter" idx="10"/>
          </p:nvPr>
        </p:nvSpPr>
        <p:spPr>
          <a:xfrm>
            <a:off x="71438" y="206375"/>
            <a:ext cx="785812" cy="365125"/>
          </a:xfrm>
        </p:spPr>
        <p:txBody>
          <a:bodyPr/>
          <a:lstStyle>
            <a:lvl1pPr>
              <a:defRPr sz="2200">
                <a:solidFill>
                  <a:schemeClr val="tx1"/>
                </a:solidFill>
              </a:defRPr>
            </a:lvl1pPr>
          </a:lstStyle>
          <a:p>
            <a:pPr>
              <a:defRPr/>
            </a:pPr>
            <a:fld id="{3532E1E3-6AB7-4D92-A33A-F043E6C5B717}" type="slidenum">
              <a:rPr lang="es-CO" altLang="es-CO"/>
              <a:pPr>
                <a:defRPr/>
              </a:pPr>
              <a:t>‹Nº›</a:t>
            </a:fld>
            <a:endParaRPr lang="es-CO" altLang="es-CO"/>
          </a:p>
        </p:txBody>
      </p:sp>
    </p:spTree>
    <p:extLst>
      <p:ext uri="{BB962C8B-B14F-4D97-AF65-F5344CB8AC3E}">
        <p14:creationId xmlns:p14="http://schemas.microsoft.com/office/powerpoint/2010/main" val="82761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5 Marcador de número de diapositiva" descr="&lt;No.&gt;">
            <a:extLst>
              <a:ext uri="{FF2B5EF4-FFF2-40B4-BE49-F238E27FC236}">
                <a16:creationId xmlns:a16="http://schemas.microsoft.com/office/drawing/2014/main" id="{61EBF708-C41B-44B1-97EC-CF1BBBC20C82}"/>
              </a:ext>
            </a:extLst>
          </p:cNvPr>
          <p:cNvSpPr>
            <a:spLocks noGrp="1"/>
          </p:cNvSpPr>
          <p:nvPr>
            <p:ph type="sldNum" sz="quarter" idx="10"/>
          </p:nvPr>
        </p:nvSpPr>
        <p:spPr/>
        <p:txBody>
          <a:bodyPr/>
          <a:lstStyle>
            <a:lvl1pPr>
              <a:defRPr/>
            </a:lvl1pPr>
          </a:lstStyle>
          <a:p>
            <a:pPr>
              <a:defRPr/>
            </a:pPr>
            <a:fld id="{7F219D7D-12FE-4B7D-95D8-6A0F2828D8E3}" type="slidenum">
              <a:rPr lang="es-CO" altLang="es-CO"/>
              <a:pPr>
                <a:defRPr/>
              </a:pPr>
              <a:t>‹Nº›</a:t>
            </a:fld>
            <a:endParaRPr lang="es-CO" altLang="es-CO"/>
          </a:p>
        </p:txBody>
      </p:sp>
    </p:spTree>
    <p:extLst>
      <p:ext uri="{BB962C8B-B14F-4D97-AF65-F5344CB8AC3E}">
        <p14:creationId xmlns:p14="http://schemas.microsoft.com/office/powerpoint/2010/main" val="470149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7224" y="2643182"/>
            <a:ext cx="77724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857224" y="107154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5 Marcador de número de diapositiva" descr="&lt;No.&gt;">
            <a:extLst>
              <a:ext uri="{FF2B5EF4-FFF2-40B4-BE49-F238E27FC236}">
                <a16:creationId xmlns:a16="http://schemas.microsoft.com/office/drawing/2014/main" id="{EE100265-4A3B-4F40-A5F0-770BFD064AE7}"/>
              </a:ext>
            </a:extLst>
          </p:cNvPr>
          <p:cNvSpPr>
            <a:spLocks noGrp="1"/>
          </p:cNvSpPr>
          <p:nvPr>
            <p:ph type="sldNum" sz="quarter" idx="10"/>
          </p:nvPr>
        </p:nvSpPr>
        <p:spPr/>
        <p:txBody>
          <a:bodyPr/>
          <a:lstStyle>
            <a:lvl1pPr>
              <a:defRPr/>
            </a:lvl1pPr>
          </a:lstStyle>
          <a:p>
            <a:pPr>
              <a:defRPr/>
            </a:pPr>
            <a:fld id="{58D14026-6FB7-464F-BD55-9983151CEDB0}" type="slidenum">
              <a:rPr lang="es-CO" altLang="es-CO"/>
              <a:pPr>
                <a:defRPr/>
              </a:pPr>
              <a:t>‹Nº›</a:t>
            </a:fld>
            <a:endParaRPr lang="es-CO" altLang="es-CO"/>
          </a:p>
        </p:txBody>
      </p:sp>
    </p:spTree>
    <p:extLst>
      <p:ext uri="{BB962C8B-B14F-4D97-AF65-F5344CB8AC3E}">
        <p14:creationId xmlns:p14="http://schemas.microsoft.com/office/powerpoint/2010/main" val="1351668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857224" y="2214554"/>
            <a:ext cx="3571900" cy="402589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4648200" y="2214554"/>
            <a:ext cx="4038600" cy="40005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5 Marcador de número de diapositiva" descr="&lt;No.&gt;">
            <a:extLst>
              <a:ext uri="{FF2B5EF4-FFF2-40B4-BE49-F238E27FC236}">
                <a16:creationId xmlns:a16="http://schemas.microsoft.com/office/drawing/2014/main" id="{DFF2B988-F19E-4F04-BD27-A48F39A01AB9}"/>
              </a:ext>
            </a:extLst>
          </p:cNvPr>
          <p:cNvSpPr>
            <a:spLocks noGrp="1"/>
          </p:cNvSpPr>
          <p:nvPr>
            <p:ph type="sldNum" sz="quarter" idx="10"/>
          </p:nvPr>
        </p:nvSpPr>
        <p:spPr/>
        <p:txBody>
          <a:bodyPr/>
          <a:lstStyle>
            <a:lvl1pPr>
              <a:defRPr/>
            </a:lvl1pPr>
          </a:lstStyle>
          <a:p>
            <a:pPr>
              <a:defRPr/>
            </a:pPr>
            <a:fld id="{97813DE1-EA20-4BEF-AB12-D2D69A6090C3}" type="slidenum">
              <a:rPr lang="es-CO" altLang="es-CO"/>
              <a:pPr>
                <a:defRPr/>
              </a:pPr>
              <a:t>‹Nº›</a:t>
            </a:fld>
            <a:endParaRPr lang="es-CO" altLang="es-CO"/>
          </a:p>
        </p:txBody>
      </p:sp>
    </p:spTree>
    <p:extLst>
      <p:ext uri="{BB962C8B-B14F-4D97-AF65-F5344CB8AC3E}">
        <p14:creationId xmlns:p14="http://schemas.microsoft.com/office/powerpoint/2010/main" val="254911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FF35CE3E-FD30-4207-9576-68F58A4C8E60}"/>
              </a:ext>
            </a:extLst>
          </p:cNvPr>
          <p:cNvSpPr>
            <a:spLocks noGrp="1"/>
          </p:cNvSpPr>
          <p:nvPr>
            <p:ph type="sldNum" sz="quarter" idx="10"/>
          </p:nvPr>
        </p:nvSpPr>
        <p:spPr/>
        <p:txBody>
          <a:bodyPr/>
          <a:lstStyle>
            <a:lvl1pPr>
              <a:defRPr/>
            </a:lvl1pPr>
          </a:lstStyle>
          <a:p>
            <a:pPr>
              <a:defRPr/>
            </a:pPr>
            <a:fld id="{92321CA9-07FE-4363-8077-5E54FDAF3616}" type="slidenum">
              <a:rPr lang="es-CO" altLang="es-CO"/>
              <a:pPr>
                <a:defRPr/>
              </a:pPr>
              <a:t>‹Nº›</a:t>
            </a:fld>
            <a:endParaRPr lang="es-CO" altLang="es-CO"/>
          </a:p>
        </p:txBody>
      </p:sp>
    </p:spTree>
    <p:extLst>
      <p:ext uri="{BB962C8B-B14F-4D97-AF65-F5344CB8AC3E}">
        <p14:creationId xmlns:p14="http://schemas.microsoft.com/office/powerpoint/2010/main" val="2912601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5 Marcador de número de diapositiva" descr="&lt;No.&gt;">
            <a:extLst>
              <a:ext uri="{FF2B5EF4-FFF2-40B4-BE49-F238E27FC236}">
                <a16:creationId xmlns:a16="http://schemas.microsoft.com/office/drawing/2014/main" id="{D69FD3F0-0EF5-4AC6-A81B-0CFD0FF773BF}"/>
              </a:ext>
            </a:extLst>
          </p:cNvPr>
          <p:cNvSpPr>
            <a:spLocks noGrp="1"/>
          </p:cNvSpPr>
          <p:nvPr>
            <p:ph type="sldNum" sz="quarter" idx="10"/>
          </p:nvPr>
        </p:nvSpPr>
        <p:spPr/>
        <p:txBody>
          <a:bodyPr/>
          <a:lstStyle>
            <a:lvl1pPr>
              <a:defRPr/>
            </a:lvl1pPr>
          </a:lstStyle>
          <a:p>
            <a:pPr>
              <a:defRPr/>
            </a:pPr>
            <a:fld id="{99BDF024-4D44-479D-901F-E26036C4C7D1}" type="slidenum">
              <a:rPr lang="es-CO" altLang="es-CO"/>
              <a:pPr>
                <a:defRPr/>
              </a:pPr>
              <a:t>‹Nº›</a:t>
            </a:fld>
            <a:endParaRPr lang="es-CO" altLang="es-CO"/>
          </a:p>
        </p:txBody>
      </p:sp>
    </p:spTree>
    <p:extLst>
      <p:ext uri="{BB962C8B-B14F-4D97-AF65-F5344CB8AC3E}">
        <p14:creationId xmlns:p14="http://schemas.microsoft.com/office/powerpoint/2010/main" val="344237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2" name="5 Marcador de número de diapositiva" descr="&lt;No.&gt;">
            <a:extLst>
              <a:ext uri="{FF2B5EF4-FFF2-40B4-BE49-F238E27FC236}">
                <a16:creationId xmlns:a16="http://schemas.microsoft.com/office/drawing/2014/main" id="{0FCC1E91-35AF-4149-AC6B-42626F30B614}"/>
              </a:ext>
            </a:extLst>
          </p:cNvPr>
          <p:cNvSpPr>
            <a:spLocks noGrp="1"/>
          </p:cNvSpPr>
          <p:nvPr>
            <p:ph type="sldNum" sz="quarter" idx="10"/>
          </p:nvPr>
        </p:nvSpPr>
        <p:spPr/>
        <p:txBody>
          <a:bodyPr/>
          <a:lstStyle>
            <a:lvl1pPr>
              <a:defRPr/>
            </a:lvl1pPr>
          </a:lstStyle>
          <a:p>
            <a:pPr>
              <a:defRPr/>
            </a:pPr>
            <a:fld id="{A38C22F4-EE15-4184-8A4F-C4124F2BE447}" type="slidenum">
              <a:rPr lang="es-CO" altLang="es-CO"/>
              <a:pPr>
                <a:defRPr/>
              </a:pPr>
              <a:t>‹Nº›</a:t>
            </a:fld>
            <a:endParaRPr lang="es-CO" altLang="es-CO"/>
          </a:p>
        </p:txBody>
      </p:sp>
    </p:spTree>
    <p:extLst>
      <p:ext uri="{BB962C8B-B14F-4D97-AF65-F5344CB8AC3E}">
        <p14:creationId xmlns:p14="http://schemas.microsoft.com/office/powerpoint/2010/main" val="3694708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857224" y="857232"/>
            <a:ext cx="3008313"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032250" y="85723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857224" y="200024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5 Marcador de número de diapositiva" descr="&lt;No.&gt;">
            <a:extLst>
              <a:ext uri="{FF2B5EF4-FFF2-40B4-BE49-F238E27FC236}">
                <a16:creationId xmlns:a16="http://schemas.microsoft.com/office/drawing/2014/main" id="{B1F7549D-979F-45AB-AD58-5BF7CB6DB37D}"/>
              </a:ext>
            </a:extLst>
          </p:cNvPr>
          <p:cNvSpPr>
            <a:spLocks noGrp="1"/>
          </p:cNvSpPr>
          <p:nvPr>
            <p:ph type="sldNum" sz="quarter" idx="10"/>
          </p:nvPr>
        </p:nvSpPr>
        <p:spPr/>
        <p:txBody>
          <a:bodyPr/>
          <a:lstStyle>
            <a:lvl1pPr>
              <a:defRPr/>
            </a:lvl1pPr>
          </a:lstStyle>
          <a:p>
            <a:pPr>
              <a:defRPr/>
            </a:pPr>
            <a:fld id="{BCCB0E3D-5246-46A6-A0B3-053B7FB2AE0D}" type="slidenum">
              <a:rPr lang="es-CO" altLang="es-CO"/>
              <a:pPr>
                <a:defRPr/>
              </a:pPr>
              <a:t>‹Nº›</a:t>
            </a:fld>
            <a:endParaRPr lang="es-CO" altLang="es-CO"/>
          </a:p>
        </p:txBody>
      </p:sp>
    </p:spTree>
    <p:extLst>
      <p:ext uri="{BB962C8B-B14F-4D97-AF65-F5344CB8AC3E}">
        <p14:creationId xmlns:p14="http://schemas.microsoft.com/office/powerpoint/2010/main" val="39624281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5072074"/>
            <a:ext cx="54864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1792288" y="928670"/>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CO" noProof="0"/>
          </a:p>
        </p:txBody>
      </p:sp>
      <p:sp>
        <p:nvSpPr>
          <p:cNvPr id="4" name="5 Marcador de número de diapositiva" descr="&lt;No.&gt;">
            <a:extLst>
              <a:ext uri="{FF2B5EF4-FFF2-40B4-BE49-F238E27FC236}">
                <a16:creationId xmlns:a16="http://schemas.microsoft.com/office/drawing/2014/main" id="{3328A9B1-3ED4-438D-8E87-64D0CD3849DF}"/>
              </a:ext>
            </a:extLst>
          </p:cNvPr>
          <p:cNvSpPr>
            <a:spLocks noGrp="1"/>
          </p:cNvSpPr>
          <p:nvPr>
            <p:ph type="sldNum" sz="quarter" idx="10"/>
          </p:nvPr>
        </p:nvSpPr>
        <p:spPr/>
        <p:txBody>
          <a:bodyPr/>
          <a:lstStyle>
            <a:lvl1pPr>
              <a:defRPr/>
            </a:lvl1pPr>
          </a:lstStyle>
          <a:p>
            <a:pPr>
              <a:defRPr/>
            </a:pPr>
            <a:fld id="{1F9056AB-9AE7-49AD-9364-B4271C824DC3}" type="slidenum">
              <a:rPr lang="es-CO" altLang="es-CO"/>
              <a:pPr>
                <a:defRPr/>
              </a:pPr>
              <a:t>‹Nº›</a:t>
            </a:fld>
            <a:endParaRPr lang="es-CO" altLang="es-CO"/>
          </a:p>
        </p:txBody>
      </p:sp>
    </p:spTree>
    <p:extLst>
      <p:ext uri="{BB962C8B-B14F-4D97-AF65-F5344CB8AC3E}">
        <p14:creationId xmlns:p14="http://schemas.microsoft.com/office/powerpoint/2010/main" val="400089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D1179B3-E3F7-8DF3-ABF5-4D23297F00F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8E192CF-B8E8-68F7-E0A0-A63F6554F90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113D34-63A4-3585-73E1-7A6563CC9FF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F7635E-2D71-42E7-9E6C-FBB85A15A85F}" type="datetimeFigureOut">
              <a:rPr lang="es-CO" smtClean="0"/>
              <a:t>10/10/25</a:t>
            </a:fld>
            <a:endParaRPr lang="es-CO"/>
          </a:p>
        </p:txBody>
      </p:sp>
      <p:sp>
        <p:nvSpPr>
          <p:cNvPr id="5" name="Marcador de pie de página 4">
            <a:extLst>
              <a:ext uri="{FF2B5EF4-FFF2-40B4-BE49-F238E27FC236}">
                <a16:creationId xmlns:a16="http://schemas.microsoft.com/office/drawing/2014/main" id="{7A79372D-5D91-7624-4D7B-06BE31EEB2D0}"/>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C7491E14-EF87-176A-B3C5-BCD96C5D38A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153FCAA-A8F6-46C0-A16D-21FE2511045A}" type="slidenum">
              <a:rPr lang="es-CO" altLang="es-CO" smtClean="0"/>
              <a:pPr>
                <a:defRPr/>
              </a:pPr>
              <a:t>‹Nº›</a:t>
            </a:fld>
            <a:endParaRPr lang="es-CO" altLang="es-CO"/>
          </a:p>
        </p:txBody>
      </p:sp>
      <p:sp>
        <p:nvSpPr>
          <p:cNvPr id="7" name="6 Rectángulo">
            <a:extLst>
              <a:ext uri="{FF2B5EF4-FFF2-40B4-BE49-F238E27FC236}">
                <a16:creationId xmlns:a16="http://schemas.microsoft.com/office/drawing/2014/main" id="{7B0CA632-E545-9F27-F48F-19EBC6FED7F0}"/>
              </a:ext>
            </a:extLst>
          </p:cNvPr>
          <p:cNvSpPr/>
          <p:nvPr userDrawn="1"/>
        </p:nvSpPr>
        <p:spPr>
          <a:xfrm>
            <a:off x="0" y="5786438"/>
            <a:ext cx="9144000" cy="1071562"/>
          </a:xfrm>
          <a:prstGeom prst="rect">
            <a:avLst/>
          </a:prstGeom>
          <a:solidFill>
            <a:srgbClr val="D5D6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CO"/>
          </a:p>
        </p:txBody>
      </p:sp>
    </p:spTree>
    <p:extLst>
      <p:ext uri="{BB962C8B-B14F-4D97-AF65-F5344CB8AC3E}">
        <p14:creationId xmlns:p14="http://schemas.microsoft.com/office/powerpoint/2010/main" val="8775095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77"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s-CO"/>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13.pn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30.png"/></Relationships>
</file>

<file path=ppt/slides/_rels/slide1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7" Type="http://schemas.openxmlformats.org/officeDocument/2006/relationships/image" Target="../media/image28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7"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8.xml"/><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7" Type="http://schemas.openxmlformats.org/officeDocument/2006/relationships/image" Target="../media/image340.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a:extLst>
              <a:ext uri="{FF2B5EF4-FFF2-40B4-BE49-F238E27FC236}">
                <a16:creationId xmlns:a16="http://schemas.microsoft.com/office/drawing/2014/main" id="{612B5792-076C-452D-8592-DDADCC263C58}"/>
              </a:ext>
            </a:extLst>
          </p:cNvPr>
          <p:cNvSpPr>
            <a:spLocks noGrp="1"/>
          </p:cNvSpPr>
          <p:nvPr>
            <p:ph type="ctrTitle"/>
          </p:nvPr>
        </p:nvSpPr>
        <p:spPr>
          <a:xfrm>
            <a:off x="0" y="-28575"/>
            <a:ext cx="779463" cy="720725"/>
          </a:xfrm>
        </p:spPr>
        <p:txBody>
          <a:bodyPr/>
          <a:lstStyle/>
          <a:p>
            <a:pPr algn="ctr" eaLnBrk="1" hangingPunct="1"/>
            <a:r>
              <a:rPr lang="es-CO" altLang="es-CO" sz="3600"/>
              <a:t>1</a:t>
            </a:r>
          </a:p>
        </p:txBody>
      </p:sp>
      <p:sp>
        <p:nvSpPr>
          <p:cNvPr id="5124" name="2 Subtítulo">
            <a:extLst>
              <a:ext uri="{FF2B5EF4-FFF2-40B4-BE49-F238E27FC236}">
                <a16:creationId xmlns:a16="http://schemas.microsoft.com/office/drawing/2014/main" id="{75207037-66AB-408E-B44C-6489E27F4A1E}"/>
              </a:ext>
            </a:extLst>
          </p:cNvPr>
          <p:cNvSpPr txBox="1">
            <a:spLocks/>
          </p:cNvSpPr>
          <p:nvPr/>
        </p:nvSpPr>
        <p:spPr bwMode="auto">
          <a:xfrm>
            <a:off x="779463" y="5733256"/>
            <a:ext cx="640080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None/>
            </a:pPr>
            <a:r>
              <a:rPr lang="es-CO" altLang="es-CO" sz="2800">
                <a:solidFill>
                  <a:srgbClr val="898989"/>
                </a:solidFill>
              </a:rPr>
              <a:t>Jheyson F. Villavisan B</a:t>
            </a:r>
            <a:endParaRPr lang="es-CO" altLang="es-CO" sz="1800">
              <a:solidFill>
                <a:srgbClr val="898989"/>
              </a:solidFill>
            </a:endParaRPr>
          </a:p>
          <a:p>
            <a:pPr eaLnBrk="1" hangingPunct="1">
              <a:buFont typeface="Arial" panose="020B0604020202020204" pitchFamily="34" charset="0"/>
              <a:buNone/>
            </a:pPr>
            <a:endParaRPr lang="es-CO" altLang="es-CO" sz="2400">
              <a:solidFill>
                <a:srgbClr val="898989"/>
              </a:solidFill>
            </a:endParaRPr>
          </a:p>
        </p:txBody>
      </p:sp>
      <p:sp>
        <p:nvSpPr>
          <p:cNvPr id="10" name="2 Subtítulo">
            <a:extLst>
              <a:ext uri="{FF2B5EF4-FFF2-40B4-BE49-F238E27FC236}">
                <a16:creationId xmlns:a16="http://schemas.microsoft.com/office/drawing/2014/main" id="{0D52910C-C7FF-51AD-9B9D-1A390D5FFE1B}"/>
              </a:ext>
            </a:extLst>
          </p:cNvPr>
          <p:cNvSpPr txBox="1">
            <a:spLocks/>
          </p:cNvSpPr>
          <p:nvPr/>
        </p:nvSpPr>
        <p:spPr bwMode="auto">
          <a:xfrm>
            <a:off x="2195736" y="3178968"/>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1028" name="Picture 4" descr="Programas - Intranet ETITC">
            <a:extLst>
              <a:ext uri="{FF2B5EF4-FFF2-40B4-BE49-F238E27FC236}">
                <a16:creationId xmlns:a16="http://schemas.microsoft.com/office/drawing/2014/main" id="{86BA1783-B2FE-6B6A-8793-A57527FC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a:t>OBJETIVO</a:t>
            </a:r>
          </a:p>
        </p:txBody>
      </p:sp>
      <p:sp>
        <p:nvSpPr>
          <p:cNvPr id="4" name="Marcador de texto 3">
            <a:extLst>
              <a:ext uri="{FF2B5EF4-FFF2-40B4-BE49-F238E27FC236}">
                <a16:creationId xmlns:a16="http://schemas.microsoft.com/office/drawing/2014/main" id="{2C7E43D4-8286-4BEE-907B-3A35AE701C90}"/>
              </a:ext>
            </a:extLst>
          </p:cNvPr>
          <p:cNvSpPr>
            <a:spLocks noGrp="1"/>
          </p:cNvSpPr>
          <p:nvPr>
            <p:ph type="body" sz="half" idx="2"/>
          </p:nvPr>
        </p:nvSpPr>
        <p:spPr>
          <a:xfrm>
            <a:off x="1177442" y="3561905"/>
            <a:ext cx="7576605" cy="4691063"/>
          </a:xfrm>
        </p:spPr>
        <p:txBody>
          <a:bodyPr>
            <a:normAutofit/>
          </a:bodyPr>
          <a:lstStyle/>
          <a:p>
            <a:pPr algn="just"/>
            <a:r>
              <a:rPr lang="es-ES" sz="2400" b="0" i="0">
                <a:effectLst/>
                <a:latin typeface="Söhne"/>
              </a:rPr>
              <a:t>Comprender </a:t>
            </a:r>
            <a:r>
              <a:rPr lang="es-ES" sz="2400">
                <a:latin typeface="Söhne"/>
              </a:rPr>
              <a:t>el concepto de estabilidad</a:t>
            </a:r>
            <a:r>
              <a:rPr lang="es-ES" sz="2400" b="0" i="0">
                <a:effectLst/>
                <a:latin typeface="Söhne"/>
              </a:rPr>
              <a:t>.</a:t>
            </a:r>
            <a:endParaRPr lang="es-CO" sz="1600"/>
          </a:p>
        </p:txBody>
      </p:sp>
      <p:pic>
        <p:nvPicPr>
          <p:cNvPr id="6" name="Gráfico 5" descr="Diana con relleno sólido">
            <a:extLst>
              <a:ext uri="{FF2B5EF4-FFF2-40B4-BE49-F238E27FC236}">
                <a16:creationId xmlns:a16="http://schemas.microsoft.com/office/drawing/2014/main" id="{46E1A899-6475-4C36-890B-85392BBFA90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85912" y="1696299"/>
            <a:ext cx="914400" cy="914400"/>
          </a:xfrm>
          <a:prstGeom prst="rect">
            <a:avLst/>
          </a:prstGeom>
        </p:spPr>
      </p:pic>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3</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145089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Estabilidad</a:t>
            </a:r>
          </a:p>
        </p:txBody>
      </p:sp>
      <p:sp>
        <p:nvSpPr>
          <p:cNvPr id="4" name="Marcador de texto 3">
            <a:extLst>
              <a:ext uri="{FF2B5EF4-FFF2-40B4-BE49-F238E27FC236}">
                <a16:creationId xmlns:a16="http://schemas.microsoft.com/office/drawing/2014/main" id="{2C7E43D4-8286-4BEE-907B-3A35AE701C90}"/>
              </a:ext>
            </a:extLst>
          </p:cNvPr>
          <p:cNvSpPr>
            <a:spLocks noGrp="1"/>
          </p:cNvSpPr>
          <p:nvPr>
            <p:ph type="body" sz="half" idx="2"/>
          </p:nvPr>
        </p:nvSpPr>
        <p:spPr>
          <a:xfrm>
            <a:off x="1032565" y="2288363"/>
            <a:ext cx="7576605" cy="4691063"/>
          </a:xfrm>
        </p:spPr>
        <p:txBody>
          <a:bodyPr>
            <a:normAutofit/>
          </a:bodyPr>
          <a:lstStyle/>
          <a:p>
            <a:pPr algn="just"/>
            <a:r>
              <a:rPr lang="es-ES" sz="2400">
                <a:latin typeface="Söhne"/>
              </a:rPr>
              <a:t>En</a:t>
            </a:r>
            <a:r>
              <a:rPr lang="es-ES" sz="2400" b="0" i="0">
                <a:effectLst/>
                <a:latin typeface="Söhne"/>
              </a:rPr>
              <a:t> sistema de control se considera BIBO estable si, para cualquier entrada acotada (limitada), la salida también está acotada y no crece infinitamente con el tiempo. Esto significa que las perturbaciones o entradas limitadas no provocarán una respuesta incontrolada en el sistema.</a:t>
            </a:r>
            <a:endParaRPr lang="es-CO" sz="110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4</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Tree>
    <p:extLst>
      <p:ext uri="{BB962C8B-B14F-4D97-AF65-F5344CB8AC3E}">
        <p14:creationId xmlns:p14="http://schemas.microsoft.com/office/powerpoint/2010/main" val="5827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5</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1FAA14E2-F47D-EB19-C218-5AE6A78B3114}"/>
              </a:ext>
            </a:extLst>
          </p:cNvPr>
          <p:cNvSpPr txBox="1"/>
          <p:nvPr/>
        </p:nvSpPr>
        <p:spPr>
          <a:xfrm>
            <a:off x="535020" y="2575198"/>
            <a:ext cx="5710137" cy="2862322"/>
          </a:xfrm>
          <a:prstGeom prst="rect">
            <a:avLst/>
          </a:prstGeom>
          <a:noFill/>
        </p:spPr>
        <p:txBody>
          <a:bodyPr wrap="square" rtlCol="0">
            <a:spAutoFit/>
          </a:bodyPr>
          <a:lstStyle/>
          <a:p>
            <a:endParaRPr lang="es-ES"/>
          </a:p>
          <a:p>
            <a:r>
              <a:rPr lang="en-US"/>
              <a:t>polos y ceros</a:t>
            </a:r>
          </a:p>
          <a:p>
            <a:endParaRPr lang="en-US"/>
          </a:p>
          <a:p>
            <a:pPr algn="l">
              <a:buFont typeface="Arial" panose="020B0604020202020204" pitchFamily="34" charset="0"/>
              <a:buChar char="•"/>
            </a:pPr>
            <a:r>
              <a:rPr lang="es-ES" b="0" i="0">
                <a:effectLst/>
                <a:latin typeface="Söhne"/>
              </a:rPr>
              <a:t>Los polos son las raíces del denominador de la función de transferencia de un sistema. Son los valores de </a:t>
            </a:r>
            <a:r>
              <a:rPr lang="es-ES" b="0" i="1" u="sng">
                <a:effectLst/>
                <a:latin typeface="KaTeX_Math"/>
              </a:rPr>
              <a:t>s</a:t>
            </a:r>
            <a:r>
              <a:rPr lang="es-ES" b="0" i="0">
                <a:effectLst/>
                <a:latin typeface="Söhne"/>
              </a:rPr>
              <a:t> que hacen que el denominador sea igual a cero.</a:t>
            </a:r>
          </a:p>
          <a:p>
            <a:pPr algn="l">
              <a:buFont typeface="Arial" panose="020B0604020202020204" pitchFamily="34" charset="0"/>
              <a:buChar char="•"/>
            </a:pPr>
            <a:r>
              <a:rPr lang="es-ES" b="0" i="0">
                <a:effectLst/>
                <a:latin typeface="Söhne"/>
              </a:rPr>
              <a:t>Los ceros son las raíces del numerador de la función de transferencia. Son los valores de </a:t>
            </a:r>
            <a:r>
              <a:rPr lang="es-ES" b="0" i="1" u="sng">
                <a:effectLst/>
                <a:latin typeface="KaTeX_Math"/>
              </a:rPr>
              <a:t>s</a:t>
            </a:r>
            <a:r>
              <a:rPr lang="es-ES" b="0" i="0">
                <a:effectLst/>
                <a:latin typeface="Söhne"/>
              </a:rPr>
              <a:t> que hacen que el numerador sea igual a cero.</a:t>
            </a:r>
          </a:p>
          <a:p>
            <a:endParaRPr lang="en-US"/>
          </a:p>
        </p:txBody>
      </p:sp>
      <p:pic>
        <p:nvPicPr>
          <p:cNvPr id="7" name="Imagen 6">
            <a:extLst>
              <a:ext uri="{FF2B5EF4-FFF2-40B4-BE49-F238E27FC236}">
                <a16:creationId xmlns:a16="http://schemas.microsoft.com/office/drawing/2014/main" id="{673E9F04-0E74-A354-E48C-5C4277071856}"/>
              </a:ext>
            </a:extLst>
          </p:cNvPr>
          <p:cNvPicPr>
            <a:picLocks noChangeAspect="1"/>
          </p:cNvPicPr>
          <p:nvPr/>
        </p:nvPicPr>
        <p:blipFill>
          <a:blip r:embed="rId3"/>
          <a:stretch>
            <a:fillRect/>
          </a:stretch>
        </p:blipFill>
        <p:spPr>
          <a:xfrm>
            <a:off x="5497678" y="551992"/>
            <a:ext cx="3582504" cy="2739890"/>
          </a:xfrm>
          <a:prstGeom prst="rect">
            <a:avLst/>
          </a:prstGeom>
        </p:spPr>
      </p:pic>
      <p:pic>
        <p:nvPicPr>
          <p:cNvPr id="8" name="Imagen 7">
            <a:extLst>
              <a:ext uri="{FF2B5EF4-FFF2-40B4-BE49-F238E27FC236}">
                <a16:creationId xmlns:a16="http://schemas.microsoft.com/office/drawing/2014/main" id="{63AA90F1-B536-0695-DF92-F617B8AD2E9A}"/>
              </a:ext>
            </a:extLst>
          </p:cNvPr>
          <p:cNvPicPr>
            <a:picLocks noChangeAspect="1"/>
          </p:cNvPicPr>
          <p:nvPr/>
        </p:nvPicPr>
        <p:blipFill>
          <a:blip r:embed="rId4"/>
          <a:stretch>
            <a:fillRect/>
          </a:stretch>
        </p:blipFill>
        <p:spPr>
          <a:xfrm>
            <a:off x="6337883" y="2143645"/>
            <a:ext cx="963642" cy="722337"/>
          </a:xfrm>
          <a:prstGeom prst="rect">
            <a:avLst/>
          </a:prstGeom>
        </p:spPr>
      </p:pic>
    </p:spTree>
    <p:extLst>
      <p:ext uri="{BB962C8B-B14F-4D97-AF65-F5344CB8AC3E}">
        <p14:creationId xmlns:p14="http://schemas.microsoft.com/office/powerpoint/2010/main" val="128213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6</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1FAA14E2-F47D-EB19-C218-5AE6A78B3114}"/>
              </a:ext>
            </a:extLst>
          </p:cNvPr>
          <p:cNvSpPr txBox="1"/>
          <p:nvPr/>
        </p:nvSpPr>
        <p:spPr>
          <a:xfrm>
            <a:off x="573931" y="2759311"/>
            <a:ext cx="7081737" cy="3970318"/>
          </a:xfrm>
          <a:prstGeom prst="rect">
            <a:avLst/>
          </a:prstGeom>
          <a:noFill/>
        </p:spPr>
        <p:txBody>
          <a:bodyPr wrap="square" rtlCol="0">
            <a:spAutoFit/>
          </a:bodyPr>
          <a:lstStyle/>
          <a:p>
            <a:endParaRPr lang="es-ES" dirty="0"/>
          </a:p>
          <a:p>
            <a:r>
              <a:rPr lang="es-CO" dirty="0"/>
              <a:t>Criterio</a:t>
            </a:r>
            <a:r>
              <a:rPr lang="en-US" dirty="0"/>
              <a:t> de polos y ceros</a:t>
            </a:r>
          </a:p>
          <a:p>
            <a:endParaRPr lang="en-US" dirty="0"/>
          </a:p>
          <a:p>
            <a:pPr algn="l">
              <a:buFont typeface="Arial" panose="020B0604020202020204" pitchFamily="34" charset="0"/>
              <a:buChar char="•"/>
            </a:pPr>
            <a:r>
              <a:rPr lang="es-ES" b="0" i="0" dirty="0">
                <a:effectLst/>
                <a:latin typeface="Söhne"/>
              </a:rPr>
              <a:t>Para determinar la estabilidad de un sistema, se observa la ubicación de sus polos en el plano complejo. Un sistema es estable si todos los polos tienen parte real negativa (se encuentran en el semiplano izquierdo del plano complejo).</a:t>
            </a:r>
          </a:p>
          <a:p>
            <a:pPr algn="l">
              <a:buFont typeface="Arial" panose="020B0604020202020204" pitchFamily="34" charset="0"/>
              <a:buChar char="•"/>
            </a:pPr>
            <a:r>
              <a:rPr lang="es-ES" b="0" i="0" dirty="0">
                <a:effectLst/>
                <a:latin typeface="Söhne"/>
              </a:rPr>
              <a:t>La estabilidad se relaciona directamente con la ubicación de los polos en el plano </a:t>
            </a:r>
            <a:r>
              <a:rPr lang="es-ES" b="0" i="1" u="sng" dirty="0">
                <a:effectLst/>
                <a:latin typeface="KaTeX_Math"/>
              </a:rPr>
              <a:t>s</a:t>
            </a:r>
            <a:r>
              <a:rPr lang="es-ES" b="0" i="0" dirty="0">
                <a:effectLst/>
                <a:latin typeface="Söhne"/>
              </a:rPr>
              <a:t>. Si todos los polos están en la región de estabilidad (es decir, con parte real negativa), el sistema es estable.</a:t>
            </a:r>
          </a:p>
          <a:p>
            <a:pPr algn="l">
              <a:buFont typeface="Arial" panose="020B0604020202020204" pitchFamily="34" charset="0"/>
              <a:buChar char="•"/>
            </a:pPr>
            <a:r>
              <a:rPr lang="es-ES" b="0" i="0" dirty="0">
                <a:effectLst/>
                <a:latin typeface="Söhne"/>
              </a:rPr>
              <a:t>Si al menos un polo tiene parte real positiva (se encuentra en el semiplano derecho del plano complejo), el sistema es inestable, lo que significa que su respuesta crece indefinidamente con el tiempo.</a:t>
            </a:r>
          </a:p>
          <a:p>
            <a:endParaRPr lang="en-US" dirty="0"/>
          </a:p>
        </p:txBody>
      </p:sp>
      <p:pic>
        <p:nvPicPr>
          <p:cNvPr id="7" name="Imagen 6">
            <a:extLst>
              <a:ext uri="{FF2B5EF4-FFF2-40B4-BE49-F238E27FC236}">
                <a16:creationId xmlns:a16="http://schemas.microsoft.com/office/drawing/2014/main" id="{673E9F04-0E74-A354-E48C-5C4277071856}"/>
              </a:ext>
            </a:extLst>
          </p:cNvPr>
          <p:cNvPicPr>
            <a:picLocks noChangeAspect="1"/>
          </p:cNvPicPr>
          <p:nvPr/>
        </p:nvPicPr>
        <p:blipFill>
          <a:blip r:embed="rId3"/>
          <a:stretch>
            <a:fillRect/>
          </a:stretch>
        </p:blipFill>
        <p:spPr>
          <a:xfrm>
            <a:off x="5318461" y="838827"/>
            <a:ext cx="3582504" cy="2739890"/>
          </a:xfrm>
          <a:prstGeom prst="rect">
            <a:avLst/>
          </a:prstGeom>
        </p:spPr>
      </p:pic>
      <p:pic>
        <p:nvPicPr>
          <p:cNvPr id="8" name="Imagen 7">
            <a:extLst>
              <a:ext uri="{FF2B5EF4-FFF2-40B4-BE49-F238E27FC236}">
                <a16:creationId xmlns:a16="http://schemas.microsoft.com/office/drawing/2014/main" id="{63AA90F1-B536-0695-DF92-F617B8AD2E9A}"/>
              </a:ext>
            </a:extLst>
          </p:cNvPr>
          <p:cNvPicPr>
            <a:picLocks noChangeAspect="1"/>
          </p:cNvPicPr>
          <p:nvPr/>
        </p:nvPicPr>
        <p:blipFill>
          <a:blip r:embed="rId4"/>
          <a:stretch>
            <a:fillRect/>
          </a:stretch>
        </p:blipFill>
        <p:spPr>
          <a:xfrm>
            <a:off x="6158666" y="2430480"/>
            <a:ext cx="963642" cy="722337"/>
          </a:xfrm>
          <a:prstGeom prst="rect">
            <a:avLst/>
          </a:prstGeom>
        </p:spPr>
      </p:pic>
    </p:spTree>
    <p:extLst>
      <p:ext uri="{BB962C8B-B14F-4D97-AF65-F5344CB8AC3E}">
        <p14:creationId xmlns:p14="http://schemas.microsoft.com/office/powerpoint/2010/main" val="2260539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9592" y="1676852"/>
            <a:ext cx="3008313" cy="1162050"/>
          </a:xfrm>
        </p:spPr>
        <p:txBody>
          <a:bodyPr/>
          <a:lstStyle/>
          <a:p>
            <a:r>
              <a:rPr lang="es-CO" b="1"/>
              <a:t>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7</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1FAA14E2-F47D-EB19-C218-5AE6A78B3114}"/>
              </a:ext>
            </a:extLst>
          </p:cNvPr>
          <p:cNvSpPr txBox="1"/>
          <p:nvPr/>
        </p:nvSpPr>
        <p:spPr>
          <a:xfrm>
            <a:off x="573931" y="2759311"/>
            <a:ext cx="7081737" cy="3693319"/>
          </a:xfrm>
          <a:prstGeom prst="rect">
            <a:avLst/>
          </a:prstGeom>
          <a:noFill/>
        </p:spPr>
        <p:txBody>
          <a:bodyPr wrap="square" rtlCol="0">
            <a:spAutoFit/>
          </a:bodyPr>
          <a:lstStyle/>
          <a:p>
            <a:endParaRPr lang="es-ES" dirty="0"/>
          </a:p>
          <a:p>
            <a:r>
              <a:rPr lang="es-CO" dirty="0"/>
              <a:t>Criterio</a:t>
            </a:r>
            <a:r>
              <a:rPr lang="en-US" dirty="0"/>
              <a:t> de polos y ceros</a:t>
            </a:r>
          </a:p>
          <a:p>
            <a:endParaRPr lang="en-US" dirty="0"/>
          </a:p>
          <a:p>
            <a:pPr algn="l">
              <a:buFont typeface="Arial" panose="020B0604020202020204" pitchFamily="34" charset="0"/>
              <a:buChar char="•"/>
            </a:pPr>
            <a:r>
              <a:rPr lang="es-ES" b="0" i="0" dirty="0">
                <a:effectLst/>
                <a:latin typeface="Söhne"/>
              </a:rPr>
              <a:t>El criterio de polos y ceros se aplica a menudo en el contexto del "lugar de las raíces". Este método analiza cómo varía la ubicación de los polos a medida que un parámetro (como el coeficiente de realimentación) cambia en la función de transferencia.</a:t>
            </a:r>
          </a:p>
          <a:p>
            <a:pPr algn="l">
              <a:buFont typeface="Arial" panose="020B0604020202020204" pitchFamily="34" charset="0"/>
              <a:buChar char="•"/>
            </a:pPr>
            <a:r>
              <a:rPr lang="es-ES" b="0" i="0" dirty="0">
                <a:effectLst/>
                <a:latin typeface="Söhne"/>
              </a:rPr>
              <a:t>Al trazar el "lugar de las raíces" en el plano complejo (un gráfico que muestra la ubicación de los polos a medida que el parámetro varía), se puede determinar cómo los cambios en el sistema afectan su estabilidad.</a:t>
            </a:r>
          </a:p>
          <a:p>
            <a:pPr algn="l">
              <a:buFont typeface="Arial" panose="020B0604020202020204" pitchFamily="34" charset="0"/>
              <a:buChar char="•"/>
            </a:pPr>
            <a:r>
              <a:rPr lang="es-ES" b="0" i="0" dirty="0">
                <a:effectLst/>
                <a:latin typeface="Söhne"/>
              </a:rPr>
              <a:t>Si el lugar de las raíces cruza el eje imaginario y entra en el semiplano derecho, el sistema se vuelve inestable.</a:t>
            </a:r>
          </a:p>
          <a:p>
            <a:endParaRPr lang="en-US" dirty="0"/>
          </a:p>
        </p:txBody>
      </p:sp>
      <p:pic>
        <p:nvPicPr>
          <p:cNvPr id="7" name="Imagen 6">
            <a:extLst>
              <a:ext uri="{FF2B5EF4-FFF2-40B4-BE49-F238E27FC236}">
                <a16:creationId xmlns:a16="http://schemas.microsoft.com/office/drawing/2014/main" id="{673E9F04-0E74-A354-E48C-5C4277071856}"/>
              </a:ext>
            </a:extLst>
          </p:cNvPr>
          <p:cNvPicPr>
            <a:picLocks noChangeAspect="1"/>
          </p:cNvPicPr>
          <p:nvPr/>
        </p:nvPicPr>
        <p:blipFill>
          <a:blip r:embed="rId3"/>
          <a:stretch>
            <a:fillRect/>
          </a:stretch>
        </p:blipFill>
        <p:spPr>
          <a:xfrm>
            <a:off x="5318461" y="838827"/>
            <a:ext cx="3582504" cy="2739890"/>
          </a:xfrm>
          <a:prstGeom prst="rect">
            <a:avLst/>
          </a:prstGeom>
        </p:spPr>
      </p:pic>
      <p:pic>
        <p:nvPicPr>
          <p:cNvPr id="8" name="Imagen 7">
            <a:extLst>
              <a:ext uri="{FF2B5EF4-FFF2-40B4-BE49-F238E27FC236}">
                <a16:creationId xmlns:a16="http://schemas.microsoft.com/office/drawing/2014/main" id="{63AA90F1-B536-0695-DF92-F617B8AD2E9A}"/>
              </a:ext>
            </a:extLst>
          </p:cNvPr>
          <p:cNvPicPr>
            <a:picLocks noChangeAspect="1"/>
          </p:cNvPicPr>
          <p:nvPr/>
        </p:nvPicPr>
        <p:blipFill>
          <a:blip r:embed="rId4"/>
          <a:stretch>
            <a:fillRect/>
          </a:stretch>
        </p:blipFill>
        <p:spPr>
          <a:xfrm>
            <a:off x="6158666" y="2430480"/>
            <a:ext cx="963642" cy="722337"/>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212E71F-009F-8267-40A4-B77DDB8ED45B}"/>
                  </a:ext>
                </a:extLst>
              </p:cNvPr>
              <p:cNvSpPr txBox="1"/>
              <p:nvPr/>
            </p:nvSpPr>
            <p:spPr>
              <a:xfrm>
                <a:off x="482841" y="1113940"/>
                <a:ext cx="2539093" cy="430439"/>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m:rPr>
                            <m:nor/>
                          </m:rPr>
                          <a:rPr lang="en-US" i="1"/>
                          <m:t>s</m:t>
                        </m:r>
                        <m:r>
                          <m:rPr>
                            <m:nor/>
                          </m:rPr>
                          <a:rPr lang="es-ES" b="0" i="0" smtClean="0"/>
                          <m:t>^2 </m:t>
                        </m:r>
                        <m:r>
                          <m:rPr>
                            <m:nor/>
                          </m:rPr>
                          <a:rPr lang="en-US"/>
                          <m:t>+2</m:t>
                        </m:r>
                        <m:r>
                          <m:rPr>
                            <m:nor/>
                          </m:rPr>
                          <a:rPr lang="el-GR" i="1"/>
                          <m:t>ζω</m:t>
                        </m:r>
                        <m:r>
                          <m:rPr>
                            <m:nor/>
                          </m:rPr>
                          <a:rPr lang="en-US" i="1"/>
                          <m:t>n</m:t>
                        </m:r>
                        <m:r>
                          <m:rPr>
                            <m:nor/>
                          </m:rPr>
                          <a:rPr lang="en-US"/>
                          <m:t>​</m:t>
                        </m:r>
                        <m:r>
                          <m:rPr>
                            <m:nor/>
                          </m:rPr>
                          <a:rPr lang="en-US" i="1"/>
                          <m:t>s</m:t>
                        </m:r>
                        <m:r>
                          <m:rPr>
                            <m:nor/>
                          </m:rPr>
                          <a:rPr lang="en-US"/>
                          <m:t>+</m:t>
                        </m:r>
                        <m:r>
                          <m:rPr>
                            <m:nor/>
                          </m:rPr>
                          <a:rPr lang="el-GR" i="1"/>
                          <m:t>ω</m:t>
                        </m:r>
                        <m:r>
                          <m:rPr>
                            <m:nor/>
                          </m:rPr>
                          <a:rPr lang="en-US" i="1"/>
                          <m:t>n</m:t>
                        </m:r>
                        <m:r>
                          <m:rPr>
                            <m:nor/>
                          </m:rPr>
                          <a:rPr lang="es-ES" b="0" i="1" smtClean="0"/>
                          <m:t>^</m:t>
                        </m:r>
                        <m:r>
                          <m:rPr>
                            <m:nor/>
                          </m:rPr>
                          <a:rPr lang="en-US"/>
                          <m:t>2​​</m:t>
                        </m:r>
                        <m:r>
                          <m:rPr>
                            <m:nor/>
                          </m:rPr>
                          <a:rPr lang="en-US" dirty="0"/>
                          <m:t> </m:t>
                        </m:r>
                      </m:den>
                    </m:f>
                  </m:oMath>
                </a14:m>
                <a:r>
                  <a:rPr lang="en-US" dirty="0"/>
                  <a:t> </a:t>
                </a:r>
              </a:p>
            </p:txBody>
          </p:sp>
        </mc:Choice>
        <mc:Fallback xmlns="">
          <p:sp>
            <p:nvSpPr>
              <p:cNvPr id="9" name="CuadroTexto 8">
                <a:extLst>
                  <a:ext uri="{FF2B5EF4-FFF2-40B4-BE49-F238E27FC236}">
                    <a16:creationId xmlns:a16="http://schemas.microsoft.com/office/drawing/2014/main" id="{8212E71F-009F-8267-40A4-B77DDB8ED45B}"/>
                  </a:ext>
                </a:extLst>
              </p:cNvPr>
              <p:cNvSpPr txBox="1">
                <a:spLocks noRot="1" noChangeAspect="1" noMove="1" noResize="1" noEditPoints="1" noAdjustHandles="1" noChangeArrowheads="1" noChangeShapeType="1" noTextEdit="1"/>
              </p:cNvSpPr>
              <p:nvPr/>
            </p:nvSpPr>
            <p:spPr>
              <a:xfrm>
                <a:off x="482841" y="1113940"/>
                <a:ext cx="2539093" cy="430439"/>
              </a:xfrm>
              <a:prstGeom prst="rect">
                <a:avLst/>
              </a:prstGeom>
              <a:blipFill>
                <a:blip r:embed="rId5"/>
                <a:stretch>
                  <a:fillRect l="-3357" b="-2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912C27B-FA81-A6FD-79B5-418CD7EC8C96}"/>
                  </a:ext>
                </a:extLst>
              </p:cNvPr>
              <p:cNvSpPr txBox="1"/>
              <p:nvPr/>
            </p:nvSpPr>
            <p:spPr>
              <a:xfrm>
                <a:off x="3238281" y="1842346"/>
                <a:ext cx="1857816" cy="393313"/>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m:rPr>
                            <m:nor/>
                          </m:rPr>
                          <a:rPr lang="en-US" i="1"/>
                          <m:t>s</m:t>
                        </m:r>
                        <m:r>
                          <m:rPr>
                            <m:nor/>
                          </m:rPr>
                          <a:rPr lang="es-ES" b="0" i="0" smtClean="0"/>
                          <m:t>^2 </m:t>
                        </m:r>
                        <m:r>
                          <m:rPr>
                            <m:nor/>
                          </m:rPr>
                          <a:rPr lang="en-US"/>
                          <m:t>+</m:t>
                        </m:r>
                        <m:r>
                          <m:rPr>
                            <m:nor/>
                          </m:rPr>
                          <a:rPr lang="el-GR" i="1"/>
                          <m:t>ω</m:t>
                        </m:r>
                        <m:r>
                          <m:rPr>
                            <m:nor/>
                          </m:rPr>
                          <a:rPr lang="en-US" i="1"/>
                          <m:t>n</m:t>
                        </m:r>
                        <m:r>
                          <m:rPr>
                            <m:nor/>
                          </m:rPr>
                          <a:rPr lang="es-ES" b="0" i="1" smtClean="0"/>
                          <m:t>^</m:t>
                        </m:r>
                        <m:r>
                          <m:rPr>
                            <m:nor/>
                          </m:rPr>
                          <a:rPr lang="en-US"/>
                          <m:t>2​​</m:t>
                        </m:r>
                        <m:r>
                          <m:rPr>
                            <m:nor/>
                          </m:rPr>
                          <a:rPr lang="en-US" dirty="0"/>
                          <m:t> </m:t>
                        </m:r>
                      </m:den>
                    </m:f>
                  </m:oMath>
                </a14:m>
                <a:r>
                  <a:rPr lang="en-US" dirty="0"/>
                  <a:t> </a:t>
                </a:r>
              </a:p>
            </p:txBody>
          </p:sp>
        </mc:Choice>
        <mc:Fallback xmlns="">
          <p:sp>
            <p:nvSpPr>
              <p:cNvPr id="11" name="CuadroTexto 10">
                <a:extLst>
                  <a:ext uri="{FF2B5EF4-FFF2-40B4-BE49-F238E27FC236}">
                    <a16:creationId xmlns:a16="http://schemas.microsoft.com/office/drawing/2014/main" id="{9912C27B-FA81-A6FD-79B5-418CD7EC8C96}"/>
                  </a:ext>
                </a:extLst>
              </p:cNvPr>
              <p:cNvSpPr txBox="1">
                <a:spLocks noRot="1" noChangeAspect="1" noMove="1" noResize="1" noEditPoints="1" noAdjustHandles="1" noChangeArrowheads="1" noChangeShapeType="1" noTextEdit="1"/>
              </p:cNvSpPr>
              <p:nvPr/>
            </p:nvSpPr>
            <p:spPr>
              <a:xfrm>
                <a:off x="3238281" y="1842346"/>
                <a:ext cx="1857816" cy="393313"/>
              </a:xfrm>
              <a:prstGeom prst="rect">
                <a:avLst/>
              </a:prstGeom>
              <a:blipFill>
                <a:blip r:embed="rId6"/>
                <a:stretch>
                  <a:fillRect l="-4590" b="-21538"/>
                </a:stretch>
              </a:blipFill>
            </p:spPr>
            <p:txBody>
              <a:bodyPr/>
              <a:lstStyle/>
              <a:p>
                <a:r>
                  <a:rPr lang="en-US">
                    <a:noFill/>
                  </a:rPr>
                  <a:t> </a:t>
                </a:r>
              </a:p>
            </p:txBody>
          </p:sp>
        </mc:Fallback>
      </mc:AlternateContent>
      <p:pic>
        <p:nvPicPr>
          <p:cNvPr id="13" name="Gráfico 12" descr="Signo de interrogación contorno">
            <a:extLst>
              <a:ext uri="{FF2B5EF4-FFF2-40B4-BE49-F238E27FC236}">
                <a16:creationId xmlns:a16="http://schemas.microsoft.com/office/drawing/2014/main" id="{8E750A79-FD11-52A6-39A6-9AE5F2E764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86099" y="1544379"/>
            <a:ext cx="914400" cy="914400"/>
          </a:xfrm>
          <a:prstGeom prst="rect">
            <a:avLst/>
          </a:prstGeom>
        </p:spPr>
      </p:pic>
      <p:pic>
        <p:nvPicPr>
          <p:cNvPr id="15" name="Gráfico 14" descr="Signo de interrogación contorno">
            <a:extLst>
              <a:ext uri="{FF2B5EF4-FFF2-40B4-BE49-F238E27FC236}">
                <a16:creationId xmlns:a16="http://schemas.microsoft.com/office/drawing/2014/main" id="{67DE4C0A-EC68-DA7C-D877-BBBC832E53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47905" y="934946"/>
            <a:ext cx="914400" cy="914400"/>
          </a:xfrm>
          <a:prstGeom prst="rect">
            <a:avLst/>
          </a:prstGeom>
        </p:spPr>
      </p:pic>
    </p:spTree>
    <p:extLst>
      <p:ext uri="{BB962C8B-B14F-4D97-AF65-F5344CB8AC3E}">
        <p14:creationId xmlns:p14="http://schemas.microsoft.com/office/powerpoint/2010/main" val="3501649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EC2C5-EFA9-C257-797A-3274867C72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FC9CAD-3387-1B11-7DE2-61B0A29C2344}"/>
              </a:ext>
            </a:extLst>
          </p:cNvPr>
          <p:cNvSpPr>
            <a:spLocks noGrp="1"/>
          </p:cNvSpPr>
          <p:nvPr>
            <p:ph type="title"/>
          </p:nvPr>
        </p:nvSpPr>
        <p:spPr>
          <a:xfrm>
            <a:off x="1039592" y="1676852"/>
            <a:ext cx="3008313" cy="1162050"/>
          </a:xfrm>
        </p:spPr>
        <p:txBody>
          <a:bodyPr/>
          <a:lstStyle/>
          <a:p>
            <a:r>
              <a:rPr lang="es-CO" b="1"/>
              <a:t>Estabilidad</a:t>
            </a:r>
          </a:p>
        </p:txBody>
      </p:sp>
      <p:sp>
        <p:nvSpPr>
          <p:cNvPr id="10" name="1 Título">
            <a:extLst>
              <a:ext uri="{FF2B5EF4-FFF2-40B4-BE49-F238E27FC236}">
                <a16:creationId xmlns:a16="http://schemas.microsoft.com/office/drawing/2014/main" id="{B475FEF5-7452-3FDC-F94A-B0845D5969D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8</a:t>
            </a:r>
          </a:p>
        </p:txBody>
      </p:sp>
      <p:pic>
        <p:nvPicPr>
          <p:cNvPr id="14" name="Picture 4" descr="Programas - Intranet ETITC">
            <a:extLst>
              <a:ext uri="{FF2B5EF4-FFF2-40B4-BE49-F238E27FC236}">
                <a16:creationId xmlns:a16="http://schemas.microsoft.com/office/drawing/2014/main" id="{6A5E19B8-C14F-957E-EAE7-F21BB26C0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F3C357C0-09CB-C717-139A-67744DA88D13}"/>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6CAEBF92-95A8-C2FA-16BD-9F81ABA3E569}"/>
              </a:ext>
            </a:extLst>
          </p:cNvPr>
          <p:cNvSpPr txBox="1"/>
          <p:nvPr/>
        </p:nvSpPr>
        <p:spPr>
          <a:xfrm>
            <a:off x="573931" y="2759311"/>
            <a:ext cx="7081737" cy="3693319"/>
          </a:xfrm>
          <a:prstGeom prst="rect">
            <a:avLst/>
          </a:prstGeom>
          <a:noFill/>
        </p:spPr>
        <p:txBody>
          <a:bodyPr wrap="square" rtlCol="0">
            <a:spAutoFit/>
          </a:bodyPr>
          <a:lstStyle/>
          <a:p>
            <a:endParaRPr lang="es-ES" dirty="0"/>
          </a:p>
          <a:p>
            <a:r>
              <a:rPr lang="en-US" dirty="0" err="1"/>
              <a:t>Ejemplo</a:t>
            </a:r>
            <a:r>
              <a:rPr lang="en-US" dirty="0"/>
              <a:t>:</a:t>
            </a:r>
          </a:p>
          <a:p>
            <a:endParaRPr lang="en-US" dirty="0"/>
          </a:p>
          <a:p>
            <a:endParaRPr lang="en-US" dirty="0"/>
          </a:p>
          <a:p>
            <a:r>
              <a:rPr lang="en-US" dirty="0"/>
              <a:t>				</a:t>
            </a:r>
            <a:r>
              <a:rPr lang="en-US" dirty="0" err="1"/>
              <a:t>Estable</a:t>
            </a:r>
            <a:endParaRPr lang="en-US" dirty="0"/>
          </a:p>
          <a:p>
            <a:endParaRPr lang="en-US" dirty="0"/>
          </a:p>
          <a:p>
            <a:endParaRPr lang="en-US" dirty="0"/>
          </a:p>
          <a:p>
            <a:r>
              <a:rPr lang="en-US" dirty="0"/>
              <a:t>				</a:t>
            </a:r>
            <a:r>
              <a:rPr lang="en-US" dirty="0" err="1"/>
              <a:t>Inestable</a:t>
            </a:r>
            <a:endParaRPr lang="en-US" dirty="0"/>
          </a:p>
          <a:p>
            <a:endParaRPr lang="en-US" dirty="0"/>
          </a:p>
          <a:p>
            <a:r>
              <a:rPr lang="en-US" dirty="0"/>
              <a:t>				</a:t>
            </a:r>
            <a:r>
              <a:rPr lang="en-US" dirty="0" err="1"/>
              <a:t>Marginalmente</a:t>
            </a:r>
            <a:r>
              <a:rPr lang="en-US" dirty="0"/>
              <a:t> </a:t>
            </a:r>
            <a:r>
              <a:rPr lang="en-US" dirty="0" err="1"/>
              <a:t>estable</a:t>
            </a:r>
            <a:endParaRPr lang="en-US" dirty="0"/>
          </a:p>
          <a:p>
            <a:endParaRPr lang="en-US" dirty="0"/>
          </a:p>
          <a:p>
            <a:endParaRPr lang="en-US" dirty="0"/>
          </a:p>
          <a:p>
            <a:endParaRPr lang="en-US" dirty="0"/>
          </a:p>
        </p:txBody>
      </p:sp>
      <p:pic>
        <p:nvPicPr>
          <p:cNvPr id="7" name="Imagen 6">
            <a:extLst>
              <a:ext uri="{FF2B5EF4-FFF2-40B4-BE49-F238E27FC236}">
                <a16:creationId xmlns:a16="http://schemas.microsoft.com/office/drawing/2014/main" id="{97D6B6AA-4B20-2569-7591-3D022AB41526}"/>
              </a:ext>
            </a:extLst>
          </p:cNvPr>
          <p:cNvPicPr>
            <a:picLocks noChangeAspect="1"/>
          </p:cNvPicPr>
          <p:nvPr/>
        </p:nvPicPr>
        <p:blipFill>
          <a:blip r:embed="rId3"/>
          <a:stretch>
            <a:fillRect/>
          </a:stretch>
        </p:blipFill>
        <p:spPr>
          <a:xfrm>
            <a:off x="5318461" y="838827"/>
            <a:ext cx="3582504" cy="2739890"/>
          </a:xfrm>
          <a:prstGeom prst="rect">
            <a:avLst/>
          </a:prstGeom>
        </p:spPr>
      </p:pic>
      <p:pic>
        <p:nvPicPr>
          <p:cNvPr id="8" name="Imagen 7">
            <a:extLst>
              <a:ext uri="{FF2B5EF4-FFF2-40B4-BE49-F238E27FC236}">
                <a16:creationId xmlns:a16="http://schemas.microsoft.com/office/drawing/2014/main" id="{6FFFB176-51BC-8A96-1CC5-66D2F40833F6}"/>
              </a:ext>
            </a:extLst>
          </p:cNvPr>
          <p:cNvPicPr>
            <a:picLocks noChangeAspect="1"/>
          </p:cNvPicPr>
          <p:nvPr/>
        </p:nvPicPr>
        <p:blipFill>
          <a:blip r:embed="rId4"/>
          <a:stretch>
            <a:fillRect/>
          </a:stretch>
        </p:blipFill>
        <p:spPr>
          <a:xfrm>
            <a:off x="6158666" y="2430480"/>
            <a:ext cx="963642" cy="722337"/>
          </a:xfrm>
          <a:prstGeom prst="rect">
            <a:avLst/>
          </a:prstGeom>
        </p:spPr>
      </p:pic>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633A522-E95C-469A-F718-B2BD3DD3138C}"/>
                  </a:ext>
                </a:extLst>
              </p:cNvPr>
              <p:cNvSpPr txBox="1"/>
              <p:nvPr/>
            </p:nvSpPr>
            <p:spPr>
              <a:xfrm>
                <a:off x="482841" y="1113940"/>
                <a:ext cx="2539093" cy="430439"/>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m:rPr>
                            <m:nor/>
                          </m:rPr>
                          <a:rPr lang="en-US" i="1"/>
                          <m:t>s</m:t>
                        </m:r>
                        <m:r>
                          <m:rPr>
                            <m:nor/>
                          </m:rPr>
                          <a:rPr lang="es-ES" b="0" i="0" smtClean="0"/>
                          <m:t>^2 </m:t>
                        </m:r>
                        <m:r>
                          <m:rPr>
                            <m:nor/>
                          </m:rPr>
                          <a:rPr lang="en-US"/>
                          <m:t>+2</m:t>
                        </m:r>
                        <m:r>
                          <m:rPr>
                            <m:nor/>
                          </m:rPr>
                          <a:rPr lang="el-GR" i="1"/>
                          <m:t>ζω</m:t>
                        </m:r>
                        <m:r>
                          <m:rPr>
                            <m:nor/>
                          </m:rPr>
                          <a:rPr lang="en-US" i="1"/>
                          <m:t>n</m:t>
                        </m:r>
                        <m:r>
                          <m:rPr>
                            <m:nor/>
                          </m:rPr>
                          <a:rPr lang="en-US"/>
                          <m:t>​</m:t>
                        </m:r>
                        <m:r>
                          <m:rPr>
                            <m:nor/>
                          </m:rPr>
                          <a:rPr lang="en-US" i="1"/>
                          <m:t>s</m:t>
                        </m:r>
                        <m:r>
                          <m:rPr>
                            <m:nor/>
                          </m:rPr>
                          <a:rPr lang="en-US"/>
                          <m:t>+</m:t>
                        </m:r>
                        <m:r>
                          <m:rPr>
                            <m:nor/>
                          </m:rPr>
                          <a:rPr lang="el-GR" i="1"/>
                          <m:t>ω</m:t>
                        </m:r>
                        <m:r>
                          <m:rPr>
                            <m:nor/>
                          </m:rPr>
                          <a:rPr lang="en-US" i="1"/>
                          <m:t>n</m:t>
                        </m:r>
                        <m:r>
                          <m:rPr>
                            <m:nor/>
                          </m:rPr>
                          <a:rPr lang="es-ES" b="0" i="1" smtClean="0"/>
                          <m:t>^</m:t>
                        </m:r>
                        <m:r>
                          <m:rPr>
                            <m:nor/>
                          </m:rPr>
                          <a:rPr lang="en-US"/>
                          <m:t>2​​</m:t>
                        </m:r>
                        <m:r>
                          <m:rPr>
                            <m:nor/>
                          </m:rPr>
                          <a:rPr lang="en-US" dirty="0"/>
                          <m:t> </m:t>
                        </m:r>
                      </m:den>
                    </m:f>
                  </m:oMath>
                </a14:m>
                <a:r>
                  <a:rPr lang="en-US" dirty="0"/>
                  <a:t> </a:t>
                </a:r>
              </a:p>
            </p:txBody>
          </p:sp>
        </mc:Choice>
        <mc:Fallback xmlns="">
          <p:sp>
            <p:nvSpPr>
              <p:cNvPr id="9" name="CuadroTexto 8">
                <a:extLst>
                  <a:ext uri="{FF2B5EF4-FFF2-40B4-BE49-F238E27FC236}">
                    <a16:creationId xmlns:a16="http://schemas.microsoft.com/office/drawing/2014/main" id="{D633A522-E95C-469A-F718-B2BD3DD3138C}"/>
                  </a:ext>
                </a:extLst>
              </p:cNvPr>
              <p:cNvSpPr txBox="1">
                <a:spLocks noRot="1" noChangeAspect="1" noMove="1" noResize="1" noEditPoints="1" noAdjustHandles="1" noChangeArrowheads="1" noChangeShapeType="1" noTextEdit="1"/>
              </p:cNvSpPr>
              <p:nvPr/>
            </p:nvSpPr>
            <p:spPr>
              <a:xfrm>
                <a:off x="482841" y="1113940"/>
                <a:ext cx="2539093" cy="430439"/>
              </a:xfrm>
              <a:prstGeom prst="rect">
                <a:avLst/>
              </a:prstGeom>
              <a:blipFill>
                <a:blip r:embed="rId5"/>
                <a:stretch>
                  <a:fillRect l="-3357" b="-2428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BED4EB1-0D37-D72F-973C-E6D797E5D970}"/>
                  </a:ext>
                </a:extLst>
              </p:cNvPr>
              <p:cNvSpPr txBox="1"/>
              <p:nvPr/>
            </p:nvSpPr>
            <p:spPr>
              <a:xfrm>
                <a:off x="3238281" y="1842346"/>
                <a:ext cx="1857816" cy="393313"/>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m:rPr>
                            <m:nor/>
                          </m:rPr>
                          <a:rPr lang="en-US" i="1"/>
                          <m:t>s</m:t>
                        </m:r>
                        <m:r>
                          <m:rPr>
                            <m:nor/>
                          </m:rPr>
                          <a:rPr lang="es-ES" b="0" i="0" smtClean="0"/>
                          <m:t>^2 </m:t>
                        </m:r>
                        <m:r>
                          <m:rPr>
                            <m:nor/>
                          </m:rPr>
                          <a:rPr lang="en-US"/>
                          <m:t>+</m:t>
                        </m:r>
                        <m:r>
                          <m:rPr>
                            <m:nor/>
                          </m:rPr>
                          <a:rPr lang="el-GR" i="1"/>
                          <m:t>ω</m:t>
                        </m:r>
                        <m:r>
                          <m:rPr>
                            <m:nor/>
                          </m:rPr>
                          <a:rPr lang="en-US" i="1"/>
                          <m:t>n</m:t>
                        </m:r>
                        <m:r>
                          <m:rPr>
                            <m:nor/>
                          </m:rPr>
                          <a:rPr lang="es-ES" b="0" i="1" smtClean="0"/>
                          <m:t>^</m:t>
                        </m:r>
                        <m:r>
                          <m:rPr>
                            <m:nor/>
                          </m:rPr>
                          <a:rPr lang="en-US"/>
                          <m:t>2​​</m:t>
                        </m:r>
                        <m:r>
                          <m:rPr>
                            <m:nor/>
                          </m:rPr>
                          <a:rPr lang="en-US" dirty="0"/>
                          <m:t> </m:t>
                        </m:r>
                      </m:den>
                    </m:f>
                  </m:oMath>
                </a14:m>
                <a:r>
                  <a:rPr lang="en-US" dirty="0"/>
                  <a:t> </a:t>
                </a:r>
              </a:p>
            </p:txBody>
          </p:sp>
        </mc:Choice>
        <mc:Fallback xmlns="">
          <p:sp>
            <p:nvSpPr>
              <p:cNvPr id="11" name="CuadroTexto 10">
                <a:extLst>
                  <a:ext uri="{FF2B5EF4-FFF2-40B4-BE49-F238E27FC236}">
                    <a16:creationId xmlns:a16="http://schemas.microsoft.com/office/drawing/2014/main" id="{4BED4EB1-0D37-D72F-973C-E6D797E5D970}"/>
                  </a:ext>
                </a:extLst>
              </p:cNvPr>
              <p:cNvSpPr txBox="1">
                <a:spLocks noRot="1" noChangeAspect="1" noMove="1" noResize="1" noEditPoints="1" noAdjustHandles="1" noChangeArrowheads="1" noChangeShapeType="1" noTextEdit="1"/>
              </p:cNvSpPr>
              <p:nvPr/>
            </p:nvSpPr>
            <p:spPr>
              <a:xfrm>
                <a:off x="3238281" y="1842346"/>
                <a:ext cx="1857816" cy="393313"/>
              </a:xfrm>
              <a:prstGeom prst="rect">
                <a:avLst/>
              </a:prstGeom>
              <a:blipFill>
                <a:blip r:embed="rId6"/>
                <a:stretch>
                  <a:fillRect l="-4590" b="-21538"/>
                </a:stretch>
              </a:blipFill>
            </p:spPr>
            <p:txBody>
              <a:bodyPr/>
              <a:lstStyle/>
              <a:p>
                <a:r>
                  <a:rPr lang="es-CO">
                    <a:noFill/>
                  </a:rPr>
                  <a:t> </a:t>
                </a:r>
              </a:p>
            </p:txBody>
          </p:sp>
        </mc:Fallback>
      </mc:AlternateContent>
      <p:pic>
        <p:nvPicPr>
          <p:cNvPr id="13" name="Gráfico 12" descr="Signo de interrogación contorno">
            <a:extLst>
              <a:ext uri="{FF2B5EF4-FFF2-40B4-BE49-F238E27FC236}">
                <a16:creationId xmlns:a16="http://schemas.microsoft.com/office/drawing/2014/main" id="{CF12ACAB-C17D-1424-02ED-B1C053B5EDE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86099" y="1544379"/>
            <a:ext cx="914400" cy="914400"/>
          </a:xfrm>
          <a:prstGeom prst="rect">
            <a:avLst/>
          </a:prstGeom>
        </p:spPr>
      </p:pic>
      <p:pic>
        <p:nvPicPr>
          <p:cNvPr id="15" name="Gráfico 14" descr="Signo de interrogación contorno">
            <a:extLst>
              <a:ext uri="{FF2B5EF4-FFF2-40B4-BE49-F238E27FC236}">
                <a16:creationId xmlns:a16="http://schemas.microsoft.com/office/drawing/2014/main" id="{9658C1A6-B926-0C47-0BF9-84D61A5DBB3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47905" y="934946"/>
            <a:ext cx="914400" cy="914400"/>
          </a:xfrm>
          <a:prstGeom prst="rect">
            <a:avLst/>
          </a:prstGeom>
        </p:spPr>
      </p:pic>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B6750779-9457-5196-3608-701AC593D3EB}"/>
                  </a:ext>
                </a:extLst>
              </p:cNvPr>
              <p:cNvSpPr txBox="1"/>
              <p:nvPr/>
            </p:nvSpPr>
            <p:spPr>
              <a:xfrm>
                <a:off x="950107" y="3748838"/>
                <a:ext cx="2635273" cy="445443"/>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CO" b="0" i="1" smtClean="0">
                            <a:latin typeface="Cambria Math" panose="02040503050406030204" pitchFamily="18" charset="0"/>
                          </a:rPr>
                          <m:t>20</m:t>
                        </m:r>
                      </m:num>
                      <m:den>
                        <m:r>
                          <m:rPr>
                            <m:nor/>
                          </m:rPr>
                          <a:rPr lang="es-CO" b="0" i="0" smtClean="0">
                            <a:latin typeface="Cambria Math" panose="02040503050406030204" pitchFamily="18" charset="0"/>
                          </a:rPr>
                          <m:t>(</m:t>
                        </m:r>
                        <m:r>
                          <m:rPr>
                            <m:nor/>
                          </m:rPr>
                          <a:rPr lang="es-CO" b="0" i="0" smtClean="0">
                            <a:latin typeface="Cambria Math" panose="02040503050406030204" pitchFamily="18" charset="0"/>
                          </a:rPr>
                          <m:t>s</m:t>
                        </m:r>
                        <m:r>
                          <m:rPr>
                            <m:nor/>
                          </m:rPr>
                          <a:rPr lang="es-CO" b="0" i="0" smtClean="0">
                            <a:latin typeface="Cambria Math" panose="02040503050406030204" pitchFamily="18" charset="0"/>
                          </a:rPr>
                          <m:t>+1)(</m:t>
                        </m:r>
                        <m:r>
                          <m:rPr>
                            <m:nor/>
                          </m:rPr>
                          <a:rPr lang="es-CO" b="0" i="0" smtClean="0">
                            <a:latin typeface="Cambria Math" panose="02040503050406030204" pitchFamily="18" charset="0"/>
                          </a:rPr>
                          <m:t>s</m:t>
                        </m:r>
                        <m:r>
                          <m:rPr>
                            <m:nor/>
                          </m:rPr>
                          <a:rPr lang="es-CO" b="0" i="0" smtClean="0">
                            <a:latin typeface="Cambria Math" panose="02040503050406030204" pitchFamily="18" charset="0"/>
                          </a:rPr>
                          <m:t>+2)(</m:t>
                        </m:r>
                        <m:r>
                          <m:rPr>
                            <m:nor/>
                          </m:rPr>
                          <a:rPr lang="es-CO" b="0" i="0" smtClean="0">
                            <a:latin typeface="Cambria Math" panose="02040503050406030204" pitchFamily="18" charset="0"/>
                          </a:rPr>
                          <m:t>s</m:t>
                        </m:r>
                        <m:r>
                          <m:rPr>
                            <m:nor/>
                          </m:rPr>
                          <a:rPr lang="es-CO" b="0" i="0" smtClean="0">
                            <a:latin typeface="Cambria Math" panose="02040503050406030204" pitchFamily="18" charset="0"/>
                          </a:rPr>
                          <m:t>+3)</m:t>
                        </m:r>
                        <m:r>
                          <m:rPr>
                            <m:nor/>
                          </m:rPr>
                          <a:rPr lang="en-US"/>
                          <m:t>​​</m:t>
                        </m:r>
                        <m:r>
                          <m:rPr>
                            <m:nor/>
                          </m:rPr>
                          <a:rPr lang="en-US" dirty="0"/>
                          <m:t> </m:t>
                        </m:r>
                      </m:den>
                    </m:f>
                  </m:oMath>
                </a14:m>
                <a:r>
                  <a:rPr lang="en-US" dirty="0"/>
                  <a:t> </a:t>
                </a:r>
              </a:p>
            </p:txBody>
          </p:sp>
        </mc:Choice>
        <mc:Fallback xmlns="">
          <p:sp>
            <p:nvSpPr>
              <p:cNvPr id="4" name="CuadroTexto 3">
                <a:extLst>
                  <a:ext uri="{FF2B5EF4-FFF2-40B4-BE49-F238E27FC236}">
                    <a16:creationId xmlns:a16="http://schemas.microsoft.com/office/drawing/2014/main" id="{B6750779-9457-5196-3608-701AC593D3EB}"/>
                  </a:ext>
                </a:extLst>
              </p:cNvPr>
              <p:cNvSpPr txBox="1">
                <a:spLocks noRot="1" noChangeAspect="1" noMove="1" noResize="1" noEditPoints="1" noAdjustHandles="1" noChangeArrowheads="1" noChangeShapeType="1" noTextEdit="1"/>
              </p:cNvSpPr>
              <p:nvPr/>
            </p:nvSpPr>
            <p:spPr>
              <a:xfrm>
                <a:off x="950107" y="3748838"/>
                <a:ext cx="2635273" cy="445443"/>
              </a:xfrm>
              <a:prstGeom prst="rect">
                <a:avLst/>
              </a:prstGeom>
              <a:blipFill>
                <a:blip r:embed="rId9"/>
                <a:stretch>
                  <a:fillRect l="-3241" b="-23288"/>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445F40D-3E12-F941-1666-6D6FB30520E2}"/>
                  </a:ext>
                </a:extLst>
              </p:cNvPr>
              <p:cNvSpPr txBox="1"/>
              <p:nvPr/>
            </p:nvSpPr>
            <p:spPr>
              <a:xfrm>
                <a:off x="879575" y="4518031"/>
                <a:ext cx="2705805" cy="458331"/>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CO" b="0" i="1" smtClean="0">
                            <a:latin typeface="Cambria Math" panose="02040503050406030204" pitchFamily="18" charset="0"/>
                          </a:rPr>
                          <m:t>20(</m:t>
                        </m:r>
                        <m:r>
                          <a:rPr lang="es-CO" b="0" i="1" smtClean="0">
                            <a:latin typeface="Cambria Math" panose="02040503050406030204" pitchFamily="18" charset="0"/>
                          </a:rPr>
                          <m:t>𝑠</m:t>
                        </m:r>
                        <m:r>
                          <a:rPr lang="es-CO" b="0" i="1" smtClean="0">
                            <a:latin typeface="Cambria Math" panose="02040503050406030204" pitchFamily="18" charset="0"/>
                          </a:rPr>
                          <m:t>+1)</m:t>
                        </m:r>
                      </m:num>
                      <m:den>
                        <m:r>
                          <m:rPr>
                            <m:nor/>
                          </m:rPr>
                          <a:rPr lang="es-CO" b="0" i="0" smtClean="0">
                            <a:latin typeface="Cambria Math" panose="02040503050406030204" pitchFamily="18" charset="0"/>
                          </a:rPr>
                          <m:t>(</m:t>
                        </m:r>
                        <m:r>
                          <m:rPr>
                            <m:nor/>
                          </m:rPr>
                          <a:rPr lang="es-CO" b="0" i="0" smtClean="0">
                            <a:latin typeface="Cambria Math" panose="02040503050406030204" pitchFamily="18" charset="0"/>
                          </a:rPr>
                          <m:t>s</m:t>
                        </m:r>
                        <m:r>
                          <m:rPr>
                            <m:nor/>
                          </m:rPr>
                          <a:rPr lang="es-CO" b="0" i="0" smtClean="0">
                            <a:latin typeface="Cambria Math" panose="02040503050406030204" pitchFamily="18" charset="0"/>
                          </a:rPr>
                          <m:t>−1)(</m:t>
                        </m:r>
                        <m:r>
                          <m:rPr>
                            <m:nor/>
                          </m:rPr>
                          <a:rPr lang="es-CO" b="0" i="0" smtClean="0">
                            <a:latin typeface="Cambria Math" panose="02040503050406030204" pitchFamily="18" charset="0"/>
                          </a:rPr>
                          <m:t>s</m:t>
                        </m:r>
                        <m:r>
                          <m:rPr>
                            <m:nor/>
                          </m:rPr>
                          <a:rPr lang="es-CO" b="0" i="0" smtClean="0">
                            <a:latin typeface="Cambria Math" panose="02040503050406030204" pitchFamily="18" charset="0"/>
                          </a:rPr>
                          <m:t>^2 +2</m:t>
                        </m:r>
                        <m:r>
                          <m:rPr>
                            <m:nor/>
                          </m:rPr>
                          <a:rPr lang="es-CO" b="0" i="0" smtClean="0">
                            <a:latin typeface="Cambria Math" panose="02040503050406030204" pitchFamily="18" charset="0"/>
                          </a:rPr>
                          <m:t>s</m:t>
                        </m:r>
                        <m:r>
                          <m:rPr>
                            <m:nor/>
                          </m:rPr>
                          <a:rPr lang="es-CO" b="0" i="0" smtClean="0">
                            <a:latin typeface="Cambria Math" panose="02040503050406030204" pitchFamily="18" charset="0"/>
                          </a:rPr>
                          <m:t>+2 )</m:t>
                        </m:r>
                        <m:r>
                          <m:rPr>
                            <m:nor/>
                          </m:rPr>
                          <a:rPr lang="en-US"/>
                          <m:t>​​</m:t>
                        </m:r>
                        <m:r>
                          <m:rPr>
                            <m:nor/>
                          </m:rPr>
                          <a:rPr lang="en-US" dirty="0"/>
                          <m:t> </m:t>
                        </m:r>
                      </m:den>
                    </m:f>
                  </m:oMath>
                </a14:m>
                <a:r>
                  <a:rPr lang="en-US" dirty="0"/>
                  <a:t> </a:t>
                </a:r>
              </a:p>
            </p:txBody>
          </p:sp>
        </mc:Choice>
        <mc:Fallback xmlns="">
          <p:sp>
            <p:nvSpPr>
              <p:cNvPr id="12" name="CuadroTexto 11">
                <a:extLst>
                  <a:ext uri="{FF2B5EF4-FFF2-40B4-BE49-F238E27FC236}">
                    <a16:creationId xmlns:a16="http://schemas.microsoft.com/office/drawing/2014/main" id="{B445F40D-3E12-F941-1666-6D6FB30520E2}"/>
                  </a:ext>
                </a:extLst>
              </p:cNvPr>
              <p:cNvSpPr txBox="1">
                <a:spLocks noRot="1" noChangeAspect="1" noMove="1" noResize="1" noEditPoints="1" noAdjustHandles="1" noChangeArrowheads="1" noChangeShapeType="1" noTextEdit="1"/>
              </p:cNvSpPr>
              <p:nvPr/>
            </p:nvSpPr>
            <p:spPr>
              <a:xfrm>
                <a:off x="879575" y="4518031"/>
                <a:ext cx="2705805" cy="458331"/>
              </a:xfrm>
              <a:prstGeom prst="rect">
                <a:avLst/>
              </a:prstGeom>
              <a:blipFill>
                <a:blip r:embed="rId10"/>
                <a:stretch>
                  <a:fillRect l="-3153" t="-2667" b="-2266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F79BCAC-0EE6-52F0-77A6-CF2AFD2FDBFF}"/>
                  </a:ext>
                </a:extLst>
              </p:cNvPr>
              <p:cNvSpPr txBox="1"/>
              <p:nvPr/>
            </p:nvSpPr>
            <p:spPr>
              <a:xfrm>
                <a:off x="942681" y="5146575"/>
                <a:ext cx="2401235" cy="458331"/>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𝑔</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CO" b="0" i="1" smtClean="0">
                            <a:latin typeface="Cambria Math" panose="02040503050406030204" pitchFamily="18" charset="0"/>
                          </a:rPr>
                          <m:t>20(</m:t>
                        </m:r>
                        <m:r>
                          <a:rPr lang="es-CO" b="0" i="1" smtClean="0">
                            <a:latin typeface="Cambria Math" panose="02040503050406030204" pitchFamily="18" charset="0"/>
                          </a:rPr>
                          <m:t>𝑠</m:t>
                        </m:r>
                        <m:r>
                          <a:rPr lang="es-CO" b="0" i="1" smtClean="0">
                            <a:latin typeface="Cambria Math" panose="02040503050406030204" pitchFamily="18" charset="0"/>
                          </a:rPr>
                          <m:t>−1)</m:t>
                        </m:r>
                      </m:num>
                      <m:den>
                        <m:r>
                          <m:rPr>
                            <m:nor/>
                          </m:rPr>
                          <a:rPr lang="es-CO" b="0" i="0" smtClean="0">
                            <a:latin typeface="Cambria Math" panose="02040503050406030204" pitchFamily="18" charset="0"/>
                          </a:rPr>
                          <m:t>(</m:t>
                        </m:r>
                        <m:r>
                          <m:rPr>
                            <m:nor/>
                          </m:rPr>
                          <a:rPr lang="es-CO" b="0" i="0" smtClean="0">
                            <a:latin typeface="Cambria Math" panose="02040503050406030204" pitchFamily="18" charset="0"/>
                          </a:rPr>
                          <m:t>s</m:t>
                        </m:r>
                        <m:r>
                          <m:rPr>
                            <m:nor/>
                          </m:rPr>
                          <a:rPr lang="es-CO" b="0" i="0" smtClean="0">
                            <a:latin typeface="Cambria Math" panose="02040503050406030204" pitchFamily="18" charset="0"/>
                          </a:rPr>
                          <m:t>+2)(</m:t>
                        </m:r>
                        <m:r>
                          <m:rPr>
                            <m:nor/>
                          </m:rPr>
                          <a:rPr lang="es-CO" b="0" i="0" smtClean="0">
                            <a:latin typeface="Cambria Math" panose="02040503050406030204" pitchFamily="18" charset="0"/>
                          </a:rPr>
                          <m:t>s</m:t>
                        </m:r>
                        <m:r>
                          <m:rPr>
                            <m:nor/>
                          </m:rPr>
                          <a:rPr lang="es-CO" b="0" i="0" smtClean="0">
                            <a:latin typeface="Cambria Math" panose="02040503050406030204" pitchFamily="18" charset="0"/>
                          </a:rPr>
                          <m:t>^2 +4 )</m:t>
                        </m:r>
                        <m:r>
                          <m:rPr>
                            <m:nor/>
                          </m:rPr>
                          <a:rPr lang="en-US"/>
                          <m:t>​​</m:t>
                        </m:r>
                        <m:r>
                          <m:rPr>
                            <m:nor/>
                          </m:rPr>
                          <a:rPr lang="en-US" dirty="0"/>
                          <m:t> </m:t>
                        </m:r>
                      </m:den>
                    </m:f>
                  </m:oMath>
                </a14:m>
                <a:r>
                  <a:rPr lang="en-US" dirty="0"/>
                  <a:t> </a:t>
                </a:r>
              </a:p>
            </p:txBody>
          </p:sp>
        </mc:Choice>
        <mc:Fallback xmlns="">
          <p:sp>
            <p:nvSpPr>
              <p:cNvPr id="16" name="CuadroTexto 15">
                <a:extLst>
                  <a:ext uri="{FF2B5EF4-FFF2-40B4-BE49-F238E27FC236}">
                    <a16:creationId xmlns:a16="http://schemas.microsoft.com/office/drawing/2014/main" id="{9F79BCAC-0EE6-52F0-77A6-CF2AFD2FDBFF}"/>
                  </a:ext>
                </a:extLst>
              </p:cNvPr>
              <p:cNvSpPr txBox="1">
                <a:spLocks noRot="1" noChangeAspect="1" noMove="1" noResize="1" noEditPoints="1" noAdjustHandles="1" noChangeArrowheads="1" noChangeShapeType="1" noTextEdit="1"/>
              </p:cNvSpPr>
              <p:nvPr/>
            </p:nvSpPr>
            <p:spPr>
              <a:xfrm>
                <a:off x="942681" y="5146575"/>
                <a:ext cx="2401235" cy="458331"/>
              </a:xfrm>
              <a:prstGeom prst="rect">
                <a:avLst/>
              </a:prstGeom>
              <a:blipFill>
                <a:blip r:embed="rId11"/>
                <a:stretch>
                  <a:fillRect l="-3553" t="-2667" b="-22667"/>
                </a:stretch>
              </a:blipFill>
            </p:spPr>
            <p:txBody>
              <a:bodyPr/>
              <a:lstStyle/>
              <a:p>
                <a:r>
                  <a:rPr lang="es-CO">
                    <a:noFill/>
                  </a:rPr>
                  <a:t> </a:t>
                </a:r>
              </a:p>
            </p:txBody>
          </p:sp>
        </mc:Fallback>
      </mc:AlternateContent>
    </p:spTree>
    <p:extLst>
      <p:ext uri="{BB962C8B-B14F-4D97-AF65-F5344CB8AC3E}">
        <p14:creationId xmlns:p14="http://schemas.microsoft.com/office/powerpoint/2010/main" val="1134062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5682000" cy="1162050"/>
          </a:xfrm>
        </p:spPr>
        <p:txBody>
          <a:bodyPr/>
          <a:lstStyle/>
          <a:p>
            <a:r>
              <a:rPr lang="es-CO" b="1" dirty="0"/>
              <a:t>Método para determinar la 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9</a:t>
            </a:r>
            <a:endParaRPr lang="es-CO" altLang="es-CO" sz="3600" b="0" dirty="0"/>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6" name="CuadroTexto 5">
            <a:extLst>
              <a:ext uri="{FF2B5EF4-FFF2-40B4-BE49-F238E27FC236}">
                <a16:creationId xmlns:a16="http://schemas.microsoft.com/office/drawing/2014/main" id="{1FAA14E2-F47D-EB19-C218-5AE6A78B3114}"/>
              </a:ext>
            </a:extLst>
          </p:cNvPr>
          <p:cNvSpPr txBox="1"/>
          <p:nvPr/>
        </p:nvSpPr>
        <p:spPr>
          <a:xfrm>
            <a:off x="573931" y="2759311"/>
            <a:ext cx="7081737" cy="2308324"/>
          </a:xfrm>
          <a:prstGeom prst="rect">
            <a:avLst/>
          </a:prstGeom>
          <a:noFill/>
        </p:spPr>
        <p:txBody>
          <a:bodyPr wrap="square" rtlCol="0">
            <a:spAutoFit/>
          </a:bodyPr>
          <a:lstStyle/>
          <a:p>
            <a:r>
              <a:rPr lang="es-CO" dirty="0"/>
              <a:t>Criterio</a:t>
            </a:r>
            <a:r>
              <a:rPr lang="en-US" dirty="0"/>
              <a:t> Routh-Hurwitz</a:t>
            </a:r>
          </a:p>
          <a:p>
            <a:r>
              <a:rPr lang="es-CO" dirty="0"/>
              <a:t>El criterio de RH representa un método para determinar la localización de los ceros de un polinomio con coeficientes constantes reales con respecto a los semiplanos izquierdo y derecho del plano </a:t>
            </a:r>
            <a:r>
              <a:rPr lang="es-CO" u="sng" dirty="0"/>
              <a:t>s</a:t>
            </a:r>
            <a:r>
              <a:rPr lang="es-CO" dirty="0"/>
              <a:t>, sin obtener los ceros. Debido a que los programas para computadoras  para encontrar raíces pueden resolver los ceros de un polinomio con facilidad, el valor del criterio de R-H esta limitado a ecuaciones con por lo menos un parámetro desconocido.</a:t>
            </a:r>
          </a:p>
        </p:txBody>
      </p:sp>
    </p:spTree>
    <p:extLst>
      <p:ext uri="{BB962C8B-B14F-4D97-AF65-F5344CB8AC3E}">
        <p14:creationId xmlns:p14="http://schemas.microsoft.com/office/powerpoint/2010/main" val="1725068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9</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98FADEF-6EB6-6B26-7E33-F84415419E68}"/>
                  </a:ext>
                </a:extLst>
              </p:cNvPr>
              <p:cNvSpPr txBox="1"/>
              <p:nvPr/>
            </p:nvSpPr>
            <p:spPr>
              <a:xfrm>
                <a:off x="2267744" y="3010710"/>
                <a:ext cx="4390369" cy="276999"/>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sub>
                    </m:sSub>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𝑛</m:t>
                        </m:r>
                      </m:sup>
                    </m:sSup>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𝑛</m:t>
                        </m:r>
                        <m:r>
                          <a:rPr lang="es-ES" b="0" i="1" smtClean="0">
                            <a:latin typeface="Cambria Math" panose="02040503050406030204" pitchFamily="18" charset="0"/>
                          </a:rPr>
                          <m:t>−1</m:t>
                        </m:r>
                      </m:sub>
                    </m:sSub>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𝑛</m:t>
                        </m:r>
                        <m:r>
                          <a:rPr lang="es-ES" b="0" i="1" smtClean="0">
                            <a:latin typeface="Cambria Math" panose="02040503050406030204" pitchFamily="18" charset="0"/>
                          </a:rPr>
                          <m:t>−1</m:t>
                        </m:r>
                      </m:sup>
                    </m:sSup>
                  </m:oMath>
                </a14:m>
                <a:r>
                  <a:rPr lang="en-US" dirty="0"/>
                  <a:t>+</a:t>
                </a:r>
                <a:r>
                  <a:rPr lang="es-ES" dirty="0"/>
                  <a:t>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𝑛</m:t>
                        </m:r>
                        <m:r>
                          <a:rPr lang="es-ES" b="0" i="1" smtClean="0">
                            <a:latin typeface="Cambria Math" panose="02040503050406030204" pitchFamily="18" charset="0"/>
                          </a:rPr>
                          <m:t>−2</m:t>
                        </m:r>
                      </m:sub>
                    </m:sSub>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𝑛</m:t>
                        </m:r>
                        <m:r>
                          <a:rPr lang="es-ES" b="0" i="1" smtClean="0">
                            <a:latin typeface="Cambria Math" panose="02040503050406030204" pitchFamily="18" charset="0"/>
                          </a:rPr>
                          <m:t>−2</m:t>
                        </m:r>
                      </m:sup>
                    </m:sSup>
                  </m:oMath>
                </a14:m>
                <a:r>
                  <a:rPr lang="en-US" dirty="0"/>
                  <a:t>…</a:t>
                </a:r>
                <a:r>
                  <a:rPr lang="es-ES" dirty="0"/>
                  <a:t> </a:t>
                </a:r>
                <a14:m>
                  <m:oMath xmlns:m="http://schemas.openxmlformats.org/officeDocument/2006/math">
                    <m:r>
                      <a:rPr lang="es-ES" b="0" i="0"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b="0" i="1" smtClean="0">
                            <a:latin typeface="Cambria Math" panose="02040503050406030204" pitchFamily="18" charset="0"/>
                          </a:rPr>
                          <m:t>0</m:t>
                        </m:r>
                      </m:sub>
                    </m:sSub>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b="0" i="1" smtClean="0">
                            <a:latin typeface="Cambria Math" panose="02040503050406030204" pitchFamily="18" charset="0"/>
                          </a:rPr>
                          <m:t>0</m:t>
                        </m:r>
                      </m:sup>
                    </m:sSup>
                  </m:oMath>
                </a14:m>
                <a:endParaRPr lang="en-US" dirty="0"/>
              </a:p>
            </p:txBody>
          </p:sp>
        </mc:Choice>
        <mc:Fallback xmlns="">
          <p:sp>
            <p:nvSpPr>
              <p:cNvPr id="7" name="CuadroTexto 6">
                <a:extLst>
                  <a:ext uri="{FF2B5EF4-FFF2-40B4-BE49-F238E27FC236}">
                    <a16:creationId xmlns:a16="http://schemas.microsoft.com/office/drawing/2014/main" id="{198FADEF-6EB6-6B26-7E33-F84415419E68}"/>
                  </a:ext>
                </a:extLst>
              </p:cNvPr>
              <p:cNvSpPr txBox="1">
                <a:spLocks noRot="1" noChangeAspect="1" noMove="1" noResize="1" noEditPoints="1" noAdjustHandles="1" noChangeArrowheads="1" noChangeShapeType="1" noTextEdit="1"/>
              </p:cNvSpPr>
              <p:nvPr/>
            </p:nvSpPr>
            <p:spPr>
              <a:xfrm>
                <a:off x="2267744" y="3010710"/>
                <a:ext cx="4390369" cy="276999"/>
              </a:xfrm>
              <a:prstGeom prst="rect">
                <a:avLst/>
              </a:prstGeom>
              <a:blipFill>
                <a:blip r:embed="rId3"/>
                <a:stretch>
                  <a:fillRect l="-1806" t="-28889" r="-556" b="-51111"/>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F8EFB394-2C54-B48E-333C-BC0F74DCB61C}"/>
              </a:ext>
            </a:extLst>
          </p:cNvPr>
          <p:cNvSpPr txBox="1"/>
          <p:nvPr/>
        </p:nvSpPr>
        <p:spPr>
          <a:xfrm>
            <a:off x="1128409" y="3657600"/>
            <a:ext cx="7227651" cy="1200329"/>
          </a:xfrm>
          <a:prstGeom prst="rect">
            <a:avLst/>
          </a:prstGeom>
          <a:noFill/>
        </p:spPr>
        <p:txBody>
          <a:bodyPr wrap="square" rtlCol="0">
            <a:spAutoFit/>
          </a:bodyPr>
          <a:lstStyle/>
          <a:p>
            <a:r>
              <a:rPr lang="es-ES"/>
              <a:t>Paso 1</a:t>
            </a:r>
          </a:p>
          <a:p>
            <a:r>
              <a:rPr lang="es-ES"/>
              <a:t>Arreglar los coeficientes de la ecuación en dos renglones, el primer renglón consiste del primero, tercero, quinto, </a:t>
            </a:r>
            <a:r>
              <a:rPr lang="es-ES" err="1"/>
              <a:t>etc</a:t>
            </a:r>
            <a:r>
              <a:rPr lang="es-ES"/>
              <a:t> coeficiente y el segundo renglón consisten del segundo, cuarto, sexto, </a:t>
            </a:r>
            <a:r>
              <a:rPr lang="es-ES" err="1"/>
              <a:t>etc</a:t>
            </a:r>
            <a:r>
              <a:rPr lang="es-ES"/>
              <a:t> coeficientes.</a:t>
            </a: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8B273B5-F454-AAF2-6F23-2BD99EE5D818}"/>
                  </a:ext>
                </a:extLst>
              </p:cNvPr>
              <p:cNvSpPr txBox="1"/>
              <p:nvPr/>
            </p:nvSpPr>
            <p:spPr>
              <a:xfrm>
                <a:off x="3279106" y="5185836"/>
                <a:ext cx="2462213" cy="4626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i="1" smtClean="0">
                              <a:latin typeface="Cambria Math" panose="02040503050406030204" pitchFamily="18" charset="0"/>
                            </a:rPr>
                          </m:ctrlPr>
                        </m:mPr>
                        <m:mr>
                          <m:e>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𝑎</m:t>
                                </m:r>
                              </m:e>
                              <m:sub>
                                <m:r>
                                  <m:rPr>
                                    <m:brk m:alnAt="7"/>
                                  </m:rPr>
                                  <a:rPr lang="es-ES" b="0" i="1" smtClean="0">
                                    <a:latin typeface="Cambria Math" panose="02040503050406030204" pitchFamily="18" charset="0"/>
                                  </a:rPr>
                                  <m:t>𝑛</m:t>
                                </m:r>
                              </m:sub>
                            </m:sSub>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r>
                                  <a:rPr lang="es-ES" b="0" i="1" smtClean="0">
                                    <a:latin typeface="Cambria Math" panose="02040503050406030204" pitchFamily="18" charset="0"/>
                                  </a:rPr>
                                  <m:t>−2</m:t>
                                </m:r>
                              </m:sub>
                            </m:sSub>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r>
                                  <a:rPr lang="es-ES" b="0" i="1" smtClean="0">
                                    <a:latin typeface="Cambria Math" panose="02040503050406030204" pitchFamily="18" charset="0"/>
                                  </a:rPr>
                                  <m:t>−4 </m:t>
                                </m:r>
                              </m:sub>
                            </m:sSub>
                            <m:r>
                              <a:rPr lang="es-ES" b="0" i="1" smtClean="0">
                                <a:latin typeface="Cambria Math" panose="02040503050406030204" pitchFamily="18" charset="0"/>
                              </a:rPr>
                              <m:t>⋯</m:t>
                            </m:r>
                          </m:e>
                        </m:mr>
                        <m:m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r>
                                  <a:rPr lang="es-ES" b="0" i="1" smtClean="0">
                                    <a:latin typeface="Cambria Math" panose="02040503050406030204" pitchFamily="18" charset="0"/>
                                  </a:rPr>
                                  <m:t>−1</m:t>
                                </m:r>
                              </m:sub>
                            </m:sSub>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r>
                                  <a:rPr lang="es-ES" b="0" i="1" smtClean="0">
                                    <a:latin typeface="Cambria Math" panose="02040503050406030204" pitchFamily="18" charset="0"/>
                                  </a:rPr>
                                  <m:t>−3</m:t>
                                </m:r>
                              </m:sub>
                            </m:sSub>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r>
                                  <a:rPr lang="es-ES" b="0" i="1" smtClean="0">
                                    <a:latin typeface="Cambria Math" panose="02040503050406030204" pitchFamily="18" charset="0"/>
                                  </a:rPr>
                                  <m:t>−5</m:t>
                                </m:r>
                              </m:sub>
                            </m:sSub>
                            <m:r>
                              <a:rPr lang="es-ES" b="0" i="1" smtClean="0">
                                <a:latin typeface="Cambria Math" panose="02040503050406030204" pitchFamily="18" charset="0"/>
                              </a:rPr>
                              <m:t> ⋯</m:t>
                            </m:r>
                          </m:e>
                        </m:mr>
                      </m:m>
                    </m:oMath>
                  </m:oMathPara>
                </a14:m>
                <a:endParaRPr lang="en-US"/>
              </a:p>
            </p:txBody>
          </p:sp>
        </mc:Choice>
        <mc:Fallback xmlns="">
          <p:sp>
            <p:nvSpPr>
              <p:cNvPr id="9" name="CuadroTexto 8">
                <a:extLst>
                  <a:ext uri="{FF2B5EF4-FFF2-40B4-BE49-F238E27FC236}">
                    <a16:creationId xmlns:a16="http://schemas.microsoft.com/office/drawing/2014/main" id="{78B273B5-F454-AAF2-6F23-2BD99EE5D818}"/>
                  </a:ext>
                </a:extLst>
              </p:cNvPr>
              <p:cNvSpPr txBox="1">
                <a:spLocks noRot="1" noChangeAspect="1" noMove="1" noResize="1" noEditPoints="1" noAdjustHandles="1" noChangeArrowheads="1" noChangeShapeType="1" noTextEdit="1"/>
              </p:cNvSpPr>
              <p:nvPr/>
            </p:nvSpPr>
            <p:spPr>
              <a:xfrm>
                <a:off x="3279106" y="5185836"/>
                <a:ext cx="2462213" cy="46269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83732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10</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98FADEF-6EB6-6B26-7E33-F84415419E68}"/>
                  </a:ext>
                </a:extLst>
              </p:cNvPr>
              <p:cNvSpPr txBox="1"/>
              <p:nvPr/>
            </p:nvSpPr>
            <p:spPr>
              <a:xfrm>
                <a:off x="2267744" y="2216884"/>
                <a:ext cx="4390369" cy="276999"/>
              </a:xfrm>
              <a:prstGeom prst="rect">
                <a:avLst/>
              </a:prstGeom>
              <a:noFill/>
            </p:spPr>
            <p:txBody>
              <a:bodyPr wrap="none" lIns="0" tIns="0" rIns="0" bIns="0" rtlCol="0">
                <a:spAutoFit/>
              </a:bodyPr>
              <a:lstStyle/>
              <a:p>
                <a14:m>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𝑛</m:t>
                        </m:r>
                      </m:sub>
                    </m:sSub>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𝑛</m:t>
                        </m:r>
                      </m:sup>
                    </m:sSup>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𝑛</m:t>
                        </m:r>
                        <m:r>
                          <a:rPr lang="es-ES" b="0" i="1" smtClean="0">
                            <a:latin typeface="Cambria Math" panose="02040503050406030204" pitchFamily="18" charset="0"/>
                          </a:rPr>
                          <m:t>−1</m:t>
                        </m:r>
                      </m:sub>
                    </m:sSub>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𝑛</m:t>
                        </m:r>
                        <m:r>
                          <a:rPr lang="es-ES" b="0" i="1" smtClean="0">
                            <a:latin typeface="Cambria Math" panose="02040503050406030204" pitchFamily="18" charset="0"/>
                          </a:rPr>
                          <m:t>−1</m:t>
                        </m:r>
                      </m:sup>
                    </m:sSup>
                  </m:oMath>
                </a14:m>
                <a:r>
                  <a:rPr lang="en-US"/>
                  <a:t>+</a:t>
                </a:r>
                <a:r>
                  <a:rPr lang="es-ES"/>
                  <a:t>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𝑛</m:t>
                        </m:r>
                        <m:r>
                          <a:rPr lang="es-ES" b="0" i="1" smtClean="0">
                            <a:latin typeface="Cambria Math" panose="02040503050406030204" pitchFamily="18" charset="0"/>
                          </a:rPr>
                          <m:t>−2</m:t>
                        </m:r>
                      </m:sub>
                    </m:sSub>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𝑛</m:t>
                        </m:r>
                        <m:r>
                          <a:rPr lang="es-ES" b="0" i="1" smtClean="0">
                            <a:latin typeface="Cambria Math" panose="02040503050406030204" pitchFamily="18" charset="0"/>
                          </a:rPr>
                          <m:t>−2</m:t>
                        </m:r>
                      </m:sup>
                    </m:sSup>
                  </m:oMath>
                </a14:m>
                <a:r>
                  <a:rPr lang="en-US"/>
                  <a:t>…</a:t>
                </a:r>
                <a:r>
                  <a:rPr lang="es-ES"/>
                  <a:t> </a:t>
                </a:r>
                <a14:m>
                  <m:oMath xmlns:m="http://schemas.openxmlformats.org/officeDocument/2006/math">
                    <m:r>
                      <a:rPr lang="es-ES" b="0" i="0"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b="0" i="1" smtClean="0">
                            <a:latin typeface="Cambria Math" panose="02040503050406030204" pitchFamily="18" charset="0"/>
                          </a:rPr>
                          <m:t>0</m:t>
                        </m:r>
                      </m:sub>
                    </m:sSub>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b="0" i="1" smtClean="0">
                            <a:latin typeface="Cambria Math" panose="02040503050406030204" pitchFamily="18" charset="0"/>
                          </a:rPr>
                          <m:t>0</m:t>
                        </m:r>
                      </m:sup>
                    </m:sSup>
                  </m:oMath>
                </a14:m>
                <a:endParaRPr lang="en-US"/>
              </a:p>
            </p:txBody>
          </p:sp>
        </mc:Choice>
        <mc:Fallback xmlns="">
          <p:sp>
            <p:nvSpPr>
              <p:cNvPr id="7" name="CuadroTexto 6">
                <a:extLst>
                  <a:ext uri="{FF2B5EF4-FFF2-40B4-BE49-F238E27FC236}">
                    <a16:creationId xmlns:a16="http://schemas.microsoft.com/office/drawing/2014/main" id="{198FADEF-6EB6-6B26-7E33-F84415419E68}"/>
                  </a:ext>
                </a:extLst>
              </p:cNvPr>
              <p:cNvSpPr txBox="1">
                <a:spLocks noRot="1" noChangeAspect="1" noMove="1" noResize="1" noEditPoints="1" noAdjustHandles="1" noChangeArrowheads="1" noChangeShapeType="1" noTextEdit="1"/>
              </p:cNvSpPr>
              <p:nvPr/>
            </p:nvSpPr>
            <p:spPr>
              <a:xfrm>
                <a:off x="2267744" y="2216884"/>
                <a:ext cx="4390369" cy="276999"/>
              </a:xfrm>
              <a:prstGeom prst="rect">
                <a:avLst/>
              </a:prstGeom>
              <a:blipFill>
                <a:blip r:embed="rId3"/>
                <a:stretch>
                  <a:fillRect l="-1806" t="-28889" r="-556" b="-51111"/>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F8EFB394-2C54-B48E-333C-BC0F74DCB61C}"/>
              </a:ext>
            </a:extLst>
          </p:cNvPr>
          <p:cNvSpPr txBox="1"/>
          <p:nvPr/>
        </p:nvSpPr>
        <p:spPr>
          <a:xfrm>
            <a:off x="1128408" y="2505670"/>
            <a:ext cx="7227651" cy="923330"/>
          </a:xfrm>
          <a:prstGeom prst="rect">
            <a:avLst/>
          </a:prstGeom>
          <a:noFill/>
        </p:spPr>
        <p:txBody>
          <a:bodyPr wrap="square" rtlCol="0">
            <a:spAutoFit/>
          </a:bodyPr>
          <a:lstStyle/>
          <a:p>
            <a:r>
              <a:rPr lang="es-ES"/>
              <a:t>Paso 2</a:t>
            </a:r>
          </a:p>
          <a:p>
            <a:r>
              <a:rPr lang="es-ES"/>
              <a:t>Formar el siguiente arreglo de números mediante las operaciones ilustradas aquí:</a:t>
            </a:r>
          </a:p>
        </p:txBody>
      </p:sp>
      <mc:AlternateContent xmlns:mc="http://schemas.openxmlformats.org/markup-compatibility/2006" xmlns:a14="http://schemas.microsoft.com/office/drawing/2010/main">
        <mc:Choice Requires="a14">
          <p:graphicFrame>
            <p:nvGraphicFramePr>
              <p:cNvPr id="4" name="Tabla 5">
                <a:extLst>
                  <a:ext uri="{FF2B5EF4-FFF2-40B4-BE49-F238E27FC236}">
                    <a16:creationId xmlns:a16="http://schemas.microsoft.com/office/drawing/2014/main" id="{66AB615A-12E2-06E1-B3DE-E15F63C7B7E5}"/>
                  </a:ext>
                </a:extLst>
              </p:cNvPr>
              <p:cNvGraphicFramePr>
                <a:graphicFrameLocks noGrp="1"/>
              </p:cNvGraphicFramePr>
              <p:nvPr>
                <p:extLst>
                  <p:ext uri="{D42A27DB-BD31-4B8C-83A1-F6EECF244321}">
                    <p14:modId xmlns:p14="http://schemas.microsoft.com/office/powerpoint/2010/main" val="3001104996"/>
                  </p:ext>
                </p:extLst>
              </p:nvPr>
            </p:nvGraphicFramePr>
            <p:xfrm>
              <a:off x="141514" y="3581400"/>
              <a:ext cx="8093408" cy="3197160"/>
            </p:xfrm>
            <a:graphic>
              <a:graphicData uri="http://schemas.openxmlformats.org/drawingml/2006/table">
                <a:tbl>
                  <a:tblPr firstRow="1" bandRow="1">
                    <a:tableStyleId>{5940675A-B579-460E-94D1-54222C63F5DA}</a:tableStyleId>
                  </a:tblPr>
                  <a:tblGrid>
                    <a:gridCol w="2023352">
                      <a:extLst>
                        <a:ext uri="{9D8B030D-6E8A-4147-A177-3AD203B41FA5}">
                          <a16:colId xmlns:a16="http://schemas.microsoft.com/office/drawing/2014/main" val="2909470796"/>
                        </a:ext>
                      </a:extLst>
                    </a:gridCol>
                    <a:gridCol w="2023352">
                      <a:extLst>
                        <a:ext uri="{9D8B030D-6E8A-4147-A177-3AD203B41FA5}">
                          <a16:colId xmlns:a16="http://schemas.microsoft.com/office/drawing/2014/main" val="3462392466"/>
                        </a:ext>
                      </a:extLst>
                    </a:gridCol>
                    <a:gridCol w="2023352">
                      <a:extLst>
                        <a:ext uri="{9D8B030D-6E8A-4147-A177-3AD203B41FA5}">
                          <a16:colId xmlns:a16="http://schemas.microsoft.com/office/drawing/2014/main" val="4088672469"/>
                        </a:ext>
                      </a:extLst>
                    </a:gridCol>
                    <a:gridCol w="2023352">
                      <a:extLst>
                        <a:ext uri="{9D8B030D-6E8A-4147-A177-3AD203B41FA5}">
                          <a16:colId xmlns:a16="http://schemas.microsoft.com/office/drawing/2014/main" val="2695385249"/>
                        </a:ext>
                      </a:extLst>
                    </a:gridCol>
                  </a:tblGrid>
                  <a:tr h="370839">
                    <a:tc>
                      <a:txBody>
                        <a:bodyPr/>
                        <a:lstStyle/>
                        <a:p>
                          <a:r>
                            <a:rPr lang="es-ES"/>
                            <a:t>a6</a:t>
                          </a:r>
                          <a:endParaRPr lang="en-US"/>
                        </a:p>
                      </a:txBody>
                      <a:tcPr>
                        <a:solidFill>
                          <a:schemeClr val="bg1">
                            <a:lumMod val="85000"/>
                          </a:schemeClr>
                        </a:solidFill>
                      </a:tcPr>
                    </a:tc>
                    <a:tc>
                      <a:txBody>
                        <a:bodyPr/>
                        <a:lstStyle/>
                        <a:p>
                          <a:r>
                            <a:rPr lang="es-ES"/>
                            <a:t>a4</a:t>
                          </a:r>
                          <a:endParaRPr lang="en-US"/>
                        </a:p>
                      </a:txBody>
                      <a:tcPr/>
                    </a:tc>
                    <a:tc>
                      <a:txBody>
                        <a:bodyPr/>
                        <a:lstStyle/>
                        <a:p>
                          <a:r>
                            <a:rPr lang="es-ES"/>
                            <a:t>a2</a:t>
                          </a:r>
                          <a:endParaRPr lang="en-US"/>
                        </a:p>
                      </a:txBody>
                      <a:tcPr/>
                    </a:tc>
                    <a:tc>
                      <a:txBody>
                        <a:bodyPr/>
                        <a:lstStyle/>
                        <a:p>
                          <a:r>
                            <a:rPr lang="es-ES"/>
                            <a:t>a0</a:t>
                          </a:r>
                          <a:endParaRPr lang="en-US"/>
                        </a:p>
                      </a:txBody>
                      <a:tcPr/>
                    </a:tc>
                    <a:extLst>
                      <a:ext uri="{0D108BD9-81ED-4DB2-BD59-A6C34878D82A}">
                        <a16:rowId xmlns:a16="http://schemas.microsoft.com/office/drawing/2014/main" val="13553147"/>
                      </a:ext>
                    </a:extLst>
                  </a:tr>
                  <a:tr h="370839">
                    <a:tc>
                      <a:txBody>
                        <a:bodyPr/>
                        <a:lstStyle/>
                        <a:p>
                          <a:r>
                            <a:rPr lang="es-ES"/>
                            <a:t>a5 </a:t>
                          </a:r>
                          <a:endParaRPr lang="en-US"/>
                        </a:p>
                      </a:txBody>
                      <a:tcPr>
                        <a:solidFill>
                          <a:schemeClr val="bg1">
                            <a:lumMod val="85000"/>
                          </a:schemeClr>
                        </a:solidFill>
                      </a:tcPr>
                    </a:tc>
                    <a:tc>
                      <a:txBody>
                        <a:bodyPr/>
                        <a:lstStyle/>
                        <a:p>
                          <a:r>
                            <a:rPr lang="es-ES"/>
                            <a:t>a3</a:t>
                          </a:r>
                          <a:endParaRPr lang="en-US"/>
                        </a:p>
                      </a:txBody>
                      <a:tcPr/>
                    </a:tc>
                    <a:tc>
                      <a:txBody>
                        <a:bodyPr/>
                        <a:lstStyle/>
                        <a:p>
                          <a:r>
                            <a:rPr lang="es-ES"/>
                            <a:t>a1</a:t>
                          </a:r>
                          <a:endParaRPr lang="en-US"/>
                        </a:p>
                      </a:txBody>
                      <a:tcPr/>
                    </a:tc>
                    <a:tc>
                      <a:txBody>
                        <a:bodyPr/>
                        <a:lstStyle/>
                        <a:p>
                          <a:r>
                            <a:rPr lang="es-ES"/>
                            <a:t>0</a:t>
                          </a:r>
                          <a:endParaRPr lang="en-US"/>
                        </a:p>
                      </a:txBody>
                      <a:tcPr/>
                    </a:tc>
                    <a:extLst>
                      <a:ext uri="{0D108BD9-81ED-4DB2-BD59-A6C34878D82A}">
                        <a16:rowId xmlns:a16="http://schemas.microsoft.com/office/drawing/2014/main" val="1573408914"/>
                      </a:ext>
                    </a:extLst>
                  </a:tr>
                  <a:tr h="370839">
                    <a:tc>
                      <a:txBody>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𝐴</m:t>
                                </m:r>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5</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4</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6</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3</m:t>
                                        </m:r>
                                      </m:sub>
                                    </m:sSub>
                                  </m:num>
                                  <m:den>
                                    <m:r>
                                      <a:rPr lang="es-ES" b="0" i="1" smtClean="0">
                                        <a:latin typeface="Cambria Math" panose="02040503050406030204" pitchFamily="18" charset="0"/>
                                      </a:rPr>
                                      <m:t>𝑎</m:t>
                                    </m:r>
                                    <m:r>
                                      <a:rPr lang="es-ES" b="0" i="1" smtClean="0">
                                        <a:latin typeface="Cambria Math" panose="02040503050406030204" pitchFamily="18" charset="0"/>
                                      </a:rPr>
                                      <m:t>5</m:t>
                                    </m:r>
                                  </m:den>
                                </m:f>
                              </m:oMath>
                            </m:oMathPara>
                          </a14:m>
                          <a:endParaRPr lang="en-US"/>
                        </a:p>
                      </a:txBody>
                      <a:tcPr>
                        <a:solidFill>
                          <a:schemeClr val="bg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𝐵</m:t>
                                </m:r>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5</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6</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1</m:t>
                                        </m:r>
                                      </m:sub>
                                    </m:sSub>
                                  </m:num>
                                  <m:den>
                                    <m:r>
                                      <a:rPr lang="es-ES" b="0" i="1" smtClean="0">
                                        <a:latin typeface="Cambria Math" panose="02040503050406030204" pitchFamily="18" charset="0"/>
                                      </a:rPr>
                                      <m:t>𝑎</m:t>
                                    </m:r>
                                    <m:r>
                                      <a:rPr lang="es-ES" b="0" i="1" smtClean="0">
                                        <a:latin typeface="Cambria Math" panose="02040503050406030204" pitchFamily="18" charset="0"/>
                                      </a:rPr>
                                      <m:t>5</m:t>
                                    </m:r>
                                  </m:den>
                                </m:f>
                              </m:oMath>
                            </m:oMathPara>
                          </a14:m>
                          <a:endParaRPr lang="en-US"/>
                        </a:p>
                      </a:txBody>
                      <a:tcPr/>
                    </a:tc>
                    <a:tc>
                      <a:txBody>
                        <a:bodyPr/>
                        <a:lstStyle/>
                        <a:p>
                          <a:pPr/>
                          <a14:m>
                            <m:oMathPara xmlns:m="http://schemas.openxmlformats.org/officeDocument/2006/math">
                              <m:oMathParaPr>
                                <m:jc m:val="centerGroup"/>
                              </m:oMathParaPr>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0</m:t>
                                    </m:r>
                                  </m:sub>
                                </m:sSub>
                              </m:oMath>
                            </m:oMathPara>
                          </a14:m>
                          <a:endParaRPr lang="en-US"/>
                        </a:p>
                      </a:txBody>
                      <a:tcPr/>
                    </a:tc>
                    <a:tc>
                      <a:txBody>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0</m:t>
                                </m:r>
                              </m:oMath>
                            </m:oMathPara>
                          </a14:m>
                          <a:endParaRPr lang="en-US"/>
                        </a:p>
                      </a:txBody>
                      <a:tcPr/>
                    </a:tc>
                    <a:extLst>
                      <a:ext uri="{0D108BD9-81ED-4DB2-BD59-A6C34878D82A}">
                        <a16:rowId xmlns:a16="http://schemas.microsoft.com/office/drawing/2014/main" val="2930483105"/>
                      </a:ext>
                    </a:extLst>
                  </a:tr>
                  <a:tr h="370839">
                    <a:tc>
                      <a:txBody>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𝐶</m:t>
                                </m:r>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𝐴</m:t>
                                    </m:r>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3</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𝑎</m:t>
                                        </m:r>
                                      </m:e>
                                      <m:sub>
                                        <m:r>
                                          <a:rPr lang="es-ES" b="0" i="1" smtClean="0">
                                            <a:latin typeface="Cambria Math" panose="02040503050406030204" pitchFamily="18" charset="0"/>
                                          </a:rPr>
                                          <m:t>5</m:t>
                                        </m:r>
                                      </m:sub>
                                    </m:sSub>
                                    <m:r>
                                      <a:rPr lang="es-ES" b="0" i="1" smtClean="0">
                                        <a:latin typeface="Cambria Math" panose="02040503050406030204" pitchFamily="18" charset="0"/>
                                      </a:rPr>
                                      <m:t>∗</m:t>
                                    </m:r>
                                    <m:r>
                                      <a:rPr lang="es-ES" b="0" i="1" smtClean="0">
                                        <a:latin typeface="Cambria Math" panose="02040503050406030204" pitchFamily="18" charset="0"/>
                                      </a:rPr>
                                      <m:t>𝐵</m:t>
                                    </m:r>
                                  </m:num>
                                  <m:den>
                                    <m:r>
                                      <a:rPr lang="es-ES" b="0" i="1" smtClean="0">
                                        <a:latin typeface="Cambria Math" panose="02040503050406030204" pitchFamily="18" charset="0"/>
                                      </a:rPr>
                                      <m:t>𝐴</m:t>
                                    </m:r>
                                  </m:den>
                                </m:f>
                              </m:oMath>
                            </m:oMathPara>
                          </a14:m>
                          <a:endParaRPr lang="en-US"/>
                        </a:p>
                      </a:txBody>
                      <a:tcPr>
                        <a:solidFill>
                          <a:schemeClr val="bg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extLst>
                      <a:ext uri="{0D108BD9-81ED-4DB2-BD59-A6C34878D82A}">
                        <a16:rowId xmlns:a16="http://schemas.microsoft.com/office/drawing/2014/main" val="3862822257"/>
                      </a:ext>
                    </a:extLst>
                  </a:tr>
                  <a:tr h="37083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extLst>
                      <a:ext uri="{0D108BD9-81ED-4DB2-BD59-A6C34878D82A}">
                        <a16:rowId xmlns:a16="http://schemas.microsoft.com/office/drawing/2014/main" val="3749945961"/>
                      </a:ext>
                    </a:extLst>
                  </a:tr>
                  <a:tr h="37083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extLst>
                      <a:ext uri="{0D108BD9-81ED-4DB2-BD59-A6C34878D82A}">
                        <a16:rowId xmlns:a16="http://schemas.microsoft.com/office/drawing/2014/main" val="2460114984"/>
                      </a:ext>
                    </a:extLst>
                  </a:tr>
                  <a:tr h="37083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solidFill>
                          <a:schemeClr val="bg1">
                            <a:lumMod val="85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oMath>
                            </m:oMathPara>
                          </a14:m>
                          <a:endParaRPr lang="en-US"/>
                        </a:p>
                        <a:p>
                          <a:endParaRPr lang="en-US"/>
                        </a:p>
                      </a:txBody>
                      <a:tcPr/>
                    </a:tc>
                    <a:extLst>
                      <a:ext uri="{0D108BD9-81ED-4DB2-BD59-A6C34878D82A}">
                        <a16:rowId xmlns:a16="http://schemas.microsoft.com/office/drawing/2014/main" val="4058995034"/>
                      </a:ext>
                    </a:extLst>
                  </a:tr>
                </a:tbl>
              </a:graphicData>
            </a:graphic>
          </p:graphicFrame>
        </mc:Choice>
        <mc:Fallback xmlns="">
          <p:graphicFrame>
            <p:nvGraphicFramePr>
              <p:cNvPr id="4" name="Tabla 5">
                <a:extLst>
                  <a:ext uri="{FF2B5EF4-FFF2-40B4-BE49-F238E27FC236}">
                    <a16:creationId xmlns:a16="http://schemas.microsoft.com/office/drawing/2014/main" id="{66AB615A-12E2-06E1-B3DE-E15F63C7B7E5}"/>
                  </a:ext>
                </a:extLst>
              </p:cNvPr>
              <p:cNvGraphicFramePr>
                <a:graphicFrameLocks noGrp="1"/>
              </p:cNvGraphicFramePr>
              <p:nvPr>
                <p:extLst>
                  <p:ext uri="{D42A27DB-BD31-4B8C-83A1-F6EECF244321}">
                    <p14:modId xmlns:p14="http://schemas.microsoft.com/office/powerpoint/2010/main" val="3001104996"/>
                  </p:ext>
                </p:extLst>
              </p:nvPr>
            </p:nvGraphicFramePr>
            <p:xfrm>
              <a:off x="141514" y="3581400"/>
              <a:ext cx="8093408" cy="3197160"/>
            </p:xfrm>
            <a:graphic>
              <a:graphicData uri="http://schemas.openxmlformats.org/drawingml/2006/table">
                <a:tbl>
                  <a:tblPr firstRow="1" bandRow="1">
                    <a:tableStyleId>{5940675A-B579-460E-94D1-54222C63F5DA}</a:tableStyleId>
                  </a:tblPr>
                  <a:tblGrid>
                    <a:gridCol w="2023352">
                      <a:extLst>
                        <a:ext uri="{9D8B030D-6E8A-4147-A177-3AD203B41FA5}">
                          <a16:colId xmlns:a16="http://schemas.microsoft.com/office/drawing/2014/main" val="2909470796"/>
                        </a:ext>
                      </a:extLst>
                    </a:gridCol>
                    <a:gridCol w="2023352">
                      <a:extLst>
                        <a:ext uri="{9D8B030D-6E8A-4147-A177-3AD203B41FA5}">
                          <a16:colId xmlns:a16="http://schemas.microsoft.com/office/drawing/2014/main" val="3462392466"/>
                        </a:ext>
                      </a:extLst>
                    </a:gridCol>
                    <a:gridCol w="2023352">
                      <a:extLst>
                        <a:ext uri="{9D8B030D-6E8A-4147-A177-3AD203B41FA5}">
                          <a16:colId xmlns:a16="http://schemas.microsoft.com/office/drawing/2014/main" val="4088672469"/>
                        </a:ext>
                      </a:extLst>
                    </a:gridCol>
                    <a:gridCol w="2023352">
                      <a:extLst>
                        <a:ext uri="{9D8B030D-6E8A-4147-A177-3AD203B41FA5}">
                          <a16:colId xmlns:a16="http://schemas.microsoft.com/office/drawing/2014/main" val="2695385249"/>
                        </a:ext>
                      </a:extLst>
                    </a:gridCol>
                  </a:tblGrid>
                  <a:tr h="370839">
                    <a:tc>
                      <a:txBody>
                        <a:bodyPr/>
                        <a:lstStyle/>
                        <a:p>
                          <a:r>
                            <a:rPr lang="es-ES"/>
                            <a:t>a6</a:t>
                          </a:r>
                          <a:endParaRPr lang="en-US"/>
                        </a:p>
                      </a:txBody>
                      <a:tcPr>
                        <a:solidFill>
                          <a:schemeClr val="bg1">
                            <a:lumMod val="85000"/>
                          </a:schemeClr>
                        </a:solidFill>
                      </a:tcPr>
                    </a:tc>
                    <a:tc>
                      <a:txBody>
                        <a:bodyPr/>
                        <a:lstStyle/>
                        <a:p>
                          <a:r>
                            <a:rPr lang="es-ES"/>
                            <a:t>a4</a:t>
                          </a:r>
                          <a:endParaRPr lang="en-US"/>
                        </a:p>
                      </a:txBody>
                      <a:tcPr/>
                    </a:tc>
                    <a:tc>
                      <a:txBody>
                        <a:bodyPr/>
                        <a:lstStyle/>
                        <a:p>
                          <a:r>
                            <a:rPr lang="es-ES"/>
                            <a:t>a2</a:t>
                          </a:r>
                          <a:endParaRPr lang="en-US"/>
                        </a:p>
                      </a:txBody>
                      <a:tcPr/>
                    </a:tc>
                    <a:tc>
                      <a:txBody>
                        <a:bodyPr/>
                        <a:lstStyle/>
                        <a:p>
                          <a:r>
                            <a:rPr lang="es-ES"/>
                            <a:t>a0</a:t>
                          </a:r>
                          <a:endParaRPr lang="en-US"/>
                        </a:p>
                      </a:txBody>
                      <a:tcPr/>
                    </a:tc>
                    <a:extLst>
                      <a:ext uri="{0D108BD9-81ED-4DB2-BD59-A6C34878D82A}">
                        <a16:rowId xmlns:a16="http://schemas.microsoft.com/office/drawing/2014/main" val="13553147"/>
                      </a:ext>
                    </a:extLst>
                  </a:tr>
                  <a:tr h="370839">
                    <a:tc>
                      <a:txBody>
                        <a:bodyPr/>
                        <a:lstStyle/>
                        <a:p>
                          <a:r>
                            <a:rPr lang="es-ES"/>
                            <a:t>a5 </a:t>
                          </a:r>
                          <a:endParaRPr lang="en-US"/>
                        </a:p>
                      </a:txBody>
                      <a:tcPr>
                        <a:solidFill>
                          <a:schemeClr val="bg1">
                            <a:lumMod val="85000"/>
                          </a:schemeClr>
                        </a:solidFill>
                      </a:tcPr>
                    </a:tc>
                    <a:tc>
                      <a:txBody>
                        <a:bodyPr/>
                        <a:lstStyle/>
                        <a:p>
                          <a:r>
                            <a:rPr lang="es-ES"/>
                            <a:t>a3</a:t>
                          </a:r>
                          <a:endParaRPr lang="en-US"/>
                        </a:p>
                      </a:txBody>
                      <a:tcPr/>
                    </a:tc>
                    <a:tc>
                      <a:txBody>
                        <a:bodyPr/>
                        <a:lstStyle/>
                        <a:p>
                          <a:r>
                            <a:rPr lang="es-ES"/>
                            <a:t>a1</a:t>
                          </a:r>
                          <a:endParaRPr lang="en-US"/>
                        </a:p>
                      </a:txBody>
                      <a:tcPr/>
                    </a:tc>
                    <a:tc>
                      <a:txBody>
                        <a:bodyPr/>
                        <a:lstStyle/>
                        <a:p>
                          <a:r>
                            <a:rPr lang="es-ES"/>
                            <a:t>0</a:t>
                          </a:r>
                          <a:endParaRPr lang="en-US"/>
                        </a:p>
                      </a:txBody>
                      <a:tcPr/>
                    </a:tc>
                    <a:extLst>
                      <a:ext uri="{0D108BD9-81ED-4DB2-BD59-A6C34878D82A}">
                        <a16:rowId xmlns:a16="http://schemas.microsoft.com/office/drawing/2014/main" val="1573408914"/>
                      </a:ext>
                    </a:extLst>
                  </a:tr>
                  <a:tr h="443802">
                    <a:tc>
                      <a:txBody>
                        <a:bodyPr/>
                        <a:lstStyle/>
                        <a:p>
                          <a:endParaRPr lang="en-US"/>
                        </a:p>
                      </a:txBody>
                      <a:tcPr>
                        <a:blipFill>
                          <a:blip r:embed="rId4"/>
                          <a:stretch>
                            <a:fillRect l="-301" t="-168493" r="-300602" b="-456164"/>
                          </a:stretch>
                        </a:blipFill>
                      </a:tcPr>
                    </a:tc>
                    <a:tc>
                      <a:txBody>
                        <a:bodyPr/>
                        <a:lstStyle/>
                        <a:p>
                          <a:endParaRPr lang="en-US"/>
                        </a:p>
                      </a:txBody>
                      <a:tcPr>
                        <a:blipFill>
                          <a:blip r:embed="rId4"/>
                          <a:stretch>
                            <a:fillRect l="-100301" t="-168493" r="-200602" b="-456164"/>
                          </a:stretch>
                        </a:blipFill>
                      </a:tcPr>
                    </a:tc>
                    <a:tc>
                      <a:txBody>
                        <a:bodyPr/>
                        <a:lstStyle/>
                        <a:p>
                          <a:endParaRPr lang="en-US"/>
                        </a:p>
                      </a:txBody>
                      <a:tcPr>
                        <a:blipFill>
                          <a:blip r:embed="rId4"/>
                          <a:stretch>
                            <a:fillRect l="-200301" t="-168493" r="-100602" b="-456164"/>
                          </a:stretch>
                        </a:blipFill>
                      </a:tcPr>
                    </a:tc>
                    <a:tc>
                      <a:txBody>
                        <a:bodyPr/>
                        <a:lstStyle/>
                        <a:p>
                          <a:endParaRPr lang="en-US"/>
                        </a:p>
                      </a:txBody>
                      <a:tcPr>
                        <a:blipFill>
                          <a:blip r:embed="rId4"/>
                          <a:stretch>
                            <a:fillRect l="-300301" t="-168493" r="-602" b="-456164"/>
                          </a:stretch>
                        </a:blipFill>
                      </a:tcPr>
                    </a:tc>
                    <a:extLst>
                      <a:ext uri="{0D108BD9-81ED-4DB2-BD59-A6C34878D82A}">
                        <a16:rowId xmlns:a16="http://schemas.microsoft.com/office/drawing/2014/main" val="2930483105"/>
                      </a:ext>
                    </a:extLst>
                  </a:tr>
                  <a:tr h="502920">
                    <a:tc>
                      <a:txBody>
                        <a:bodyPr/>
                        <a:lstStyle/>
                        <a:p>
                          <a:endParaRPr lang="en-US"/>
                        </a:p>
                      </a:txBody>
                      <a:tcPr>
                        <a:blipFill>
                          <a:blip r:embed="rId4"/>
                          <a:stretch>
                            <a:fillRect l="-301" t="-239024" r="-300602" b="-306098"/>
                          </a:stretch>
                        </a:blipFill>
                      </a:tcPr>
                    </a:tc>
                    <a:tc>
                      <a:txBody>
                        <a:bodyPr/>
                        <a:lstStyle/>
                        <a:p>
                          <a:endParaRPr lang="en-US"/>
                        </a:p>
                      </a:txBody>
                      <a:tcPr>
                        <a:blipFill>
                          <a:blip r:embed="rId4"/>
                          <a:stretch>
                            <a:fillRect l="-100301" t="-239024" r="-200602" b="-306098"/>
                          </a:stretch>
                        </a:blipFill>
                      </a:tcPr>
                    </a:tc>
                    <a:tc>
                      <a:txBody>
                        <a:bodyPr/>
                        <a:lstStyle/>
                        <a:p>
                          <a:endParaRPr lang="en-US"/>
                        </a:p>
                      </a:txBody>
                      <a:tcPr>
                        <a:blipFill>
                          <a:blip r:embed="rId4"/>
                          <a:stretch>
                            <a:fillRect l="-200301" t="-239024" r="-100602" b="-306098"/>
                          </a:stretch>
                        </a:blipFill>
                      </a:tcPr>
                    </a:tc>
                    <a:tc>
                      <a:txBody>
                        <a:bodyPr/>
                        <a:lstStyle/>
                        <a:p>
                          <a:endParaRPr lang="en-US"/>
                        </a:p>
                      </a:txBody>
                      <a:tcPr>
                        <a:blipFill>
                          <a:blip r:embed="rId4"/>
                          <a:stretch>
                            <a:fillRect l="-300301" t="-239024" r="-602" b="-306098"/>
                          </a:stretch>
                        </a:blipFill>
                      </a:tcPr>
                    </a:tc>
                    <a:extLst>
                      <a:ext uri="{0D108BD9-81ED-4DB2-BD59-A6C34878D82A}">
                        <a16:rowId xmlns:a16="http://schemas.microsoft.com/office/drawing/2014/main" val="3862822257"/>
                      </a:ext>
                    </a:extLst>
                  </a:tr>
                  <a:tr h="502920">
                    <a:tc>
                      <a:txBody>
                        <a:bodyPr/>
                        <a:lstStyle/>
                        <a:p>
                          <a:endParaRPr lang="en-US"/>
                        </a:p>
                      </a:txBody>
                      <a:tcPr>
                        <a:blipFill>
                          <a:blip r:embed="rId4"/>
                          <a:stretch>
                            <a:fillRect l="-301" t="-334940" r="-300602" b="-202410"/>
                          </a:stretch>
                        </a:blipFill>
                      </a:tcPr>
                    </a:tc>
                    <a:tc>
                      <a:txBody>
                        <a:bodyPr/>
                        <a:lstStyle/>
                        <a:p>
                          <a:endParaRPr lang="en-US"/>
                        </a:p>
                      </a:txBody>
                      <a:tcPr>
                        <a:blipFill>
                          <a:blip r:embed="rId4"/>
                          <a:stretch>
                            <a:fillRect l="-100301" t="-334940" r="-200602" b="-202410"/>
                          </a:stretch>
                        </a:blipFill>
                      </a:tcPr>
                    </a:tc>
                    <a:tc>
                      <a:txBody>
                        <a:bodyPr/>
                        <a:lstStyle/>
                        <a:p>
                          <a:endParaRPr lang="en-US"/>
                        </a:p>
                      </a:txBody>
                      <a:tcPr>
                        <a:blipFill>
                          <a:blip r:embed="rId4"/>
                          <a:stretch>
                            <a:fillRect l="-200301" t="-334940" r="-100602" b="-202410"/>
                          </a:stretch>
                        </a:blipFill>
                      </a:tcPr>
                    </a:tc>
                    <a:tc>
                      <a:txBody>
                        <a:bodyPr/>
                        <a:lstStyle/>
                        <a:p>
                          <a:endParaRPr lang="en-US"/>
                        </a:p>
                      </a:txBody>
                      <a:tcPr>
                        <a:blipFill>
                          <a:blip r:embed="rId4"/>
                          <a:stretch>
                            <a:fillRect l="-300301" t="-334940" r="-602" b="-202410"/>
                          </a:stretch>
                        </a:blipFill>
                      </a:tcPr>
                    </a:tc>
                    <a:extLst>
                      <a:ext uri="{0D108BD9-81ED-4DB2-BD59-A6C34878D82A}">
                        <a16:rowId xmlns:a16="http://schemas.microsoft.com/office/drawing/2014/main" val="3749945961"/>
                      </a:ext>
                    </a:extLst>
                  </a:tr>
                  <a:tr h="502920">
                    <a:tc>
                      <a:txBody>
                        <a:bodyPr/>
                        <a:lstStyle/>
                        <a:p>
                          <a:endParaRPr lang="en-US"/>
                        </a:p>
                      </a:txBody>
                      <a:tcPr>
                        <a:blipFill>
                          <a:blip r:embed="rId4"/>
                          <a:stretch>
                            <a:fillRect l="-301" t="-440244" r="-300602" b="-104878"/>
                          </a:stretch>
                        </a:blipFill>
                      </a:tcPr>
                    </a:tc>
                    <a:tc>
                      <a:txBody>
                        <a:bodyPr/>
                        <a:lstStyle/>
                        <a:p>
                          <a:endParaRPr lang="en-US"/>
                        </a:p>
                      </a:txBody>
                      <a:tcPr>
                        <a:blipFill>
                          <a:blip r:embed="rId4"/>
                          <a:stretch>
                            <a:fillRect l="-100301" t="-440244" r="-200602" b="-104878"/>
                          </a:stretch>
                        </a:blipFill>
                      </a:tcPr>
                    </a:tc>
                    <a:tc>
                      <a:txBody>
                        <a:bodyPr/>
                        <a:lstStyle/>
                        <a:p>
                          <a:endParaRPr lang="en-US"/>
                        </a:p>
                      </a:txBody>
                      <a:tcPr>
                        <a:blipFill>
                          <a:blip r:embed="rId4"/>
                          <a:stretch>
                            <a:fillRect l="-200301" t="-440244" r="-100602" b="-104878"/>
                          </a:stretch>
                        </a:blipFill>
                      </a:tcPr>
                    </a:tc>
                    <a:tc>
                      <a:txBody>
                        <a:bodyPr/>
                        <a:lstStyle/>
                        <a:p>
                          <a:endParaRPr lang="en-US"/>
                        </a:p>
                      </a:txBody>
                      <a:tcPr>
                        <a:blipFill>
                          <a:blip r:embed="rId4"/>
                          <a:stretch>
                            <a:fillRect l="-300301" t="-440244" r="-602" b="-104878"/>
                          </a:stretch>
                        </a:blipFill>
                      </a:tcPr>
                    </a:tc>
                    <a:extLst>
                      <a:ext uri="{0D108BD9-81ED-4DB2-BD59-A6C34878D82A}">
                        <a16:rowId xmlns:a16="http://schemas.microsoft.com/office/drawing/2014/main" val="2460114984"/>
                      </a:ext>
                    </a:extLst>
                  </a:tr>
                  <a:tr h="502920">
                    <a:tc>
                      <a:txBody>
                        <a:bodyPr/>
                        <a:lstStyle/>
                        <a:p>
                          <a:endParaRPr lang="en-US"/>
                        </a:p>
                      </a:txBody>
                      <a:tcPr>
                        <a:blipFill>
                          <a:blip r:embed="rId4"/>
                          <a:stretch>
                            <a:fillRect l="-301" t="-533735" r="-300602" b="-3614"/>
                          </a:stretch>
                        </a:blipFill>
                      </a:tcPr>
                    </a:tc>
                    <a:tc>
                      <a:txBody>
                        <a:bodyPr/>
                        <a:lstStyle/>
                        <a:p>
                          <a:endParaRPr lang="en-US"/>
                        </a:p>
                      </a:txBody>
                      <a:tcPr>
                        <a:blipFill>
                          <a:blip r:embed="rId4"/>
                          <a:stretch>
                            <a:fillRect l="-100301" t="-533735" r="-200602" b="-3614"/>
                          </a:stretch>
                        </a:blipFill>
                      </a:tcPr>
                    </a:tc>
                    <a:tc>
                      <a:txBody>
                        <a:bodyPr/>
                        <a:lstStyle/>
                        <a:p>
                          <a:endParaRPr lang="en-US"/>
                        </a:p>
                      </a:txBody>
                      <a:tcPr>
                        <a:blipFill>
                          <a:blip r:embed="rId4"/>
                          <a:stretch>
                            <a:fillRect l="-200301" t="-533735" r="-100602" b="-3614"/>
                          </a:stretch>
                        </a:blipFill>
                      </a:tcPr>
                    </a:tc>
                    <a:tc>
                      <a:txBody>
                        <a:bodyPr/>
                        <a:lstStyle/>
                        <a:p>
                          <a:endParaRPr lang="en-US"/>
                        </a:p>
                      </a:txBody>
                      <a:tcPr>
                        <a:blipFill>
                          <a:blip r:embed="rId4"/>
                          <a:stretch>
                            <a:fillRect l="-300301" t="-533735" r="-602" b="-3614"/>
                          </a:stretch>
                        </a:blipFill>
                      </a:tcPr>
                    </a:tc>
                    <a:extLst>
                      <a:ext uri="{0D108BD9-81ED-4DB2-BD59-A6C34878D82A}">
                        <a16:rowId xmlns:a16="http://schemas.microsoft.com/office/drawing/2014/main" val="4058995034"/>
                      </a:ext>
                    </a:extLst>
                  </a:tr>
                </a:tbl>
              </a:graphicData>
            </a:graphic>
          </p:graphicFrame>
        </mc:Fallback>
      </mc:AlternateContent>
      <p:sp>
        <p:nvSpPr>
          <p:cNvPr id="6" name="Flecha: hacia abajo 5">
            <a:extLst>
              <a:ext uri="{FF2B5EF4-FFF2-40B4-BE49-F238E27FC236}">
                <a16:creationId xmlns:a16="http://schemas.microsoft.com/office/drawing/2014/main" id="{2EADF304-6CE9-6196-82A1-4CE2AE1FC575}"/>
              </a:ext>
            </a:extLst>
          </p:cNvPr>
          <p:cNvSpPr/>
          <p:nvPr/>
        </p:nvSpPr>
        <p:spPr>
          <a:xfrm>
            <a:off x="749029" y="2879348"/>
            <a:ext cx="379379" cy="6177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uadroTexto 10">
            <a:extLst>
              <a:ext uri="{FF2B5EF4-FFF2-40B4-BE49-F238E27FC236}">
                <a16:creationId xmlns:a16="http://schemas.microsoft.com/office/drawing/2014/main" id="{18A65DC9-86B0-24CC-6F5F-3D0CE188D2F0}"/>
              </a:ext>
            </a:extLst>
          </p:cNvPr>
          <p:cNvSpPr txBox="1"/>
          <p:nvPr/>
        </p:nvSpPr>
        <p:spPr>
          <a:xfrm>
            <a:off x="60254" y="840405"/>
            <a:ext cx="738664" cy="2369814"/>
          </a:xfrm>
          <a:prstGeom prst="rect">
            <a:avLst/>
          </a:prstGeom>
          <a:noFill/>
        </p:spPr>
        <p:txBody>
          <a:bodyPr vert="vert270" wrap="square" rtlCol="0">
            <a:spAutoFit/>
          </a:bodyPr>
          <a:lstStyle/>
          <a:p>
            <a:r>
              <a:rPr lang="es-ES" sz="1200"/>
              <a:t>Cada  cambio de signo implica un polo fuera de la región de estabilidad</a:t>
            </a:r>
            <a:endParaRPr lang="en-US" sz="1200"/>
          </a:p>
        </p:txBody>
      </p:sp>
    </p:spTree>
    <p:extLst>
      <p:ext uri="{BB962C8B-B14F-4D97-AF65-F5344CB8AC3E}">
        <p14:creationId xmlns:p14="http://schemas.microsoft.com/office/powerpoint/2010/main" val="3215538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a:t>Ejercicio Estabilidad</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11</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98FADEF-6EB6-6B26-7E33-F84415419E68}"/>
                  </a:ext>
                </a:extLst>
              </p:cNvPr>
              <p:cNvSpPr txBox="1"/>
              <p:nvPr/>
            </p:nvSpPr>
            <p:spPr>
              <a:xfrm>
                <a:off x="2870859" y="2654789"/>
                <a:ext cx="29301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r>
                            <a:rPr lang="es-ES" b="0" i="1" smtClean="0">
                              <a:latin typeface="Cambria Math" panose="02040503050406030204" pitchFamily="18" charset="0"/>
                            </a:rPr>
                            <m:t>−2</m:t>
                          </m:r>
                        </m:e>
                      </m:d>
                      <m:d>
                        <m:dPr>
                          <m:ctrlPr>
                            <a:rPr lang="es-ES" b="0" i="1" smtClean="0">
                              <a:latin typeface="Cambria Math" panose="02040503050406030204" pitchFamily="18" charset="0"/>
                            </a:rPr>
                          </m:ctrlPr>
                        </m:dPr>
                        <m:e>
                          <m:r>
                            <a:rPr lang="es-ES" b="0" i="1" smtClean="0">
                              <a:latin typeface="Cambria Math" panose="02040503050406030204" pitchFamily="18" charset="0"/>
                            </a:rPr>
                            <m:t>𝑠</m:t>
                          </m:r>
                          <m:r>
                            <a:rPr lang="es-ES" b="0" i="1" smtClean="0">
                              <a:latin typeface="Cambria Math" panose="02040503050406030204" pitchFamily="18" charset="0"/>
                            </a:rPr>
                            <m:t>+1</m:t>
                          </m:r>
                        </m:e>
                      </m:d>
                      <m:r>
                        <a:rPr lang="es-ES" b="0" i="1" smtClean="0">
                          <a:latin typeface="Cambria Math" panose="02040503050406030204" pitchFamily="18" charset="0"/>
                        </a:rPr>
                        <m:t>(</m:t>
                      </m:r>
                      <m:r>
                        <a:rPr lang="es-ES" b="0" i="1" smtClean="0">
                          <a:latin typeface="Cambria Math" panose="02040503050406030204" pitchFamily="18" charset="0"/>
                        </a:rPr>
                        <m:t>𝑠</m:t>
                      </m:r>
                      <m:r>
                        <a:rPr lang="es-ES" b="0" i="1" smtClean="0">
                          <a:latin typeface="Cambria Math" panose="02040503050406030204" pitchFamily="18" charset="0"/>
                        </a:rPr>
                        <m:t>−3)</m:t>
                      </m:r>
                    </m:oMath>
                  </m:oMathPara>
                </a14:m>
                <a:endParaRPr lang="en-US" dirty="0"/>
              </a:p>
            </p:txBody>
          </p:sp>
        </mc:Choice>
        <mc:Fallback xmlns="">
          <p:sp>
            <p:nvSpPr>
              <p:cNvPr id="7" name="CuadroTexto 6">
                <a:extLst>
                  <a:ext uri="{FF2B5EF4-FFF2-40B4-BE49-F238E27FC236}">
                    <a16:creationId xmlns:a16="http://schemas.microsoft.com/office/drawing/2014/main" id="{198FADEF-6EB6-6B26-7E33-F84415419E68}"/>
                  </a:ext>
                </a:extLst>
              </p:cNvPr>
              <p:cNvSpPr txBox="1">
                <a:spLocks noRot="1" noChangeAspect="1" noMove="1" noResize="1" noEditPoints="1" noAdjustHandles="1" noChangeArrowheads="1" noChangeShapeType="1" noTextEdit="1"/>
              </p:cNvSpPr>
              <p:nvPr/>
            </p:nvSpPr>
            <p:spPr>
              <a:xfrm>
                <a:off x="2870859" y="2654789"/>
                <a:ext cx="2930161" cy="276999"/>
              </a:xfrm>
              <a:prstGeom prst="rect">
                <a:avLst/>
              </a:prstGeom>
              <a:blipFill>
                <a:blip r:embed="rId3"/>
                <a:stretch>
                  <a:fillRect l="-1455" t="-2174" r="-2287" b="-32609"/>
                </a:stretch>
              </a:blipFill>
            </p:spPr>
            <p:txBody>
              <a:bodyPr/>
              <a:lstStyle/>
              <a:p>
                <a:r>
                  <a:rPr lang="en-US">
                    <a:noFill/>
                  </a:rPr>
                  <a:t> </a:t>
                </a:r>
              </a:p>
            </p:txBody>
          </p:sp>
        </mc:Fallback>
      </mc:AlternateContent>
      <p:sp>
        <p:nvSpPr>
          <p:cNvPr id="8" name="CuadroTexto 7">
            <a:extLst>
              <a:ext uri="{FF2B5EF4-FFF2-40B4-BE49-F238E27FC236}">
                <a16:creationId xmlns:a16="http://schemas.microsoft.com/office/drawing/2014/main" id="{F8EFB394-2C54-B48E-333C-BC0F74DCB61C}"/>
              </a:ext>
            </a:extLst>
          </p:cNvPr>
          <p:cNvSpPr txBox="1"/>
          <p:nvPr/>
        </p:nvSpPr>
        <p:spPr>
          <a:xfrm>
            <a:off x="1032565" y="3429000"/>
            <a:ext cx="7227651" cy="646331"/>
          </a:xfrm>
          <a:prstGeom prst="rect">
            <a:avLst/>
          </a:prstGeom>
          <a:noFill/>
        </p:spPr>
        <p:txBody>
          <a:bodyPr wrap="square" rtlCol="0">
            <a:spAutoFit/>
          </a:bodyPr>
          <a:lstStyle/>
          <a:p>
            <a:r>
              <a:rPr lang="es-ES" dirty="0"/>
              <a:t>Considere las ecuaciones anteriores, mediante el criterio de polos y ceros y RH determine si son es estables o inestable.</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1CD79745-E881-012F-839A-C56335128AC0}"/>
                  </a:ext>
                </a:extLst>
              </p:cNvPr>
              <p:cNvSpPr txBox="1"/>
              <p:nvPr/>
            </p:nvSpPr>
            <p:spPr>
              <a:xfrm>
                <a:off x="2666123" y="3021215"/>
                <a:ext cx="33396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=2</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4</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3</m:t>
                          </m:r>
                        </m:sup>
                      </m:sSup>
                      <m:r>
                        <a:rPr lang="es-ES" b="0" i="1" smtClean="0">
                          <a:latin typeface="Cambria Math" panose="02040503050406030204" pitchFamily="18" charset="0"/>
                        </a:rPr>
                        <m:t>+3</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+5</m:t>
                      </m:r>
                      <m:r>
                        <a:rPr lang="es-ES" b="0" i="1" smtClean="0">
                          <a:latin typeface="Cambria Math" panose="02040503050406030204" pitchFamily="18" charset="0"/>
                        </a:rPr>
                        <m:t>𝑠</m:t>
                      </m:r>
                      <m:r>
                        <a:rPr lang="es-ES" b="0" i="1" smtClean="0">
                          <a:latin typeface="Cambria Math" panose="02040503050406030204" pitchFamily="18" charset="0"/>
                        </a:rPr>
                        <m:t>+10</m:t>
                      </m:r>
                    </m:oMath>
                  </m:oMathPara>
                </a14:m>
                <a:endParaRPr lang="en-US" dirty="0"/>
              </a:p>
            </p:txBody>
          </p:sp>
        </mc:Choice>
        <mc:Fallback xmlns="">
          <p:sp>
            <p:nvSpPr>
              <p:cNvPr id="3" name="CuadroTexto 2">
                <a:extLst>
                  <a:ext uri="{FF2B5EF4-FFF2-40B4-BE49-F238E27FC236}">
                    <a16:creationId xmlns:a16="http://schemas.microsoft.com/office/drawing/2014/main" id="{1CD79745-E881-012F-839A-C56335128AC0}"/>
                  </a:ext>
                </a:extLst>
              </p:cNvPr>
              <p:cNvSpPr txBox="1">
                <a:spLocks noRot="1" noChangeAspect="1" noMove="1" noResize="1" noEditPoints="1" noAdjustHandles="1" noChangeArrowheads="1" noChangeShapeType="1" noTextEdit="1"/>
              </p:cNvSpPr>
              <p:nvPr/>
            </p:nvSpPr>
            <p:spPr>
              <a:xfrm>
                <a:off x="2666123" y="3021215"/>
                <a:ext cx="3339632" cy="276999"/>
              </a:xfrm>
              <a:prstGeom prst="rect">
                <a:avLst/>
              </a:prstGeom>
              <a:blipFill>
                <a:blip r:embed="rId4"/>
                <a:stretch>
                  <a:fillRect l="-1095" t="-4444" r="-1277"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A008394-5AE5-951C-6ED8-A495F3FFB514}"/>
                  </a:ext>
                </a:extLst>
              </p:cNvPr>
              <p:cNvSpPr txBox="1"/>
              <p:nvPr/>
            </p:nvSpPr>
            <p:spPr>
              <a:xfrm>
                <a:off x="2435336" y="4314400"/>
                <a:ext cx="47091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𝑃</m:t>
                      </m:r>
                      <m:d>
                        <m:dPr>
                          <m:ctrlPr>
                            <a:rPr lang="es-ES" b="0" i="1" smtClean="0">
                              <a:latin typeface="Cambria Math" panose="02040503050406030204" pitchFamily="18" charset="0"/>
                            </a:rPr>
                          </m:ctrlPr>
                        </m:dPr>
                        <m:e>
                          <m:r>
                            <a:rPr lang="es-ES" b="0" i="1" smtClean="0">
                              <a:latin typeface="Cambria Math" panose="02040503050406030204" pitchFamily="18" charset="0"/>
                            </a:rPr>
                            <m:t>𝑠</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3</m:t>
                          </m:r>
                        </m:sup>
                      </m:sSup>
                      <m:r>
                        <a:rPr lang="es-ES" b="0" i="1" smtClean="0">
                          <a:latin typeface="Cambria Math" panose="02040503050406030204" pitchFamily="18" charset="0"/>
                        </a:rPr>
                        <m:t>+</m:t>
                      </m:r>
                      <m:r>
                        <a:rPr lang="es-CO" b="0" i="1" smtClean="0">
                          <a:latin typeface="Cambria Math" panose="02040503050406030204" pitchFamily="18" charset="0"/>
                        </a:rPr>
                        <m:t>3408,3</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m:t>
                      </m:r>
                      <m:r>
                        <a:rPr lang="es-CO" b="0" i="1" smtClean="0">
                          <a:latin typeface="Cambria Math" panose="02040503050406030204" pitchFamily="18" charset="0"/>
                        </a:rPr>
                        <m:t>1204000</m:t>
                      </m:r>
                      <m:r>
                        <a:rPr lang="es-ES" b="0" i="1" smtClean="0">
                          <a:latin typeface="Cambria Math" panose="02040503050406030204" pitchFamily="18" charset="0"/>
                        </a:rPr>
                        <m:t>𝑠</m:t>
                      </m:r>
                      <m:r>
                        <a:rPr lang="es-ES" b="0" i="1" smtClean="0">
                          <a:latin typeface="Cambria Math" panose="02040503050406030204" pitchFamily="18" charset="0"/>
                        </a:rPr>
                        <m:t>+</m:t>
                      </m:r>
                      <m:sSup>
                        <m:sSupPr>
                          <m:ctrlPr>
                            <a:rPr lang="es-CO" b="0" i="1" smtClean="0">
                              <a:latin typeface="Cambria Math" panose="02040503050406030204" pitchFamily="18" charset="0"/>
                            </a:rPr>
                          </m:ctrlPr>
                        </m:sSupPr>
                        <m:e>
                          <m:r>
                            <a:rPr lang="es-ES" b="0" i="1" smtClean="0">
                              <a:latin typeface="Cambria Math" panose="02040503050406030204" pitchFamily="18" charset="0"/>
                            </a:rPr>
                            <m:t>1</m:t>
                          </m:r>
                          <m:r>
                            <a:rPr lang="es-CO" b="0" i="1" smtClean="0">
                              <a:latin typeface="Cambria Math" panose="02040503050406030204" pitchFamily="18" charset="0"/>
                            </a:rPr>
                            <m:t>,5</m:t>
                          </m:r>
                          <m:r>
                            <a:rPr lang="es-CO" b="0" i="1" smtClean="0">
                              <a:latin typeface="Cambria Math" panose="02040503050406030204" pitchFamily="18" charset="0"/>
                            </a:rPr>
                            <m:t>𝑥</m:t>
                          </m:r>
                          <m:r>
                            <a:rPr lang="es-CO" b="0" i="1" smtClean="0">
                              <a:latin typeface="Cambria Math" panose="02040503050406030204" pitchFamily="18" charset="0"/>
                            </a:rPr>
                            <m:t>10</m:t>
                          </m:r>
                        </m:e>
                        <m:sup>
                          <m:r>
                            <a:rPr lang="es-CO" b="0" i="1" smtClean="0">
                              <a:latin typeface="Cambria Math" panose="02040503050406030204" pitchFamily="18" charset="0"/>
                            </a:rPr>
                            <m:t>7</m:t>
                          </m:r>
                        </m:sup>
                      </m:sSup>
                      <m:r>
                        <a:rPr lang="es-CO" b="1" i="1" smtClean="0">
                          <a:latin typeface="Cambria Math" panose="02040503050406030204" pitchFamily="18" charset="0"/>
                        </a:rPr>
                        <m:t>𝒌</m:t>
                      </m:r>
                    </m:oMath>
                  </m:oMathPara>
                </a14:m>
                <a:endParaRPr lang="en-US" b="1" dirty="0"/>
              </a:p>
            </p:txBody>
          </p:sp>
        </mc:Choice>
        <mc:Fallback xmlns="">
          <p:sp>
            <p:nvSpPr>
              <p:cNvPr id="4" name="CuadroTexto 3">
                <a:extLst>
                  <a:ext uri="{FF2B5EF4-FFF2-40B4-BE49-F238E27FC236}">
                    <a16:creationId xmlns:a16="http://schemas.microsoft.com/office/drawing/2014/main" id="{FA008394-5AE5-951C-6ED8-A495F3FFB514}"/>
                  </a:ext>
                </a:extLst>
              </p:cNvPr>
              <p:cNvSpPr txBox="1">
                <a:spLocks noRot="1" noChangeAspect="1" noMove="1" noResize="1" noEditPoints="1" noAdjustHandles="1" noChangeArrowheads="1" noChangeShapeType="1" noTextEdit="1"/>
              </p:cNvSpPr>
              <p:nvPr/>
            </p:nvSpPr>
            <p:spPr>
              <a:xfrm>
                <a:off x="2435336" y="4314400"/>
                <a:ext cx="4709174" cy="276999"/>
              </a:xfrm>
              <a:prstGeom prst="rect">
                <a:avLst/>
              </a:prstGeom>
              <a:blipFill>
                <a:blip r:embed="rId5"/>
                <a:stretch>
                  <a:fillRect l="-776" t="-4444" r="-1035" b="-8889"/>
                </a:stretch>
              </a:blipFill>
            </p:spPr>
            <p:txBody>
              <a:bodyPr/>
              <a:lstStyle/>
              <a:p>
                <a:r>
                  <a:rPr lang="es-CO">
                    <a:noFill/>
                  </a:rPr>
                  <a:t> </a:t>
                </a:r>
              </a:p>
            </p:txBody>
          </p:sp>
        </mc:Fallback>
      </mc:AlternateContent>
    </p:spTree>
    <p:extLst>
      <p:ext uri="{BB962C8B-B14F-4D97-AF65-F5344CB8AC3E}">
        <p14:creationId xmlns:p14="http://schemas.microsoft.com/office/powerpoint/2010/main" val="220777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32565" y="1126313"/>
            <a:ext cx="3008313" cy="1162050"/>
          </a:xfrm>
        </p:spPr>
        <p:txBody>
          <a:bodyPr/>
          <a:lstStyle/>
          <a:p>
            <a:r>
              <a:rPr lang="es-CO" b="1" dirty="0"/>
              <a:t>Estabilidad de sistemas en tiempo discreto.</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12</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4" name="Imagen 3">
            <a:extLst>
              <a:ext uri="{FF2B5EF4-FFF2-40B4-BE49-F238E27FC236}">
                <a16:creationId xmlns:a16="http://schemas.microsoft.com/office/drawing/2014/main" id="{08579BFF-7258-6EA8-76B3-BF8EDC6EE4EE}"/>
              </a:ext>
            </a:extLst>
          </p:cNvPr>
          <p:cNvPicPr>
            <a:picLocks noChangeAspect="1"/>
          </p:cNvPicPr>
          <p:nvPr/>
        </p:nvPicPr>
        <p:blipFill rotWithShape="1">
          <a:blip r:embed="rId3"/>
          <a:srcRect t="1" r="1171" b="361"/>
          <a:stretch/>
        </p:blipFill>
        <p:spPr>
          <a:xfrm>
            <a:off x="4279818" y="2288363"/>
            <a:ext cx="4467899" cy="3353211"/>
          </a:xfrm>
          <a:prstGeom prst="rect">
            <a:avLst/>
          </a:prstGeom>
        </p:spPr>
      </p:pic>
      <p:pic>
        <p:nvPicPr>
          <p:cNvPr id="6" name="Imagen 5">
            <a:extLst>
              <a:ext uri="{FF2B5EF4-FFF2-40B4-BE49-F238E27FC236}">
                <a16:creationId xmlns:a16="http://schemas.microsoft.com/office/drawing/2014/main" id="{F93F7A17-FB4C-E4DD-54F3-AEE98402F54D}"/>
              </a:ext>
            </a:extLst>
          </p:cNvPr>
          <p:cNvPicPr>
            <a:picLocks noChangeAspect="1"/>
          </p:cNvPicPr>
          <p:nvPr/>
        </p:nvPicPr>
        <p:blipFill>
          <a:blip r:embed="rId4"/>
          <a:stretch>
            <a:fillRect/>
          </a:stretch>
        </p:blipFill>
        <p:spPr>
          <a:xfrm>
            <a:off x="1139713" y="4277881"/>
            <a:ext cx="1767323" cy="1363693"/>
          </a:xfrm>
          <a:prstGeom prst="rect">
            <a:avLst/>
          </a:prstGeom>
        </p:spPr>
      </p:pic>
      <p:cxnSp>
        <p:nvCxnSpPr>
          <p:cNvPr id="9" name="Conector: curvado 8">
            <a:extLst>
              <a:ext uri="{FF2B5EF4-FFF2-40B4-BE49-F238E27FC236}">
                <a16:creationId xmlns:a16="http://schemas.microsoft.com/office/drawing/2014/main" id="{6C9DC0EE-C4AF-DBCB-D174-8A2D539B9913}"/>
              </a:ext>
            </a:extLst>
          </p:cNvPr>
          <p:cNvCxnSpPr>
            <a:cxnSpLocks/>
            <a:stCxn id="6" idx="3"/>
          </p:cNvCxnSpPr>
          <p:nvPr/>
        </p:nvCxnSpPr>
        <p:spPr>
          <a:xfrm flipV="1">
            <a:off x="2907036" y="3816839"/>
            <a:ext cx="3542402" cy="1142889"/>
          </a:xfrm>
          <a:prstGeom prst="curved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curvado 14">
            <a:extLst>
              <a:ext uri="{FF2B5EF4-FFF2-40B4-BE49-F238E27FC236}">
                <a16:creationId xmlns:a16="http://schemas.microsoft.com/office/drawing/2014/main" id="{0B45D923-E46D-E651-D8C1-9CEC9752D200}"/>
              </a:ext>
            </a:extLst>
          </p:cNvPr>
          <p:cNvCxnSpPr>
            <a:cxnSpLocks/>
          </p:cNvCxnSpPr>
          <p:nvPr/>
        </p:nvCxnSpPr>
        <p:spPr>
          <a:xfrm flipV="1">
            <a:off x="3020537" y="2861327"/>
            <a:ext cx="2447607" cy="179834"/>
          </a:xfrm>
          <a:prstGeom prst="curved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6D57C4F4-43D9-C392-FF6D-2797A04FEC06}"/>
              </a:ext>
            </a:extLst>
          </p:cNvPr>
          <p:cNvSpPr txBox="1"/>
          <p:nvPr/>
        </p:nvSpPr>
        <p:spPr>
          <a:xfrm>
            <a:off x="1146066" y="2850401"/>
            <a:ext cx="1874471" cy="369332"/>
          </a:xfrm>
          <a:prstGeom prst="rect">
            <a:avLst/>
          </a:prstGeom>
          <a:noFill/>
        </p:spPr>
        <p:txBody>
          <a:bodyPr wrap="square" rtlCol="0">
            <a:spAutoFit/>
          </a:bodyPr>
          <a:lstStyle/>
          <a:p>
            <a:r>
              <a:rPr lang="es-ES"/>
              <a:t>Inestable</a:t>
            </a:r>
            <a:endParaRPr lang="en-US"/>
          </a:p>
        </p:txBody>
      </p:sp>
    </p:spTree>
    <p:extLst>
      <p:ext uri="{BB962C8B-B14F-4D97-AF65-F5344CB8AC3E}">
        <p14:creationId xmlns:p14="http://schemas.microsoft.com/office/powerpoint/2010/main" val="3777237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074150" y="861531"/>
            <a:ext cx="6068626" cy="1162050"/>
          </a:xfrm>
        </p:spPr>
        <p:txBody>
          <a:bodyPr>
            <a:normAutofit fontScale="90000"/>
          </a:bodyPr>
          <a:lstStyle/>
          <a:p>
            <a:r>
              <a:rPr lang="es-CO" b="1" dirty="0"/>
              <a:t>Estabilidad de sistemas en tiempo discreto.</a:t>
            </a:r>
            <a:br>
              <a:rPr lang="es-CO" b="1" dirty="0"/>
            </a:br>
            <a:r>
              <a:rPr lang="es-CO" dirty="0"/>
              <a:t>Ubique las raíces en el plano Z.</a:t>
            </a:r>
            <a:br>
              <a:rPr lang="es-CO" dirty="0"/>
            </a:br>
            <a:r>
              <a:rPr lang="es-CO" dirty="0"/>
              <a:t>Determine cual es estable, inestable, marginalmente estable.</a:t>
            </a:r>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a:t>13</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pic>
        <p:nvPicPr>
          <p:cNvPr id="4" name="Imagen 3">
            <a:extLst>
              <a:ext uri="{FF2B5EF4-FFF2-40B4-BE49-F238E27FC236}">
                <a16:creationId xmlns:a16="http://schemas.microsoft.com/office/drawing/2014/main" id="{08579BFF-7258-6EA8-76B3-BF8EDC6EE4EE}"/>
              </a:ext>
            </a:extLst>
          </p:cNvPr>
          <p:cNvPicPr>
            <a:picLocks noChangeAspect="1"/>
          </p:cNvPicPr>
          <p:nvPr/>
        </p:nvPicPr>
        <p:blipFill rotWithShape="1">
          <a:blip r:embed="rId3"/>
          <a:srcRect t="1" r="1171" b="361"/>
          <a:stretch/>
        </p:blipFill>
        <p:spPr>
          <a:xfrm>
            <a:off x="4290451" y="2283498"/>
            <a:ext cx="4467899" cy="3353211"/>
          </a:xfrm>
          <a:prstGeom prst="rect">
            <a:avLst/>
          </a:prstGeom>
        </p:spPr>
      </p:pic>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4CE0146A-9F81-BF3C-9324-01F2D5EDE840}"/>
                  </a:ext>
                </a:extLst>
              </p:cNvPr>
              <p:cNvSpPr txBox="1"/>
              <p:nvPr/>
            </p:nvSpPr>
            <p:spPr>
              <a:xfrm>
                <a:off x="1438579" y="2699510"/>
                <a:ext cx="2693814"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m:t>
                      </m:r>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m:t>
                          </m:r>
                          <m:r>
                            <a:rPr lang="es-ES" b="0" i="1" smtClean="0">
                              <a:latin typeface="Cambria Math" panose="02040503050406030204" pitchFamily="18" charset="0"/>
                            </a:rPr>
                            <m:t>𝑧</m:t>
                          </m:r>
                        </m:num>
                        <m:den>
                          <m:r>
                            <a:rPr lang="es-ES" b="0" i="1" smtClean="0">
                              <a:latin typeface="Cambria Math" panose="02040503050406030204" pitchFamily="18" charset="0"/>
                            </a:rPr>
                            <m:t>(</m:t>
                          </m:r>
                          <m:r>
                            <a:rPr lang="es-ES" b="0" i="1" smtClean="0">
                              <a:latin typeface="Cambria Math" panose="02040503050406030204" pitchFamily="18" charset="0"/>
                            </a:rPr>
                            <m:t>𝑧</m:t>
                          </m:r>
                          <m:r>
                            <a:rPr lang="es-ES" b="0" i="1" smtClean="0">
                              <a:latin typeface="Cambria Math" panose="02040503050406030204" pitchFamily="18" charset="0"/>
                            </a:rPr>
                            <m:t>−0,5)(</m:t>
                          </m:r>
                          <m:r>
                            <a:rPr lang="es-ES" b="0" i="1" smtClean="0">
                              <a:latin typeface="Cambria Math" panose="02040503050406030204" pitchFamily="18" charset="0"/>
                            </a:rPr>
                            <m:t>𝑧</m:t>
                          </m:r>
                          <m:r>
                            <a:rPr lang="es-ES" b="0" i="1" smtClean="0">
                              <a:latin typeface="Cambria Math" panose="02040503050406030204" pitchFamily="18" charset="0"/>
                            </a:rPr>
                            <m:t>−0,8)</m:t>
                          </m:r>
                        </m:den>
                      </m:f>
                      <m:r>
                        <a:rPr lang="es-ES" b="0" i="1" smtClean="0">
                          <a:latin typeface="Cambria Math" panose="02040503050406030204" pitchFamily="18" charset="0"/>
                        </a:rPr>
                        <m:t> </m:t>
                      </m:r>
                    </m:oMath>
                  </m:oMathPara>
                </a14:m>
                <a:endParaRPr lang="en-US"/>
              </a:p>
            </p:txBody>
          </p:sp>
        </mc:Choice>
        <mc:Fallback xmlns="">
          <p:sp>
            <p:nvSpPr>
              <p:cNvPr id="3" name="CuadroTexto 2">
                <a:extLst>
                  <a:ext uri="{FF2B5EF4-FFF2-40B4-BE49-F238E27FC236}">
                    <a16:creationId xmlns:a16="http://schemas.microsoft.com/office/drawing/2014/main" id="{4CE0146A-9F81-BF3C-9324-01F2D5EDE840}"/>
                  </a:ext>
                </a:extLst>
              </p:cNvPr>
              <p:cNvSpPr txBox="1">
                <a:spLocks noRot="1" noChangeAspect="1" noMove="1" noResize="1" noEditPoints="1" noAdjustHandles="1" noChangeArrowheads="1" noChangeShapeType="1" noTextEdit="1"/>
              </p:cNvSpPr>
              <p:nvPr/>
            </p:nvSpPr>
            <p:spPr>
              <a:xfrm>
                <a:off x="1438579" y="2699510"/>
                <a:ext cx="2693814" cy="57515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7EF57C4-1A72-D480-8EC7-BB12E99FCE6A}"/>
                  </a:ext>
                </a:extLst>
              </p:cNvPr>
              <p:cNvSpPr txBox="1"/>
              <p:nvPr/>
            </p:nvSpPr>
            <p:spPr>
              <a:xfrm>
                <a:off x="1498144" y="3384947"/>
                <a:ext cx="2693814" cy="575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m:t>
                      </m:r>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m:t>
                          </m:r>
                          <m:r>
                            <a:rPr lang="es-ES" b="0" i="1" smtClean="0">
                              <a:latin typeface="Cambria Math" panose="02040503050406030204" pitchFamily="18" charset="0"/>
                            </a:rPr>
                            <m:t>𝑧</m:t>
                          </m:r>
                        </m:num>
                        <m:den>
                          <m:r>
                            <a:rPr lang="es-ES" b="0" i="1" smtClean="0">
                              <a:latin typeface="Cambria Math" panose="02040503050406030204" pitchFamily="18" charset="0"/>
                            </a:rPr>
                            <m:t>(</m:t>
                          </m:r>
                          <m:r>
                            <a:rPr lang="es-ES" b="0" i="1" smtClean="0">
                              <a:latin typeface="Cambria Math" panose="02040503050406030204" pitchFamily="18" charset="0"/>
                            </a:rPr>
                            <m:t>𝑧</m:t>
                          </m:r>
                          <m:r>
                            <a:rPr lang="es-ES" b="0" i="1" smtClean="0">
                              <a:latin typeface="Cambria Math" panose="02040503050406030204" pitchFamily="18" charset="0"/>
                            </a:rPr>
                            <m:t>+1,2)(</m:t>
                          </m:r>
                          <m:r>
                            <a:rPr lang="es-ES" b="0" i="1" smtClean="0">
                              <a:latin typeface="Cambria Math" panose="02040503050406030204" pitchFamily="18" charset="0"/>
                            </a:rPr>
                            <m:t>𝑧</m:t>
                          </m:r>
                          <m:r>
                            <a:rPr lang="es-ES" b="0" i="1" smtClean="0">
                              <a:latin typeface="Cambria Math" panose="02040503050406030204" pitchFamily="18" charset="0"/>
                            </a:rPr>
                            <m:t>−0,8)</m:t>
                          </m:r>
                        </m:den>
                      </m:f>
                      <m:r>
                        <a:rPr lang="es-ES" b="0" i="1" smtClean="0">
                          <a:latin typeface="Cambria Math" panose="02040503050406030204" pitchFamily="18" charset="0"/>
                        </a:rPr>
                        <m:t> </m:t>
                      </m:r>
                    </m:oMath>
                  </m:oMathPara>
                </a14:m>
                <a:endParaRPr lang="en-US"/>
              </a:p>
            </p:txBody>
          </p:sp>
        </mc:Choice>
        <mc:Fallback xmlns="">
          <p:sp>
            <p:nvSpPr>
              <p:cNvPr id="7" name="CuadroTexto 6">
                <a:extLst>
                  <a:ext uri="{FF2B5EF4-FFF2-40B4-BE49-F238E27FC236}">
                    <a16:creationId xmlns:a16="http://schemas.microsoft.com/office/drawing/2014/main" id="{07EF57C4-1A72-D480-8EC7-BB12E99FCE6A}"/>
                  </a:ext>
                </a:extLst>
              </p:cNvPr>
              <p:cNvSpPr txBox="1">
                <a:spLocks noRot="1" noChangeAspect="1" noMove="1" noResize="1" noEditPoints="1" noAdjustHandles="1" noChangeArrowheads="1" noChangeShapeType="1" noTextEdit="1"/>
              </p:cNvSpPr>
              <p:nvPr/>
            </p:nvSpPr>
            <p:spPr>
              <a:xfrm>
                <a:off x="1498144" y="3384947"/>
                <a:ext cx="2693814" cy="57515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0A24F30-35F5-1F69-3818-0907D7EA2FDB}"/>
                  </a:ext>
                </a:extLst>
              </p:cNvPr>
              <p:cNvSpPr txBox="1"/>
              <p:nvPr/>
            </p:nvSpPr>
            <p:spPr>
              <a:xfrm>
                <a:off x="1614909" y="4204056"/>
                <a:ext cx="2517484"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m:t>
                      </m:r>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m:t>
                          </m:r>
                          <m:r>
                            <a:rPr lang="es-ES" b="0" i="1" smtClean="0">
                              <a:latin typeface="Cambria Math" panose="02040503050406030204" pitchFamily="18" charset="0"/>
                            </a:rPr>
                            <m:t>𝑧</m:t>
                          </m:r>
                          <m:r>
                            <a:rPr lang="es-ES" b="0" i="1" smtClean="0">
                              <a:latin typeface="Cambria Math" panose="02040503050406030204" pitchFamily="18" charset="0"/>
                            </a:rPr>
                            <m:t>+1)</m:t>
                          </m:r>
                        </m:num>
                        <m:den>
                          <m:r>
                            <a:rPr lang="es-ES" b="0" i="1" smtClean="0">
                              <a:latin typeface="Cambria Math" panose="02040503050406030204" pitchFamily="18" charset="0"/>
                            </a:rPr>
                            <m:t>(</m:t>
                          </m:r>
                          <m:r>
                            <a:rPr lang="es-ES" b="0" i="1" smtClean="0">
                              <a:latin typeface="Cambria Math" panose="02040503050406030204" pitchFamily="18" charset="0"/>
                            </a:rPr>
                            <m:t>𝑧</m:t>
                          </m:r>
                          <m:r>
                            <a:rPr lang="es-ES" b="0" i="1" smtClean="0">
                              <a:latin typeface="Cambria Math" panose="02040503050406030204" pitchFamily="18" charset="0"/>
                            </a:rPr>
                            <m:t>−1)(</m:t>
                          </m:r>
                          <m:r>
                            <a:rPr lang="es-ES" b="0" i="1" smtClean="0">
                              <a:latin typeface="Cambria Math" panose="02040503050406030204" pitchFamily="18" charset="0"/>
                            </a:rPr>
                            <m:t>𝑧</m:t>
                          </m:r>
                          <m:r>
                            <a:rPr lang="es-ES" b="0" i="1" smtClean="0">
                              <a:latin typeface="Cambria Math" panose="02040503050406030204" pitchFamily="18" charset="0"/>
                            </a:rPr>
                            <m:t>−0,8)</m:t>
                          </m:r>
                        </m:den>
                      </m:f>
                      <m:r>
                        <a:rPr lang="es-ES" b="0" i="1" smtClean="0">
                          <a:latin typeface="Cambria Math" panose="02040503050406030204" pitchFamily="18" charset="0"/>
                        </a:rPr>
                        <m:t> </m:t>
                      </m:r>
                    </m:oMath>
                  </m:oMathPara>
                </a14:m>
                <a:endParaRPr lang="en-US"/>
              </a:p>
            </p:txBody>
          </p:sp>
        </mc:Choice>
        <mc:Fallback xmlns="">
          <p:sp>
            <p:nvSpPr>
              <p:cNvPr id="8" name="CuadroTexto 7">
                <a:extLst>
                  <a:ext uri="{FF2B5EF4-FFF2-40B4-BE49-F238E27FC236}">
                    <a16:creationId xmlns:a16="http://schemas.microsoft.com/office/drawing/2014/main" id="{80A24F30-35F5-1F69-3818-0907D7EA2FDB}"/>
                  </a:ext>
                </a:extLst>
              </p:cNvPr>
              <p:cNvSpPr txBox="1">
                <a:spLocks noRot="1" noChangeAspect="1" noMove="1" noResize="1" noEditPoints="1" noAdjustHandles="1" noChangeArrowheads="1" noChangeShapeType="1" noTextEdit="1"/>
              </p:cNvSpPr>
              <p:nvPr/>
            </p:nvSpPr>
            <p:spPr>
              <a:xfrm>
                <a:off x="1614909" y="4204056"/>
                <a:ext cx="2517484" cy="57676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E8B0474-66DA-580C-F557-7AA754468F30}"/>
                  </a:ext>
                </a:extLst>
              </p:cNvPr>
              <p:cNvSpPr txBox="1"/>
              <p:nvPr/>
            </p:nvSpPr>
            <p:spPr>
              <a:xfrm>
                <a:off x="1590979" y="5147643"/>
                <a:ext cx="2517484" cy="576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m:t>
                      </m:r>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m:t>
                          </m:r>
                          <m:r>
                            <a:rPr lang="es-ES" b="0" i="1" smtClean="0">
                              <a:latin typeface="Cambria Math" panose="02040503050406030204" pitchFamily="18" charset="0"/>
                            </a:rPr>
                            <m:t>𝑧</m:t>
                          </m:r>
                          <m:r>
                            <a:rPr lang="es-ES" b="0" i="1" smtClean="0">
                              <a:latin typeface="Cambria Math" panose="02040503050406030204" pitchFamily="18" charset="0"/>
                            </a:rPr>
                            <m:t>+1,2)</m:t>
                          </m:r>
                        </m:num>
                        <m:den>
                          <m:r>
                            <a:rPr lang="es-ES" b="0" i="1" smtClean="0">
                              <a:latin typeface="Cambria Math" panose="02040503050406030204" pitchFamily="18" charset="0"/>
                            </a:rPr>
                            <m:t>(</m:t>
                          </m:r>
                          <m:r>
                            <a:rPr lang="es-ES" b="0" i="1" smtClean="0">
                              <a:latin typeface="Cambria Math" panose="02040503050406030204" pitchFamily="18" charset="0"/>
                            </a:rPr>
                            <m:t>𝑧</m:t>
                          </m:r>
                          <m:r>
                            <a:rPr lang="es-ES" b="0" i="1" smtClean="0">
                              <a:latin typeface="Cambria Math" panose="02040503050406030204" pitchFamily="18" charset="0"/>
                            </a:rPr>
                            <m:t>+1)(</m:t>
                          </m:r>
                          <m:r>
                            <a:rPr lang="es-ES" b="0" i="1" smtClean="0">
                              <a:latin typeface="Cambria Math" panose="02040503050406030204" pitchFamily="18" charset="0"/>
                            </a:rPr>
                            <m:t>𝑧</m:t>
                          </m:r>
                          <m:r>
                            <a:rPr lang="es-ES" b="0" i="1" smtClean="0">
                              <a:latin typeface="Cambria Math" panose="02040503050406030204" pitchFamily="18" charset="0"/>
                            </a:rPr>
                            <m:t>+0,1)</m:t>
                          </m:r>
                        </m:den>
                      </m:f>
                      <m:r>
                        <a:rPr lang="es-ES" b="0" i="1" smtClean="0">
                          <a:latin typeface="Cambria Math" panose="02040503050406030204" pitchFamily="18" charset="0"/>
                        </a:rPr>
                        <m:t> </m:t>
                      </m:r>
                    </m:oMath>
                  </m:oMathPara>
                </a14:m>
                <a:endParaRPr lang="en-US"/>
              </a:p>
            </p:txBody>
          </p:sp>
        </mc:Choice>
        <mc:Fallback xmlns="">
          <p:sp>
            <p:nvSpPr>
              <p:cNvPr id="11" name="CuadroTexto 10">
                <a:extLst>
                  <a:ext uri="{FF2B5EF4-FFF2-40B4-BE49-F238E27FC236}">
                    <a16:creationId xmlns:a16="http://schemas.microsoft.com/office/drawing/2014/main" id="{5E8B0474-66DA-580C-F557-7AA754468F30}"/>
                  </a:ext>
                </a:extLst>
              </p:cNvPr>
              <p:cNvSpPr txBox="1">
                <a:spLocks noRot="1" noChangeAspect="1" noMove="1" noResize="1" noEditPoints="1" noAdjustHandles="1" noChangeArrowheads="1" noChangeShapeType="1" noTextEdit="1"/>
              </p:cNvSpPr>
              <p:nvPr/>
            </p:nvSpPr>
            <p:spPr>
              <a:xfrm>
                <a:off x="1590979" y="5147643"/>
                <a:ext cx="2517484" cy="576761"/>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04643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94D59-6319-2F52-948F-DC08A53FF7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D0AEAD-9F0F-2D4B-5EAF-7B89260D5F80}"/>
              </a:ext>
            </a:extLst>
          </p:cNvPr>
          <p:cNvSpPr>
            <a:spLocks noGrp="1"/>
          </p:cNvSpPr>
          <p:nvPr>
            <p:ph type="title"/>
          </p:nvPr>
        </p:nvSpPr>
        <p:spPr>
          <a:xfrm>
            <a:off x="1074150" y="954617"/>
            <a:ext cx="6068626" cy="1162050"/>
          </a:xfrm>
        </p:spPr>
        <p:txBody>
          <a:bodyPr>
            <a:normAutofit/>
          </a:bodyPr>
          <a:lstStyle/>
          <a:p>
            <a:r>
              <a:rPr lang="es-CO" b="1" dirty="0"/>
              <a:t>Estabilidad de sistemas en tiempo discreto.</a:t>
            </a:r>
            <a:br>
              <a:rPr lang="es-CO" b="1" dirty="0"/>
            </a:br>
            <a:r>
              <a:rPr lang="es-CO" dirty="0"/>
              <a:t>Ejemplo Criterio de JURY</a:t>
            </a:r>
          </a:p>
        </p:txBody>
      </p:sp>
      <p:sp>
        <p:nvSpPr>
          <p:cNvPr id="10" name="1 Título">
            <a:extLst>
              <a:ext uri="{FF2B5EF4-FFF2-40B4-BE49-F238E27FC236}">
                <a16:creationId xmlns:a16="http://schemas.microsoft.com/office/drawing/2014/main" id="{2F9081D3-EE47-6A8C-C216-D2650C5B264D}"/>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14</a:t>
            </a:r>
          </a:p>
        </p:txBody>
      </p:sp>
      <p:pic>
        <p:nvPicPr>
          <p:cNvPr id="14" name="Picture 4" descr="Programas - Intranet ETITC">
            <a:extLst>
              <a:ext uri="{FF2B5EF4-FFF2-40B4-BE49-F238E27FC236}">
                <a16:creationId xmlns:a16="http://schemas.microsoft.com/office/drawing/2014/main" id="{A351DB62-C88D-C7F5-62EB-A7250B683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624D0A49-57A7-4CD9-8ACA-A74B56D0F73E}"/>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178D8ABC-A9DD-DAD3-B701-6F7232F695ED}"/>
                  </a:ext>
                </a:extLst>
              </p:cNvPr>
              <p:cNvSpPr txBox="1"/>
              <p:nvPr/>
            </p:nvSpPr>
            <p:spPr>
              <a:xfrm>
                <a:off x="389731" y="2188489"/>
                <a:ext cx="45803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effectLst/>
                          <a:latin typeface="Cambria Math" panose="02040503050406030204" pitchFamily="18" charset="0"/>
                        </a:rPr>
                        <m:t>𝑃</m:t>
                      </m:r>
                      <m:d>
                        <m:dPr>
                          <m:ctrlPr>
                            <a:rPr lang="es-ES"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𝑧</m:t>
                          </m:r>
                        </m:e>
                      </m:d>
                      <m:r>
                        <a:rPr lang="es-ES" b="0" i="1" smtClean="0">
                          <a:solidFill>
                            <a:schemeClr val="tx1"/>
                          </a:solidFill>
                          <a:effectLst/>
                          <a:latin typeface="Cambria Math" panose="02040503050406030204" pitchFamily="18" charset="0"/>
                        </a:rPr>
                        <m:t>=</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4</m:t>
                          </m:r>
                        </m:sup>
                      </m:sSup>
                      <m:r>
                        <a:rPr lang="es-CO" b="0" i="1" smtClean="0">
                          <a:solidFill>
                            <a:schemeClr val="tx1"/>
                          </a:solidFill>
                          <a:effectLst/>
                          <a:latin typeface="Cambria Math" panose="02040503050406030204" pitchFamily="18" charset="0"/>
                        </a:rPr>
                        <m:t>−1,2</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3</m:t>
                          </m:r>
                        </m:sup>
                      </m:sSup>
                      <m:r>
                        <a:rPr lang="es-CO" b="0" i="1" smtClean="0">
                          <a:solidFill>
                            <a:schemeClr val="tx1"/>
                          </a:solidFill>
                          <a:effectLst/>
                          <a:latin typeface="Cambria Math" panose="02040503050406030204" pitchFamily="18" charset="0"/>
                        </a:rPr>
                        <m:t>+0,07</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2</m:t>
                          </m:r>
                        </m:sup>
                      </m:sSup>
                      <m:r>
                        <a:rPr lang="es-CO" b="0" i="1" smtClean="0">
                          <a:solidFill>
                            <a:schemeClr val="tx1"/>
                          </a:solidFill>
                          <a:effectLst/>
                          <a:latin typeface="Cambria Math" panose="02040503050406030204" pitchFamily="18" charset="0"/>
                        </a:rPr>
                        <m:t>+0,3</m:t>
                      </m:r>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−0,08</m:t>
                      </m:r>
                    </m:oMath>
                  </m:oMathPara>
                </a14:m>
                <a:endParaRPr lang="es-CO" b="0" dirty="0">
                  <a:solidFill>
                    <a:schemeClr val="tx1"/>
                  </a:solidFill>
                  <a:effectLst/>
                </a:endParaRPr>
              </a:p>
            </p:txBody>
          </p:sp>
        </mc:Choice>
        <mc:Fallback xmlns="">
          <p:sp>
            <p:nvSpPr>
              <p:cNvPr id="6" name="CuadroTexto 5">
                <a:extLst>
                  <a:ext uri="{FF2B5EF4-FFF2-40B4-BE49-F238E27FC236}">
                    <a16:creationId xmlns:a16="http://schemas.microsoft.com/office/drawing/2014/main" id="{178D8ABC-A9DD-DAD3-B701-6F7232F695ED}"/>
                  </a:ext>
                </a:extLst>
              </p:cNvPr>
              <p:cNvSpPr txBox="1">
                <a:spLocks noRot="1" noChangeAspect="1" noMove="1" noResize="1" noEditPoints="1" noAdjustHandles="1" noChangeArrowheads="1" noChangeShapeType="1" noTextEdit="1"/>
              </p:cNvSpPr>
              <p:nvPr/>
            </p:nvSpPr>
            <p:spPr>
              <a:xfrm>
                <a:off x="389731" y="2188489"/>
                <a:ext cx="4580388" cy="369332"/>
              </a:xfrm>
              <a:prstGeom prst="rect">
                <a:avLst/>
              </a:prstGeom>
              <a:blipFill>
                <a:blip r:embed="rId3"/>
                <a:stretch>
                  <a:fillRect/>
                </a:stretch>
              </a:blipFill>
            </p:spPr>
            <p:txBody>
              <a:bodyPr/>
              <a:lstStyle/>
              <a:p>
                <a:r>
                  <a:rPr lang="es-CO">
                    <a:noFill/>
                  </a:rPr>
                  <a:t> </a:t>
                </a:r>
              </a:p>
            </p:txBody>
          </p:sp>
        </mc:Fallback>
      </mc:AlternateContent>
      <p:pic>
        <p:nvPicPr>
          <p:cNvPr id="9" name="Imagen 8">
            <a:extLst>
              <a:ext uri="{FF2B5EF4-FFF2-40B4-BE49-F238E27FC236}">
                <a16:creationId xmlns:a16="http://schemas.microsoft.com/office/drawing/2014/main" id="{58FB7325-75FB-2795-BCBD-5F861FDB28CE}"/>
              </a:ext>
            </a:extLst>
          </p:cNvPr>
          <p:cNvPicPr>
            <a:picLocks noChangeAspect="1"/>
          </p:cNvPicPr>
          <p:nvPr/>
        </p:nvPicPr>
        <p:blipFill>
          <a:blip r:embed="rId4"/>
          <a:stretch>
            <a:fillRect/>
          </a:stretch>
        </p:blipFill>
        <p:spPr>
          <a:xfrm>
            <a:off x="5908761" y="2722269"/>
            <a:ext cx="2991267" cy="2619741"/>
          </a:xfrm>
          <a:prstGeom prst="rect">
            <a:avLst/>
          </a:prstGeom>
        </p:spPr>
      </p:pic>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774462CC-BC0C-5617-2AEA-EC351D3F9F5E}"/>
                  </a:ext>
                </a:extLst>
              </p:cNvPr>
              <p:cNvSpPr txBox="1"/>
              <p:nvPr/>
            </p:nvSpPr>
            <p:spPr>
              <a:xfrm>
                <a:off x="243972" y="2974989"/>
                <a:ext cx="487190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effectLst/>
                          <a:latin typeface="Cambria Math" panose="02040503050406030204" pitchFamily="18" charset="0"/>
                        </a:rPr>
                        <m:t>1. </m:t>
                      </m:r>
                      <m:r>
                        <a:rPr lang="es-CO" b="0" i="1" smtClean="0">
                          <a:solidFill>
                            <a:schemeClr val="tx1"/>
                          </a:solidFill>
                          <a:effectLst/>
                          <a:latin typeface="Cambria Math" panose="02040503050406030204" pitchFamily="18" charset="0"/>
                        </a:rPr>
                        <m:t>𝑃</m:t>
                      </m:r>
                      <m:d>
                        <m:dPr>
                          <m:ctrlPr>
                            <a:rPr lang="es-ES"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𝑧</m:t>
                          </m:r>
                        </m:e>
                      </m:d>
                      <m:r>
                        <a:rPr lang="es-ES" b="0" i="1" smtClean="0">
                          <a:solidFill>
                            <a:schemeClr val="tx1"/>
                          </a:solidFill>
                          <a:effectLst/>
                          <a:latin typeface="Cambria Math" panose="02040503050406030204" pitchFamily="18" charset="0"/>
                        </a:rPr>
                        <m:t>=</m:t>
                      </m:r>
                      <m:sSub>
                        <m:sSubPr>
                          <m:ctrlPr>
                            <a:rPr lang="es-CO" b="1" i="1" smtClean="0">
                              <a:solidFill>
                                <a:schemeClr val="tx1"/>
                              </a:solidFill>
                              <a:effectLst/>
                              <a:latin typeface="Cambria Math" panose="02040503050406030204" pitchFamily="18" charset="0"/>
                            </a:rPr>
                          </m:ctrlPr>
                        </m:sSubPr>
                        <m:e>
                          <m:r>
                            <a:rPr lang="es-CO" b="1" i="1" smtClean="0">
                              <a:solidFill>
                                <a:schemeClr val="tx1"/>
                              </a:solidFill>
                              <a:effectLst/>
                              <a:latin typeface="Cambria Math" panose="02040503050406030204" pitchFamily="18" charset="0"/>
                            </a:rPr>
                            <m:t>𝒂</m:t>
                          </m:r>
                        </m:e>
                        <m:sub>
                          <m:r>
                            <a:rPr lang="es-419" b="1" i="1" smtClean="0">
                              <a:solidFill>
                                <a:schemeClr val="tx1"/>
                              </a:solidFill>
                              <a:effectLst/>
                              <a:latin typeface="Cambria Math" panose="02040503050406030204" pitchFamily="18" charset="0"/>
                            </a:rPr>
                            <m:t>𝟎</m:t>
                          </m:r>
                        </m:sub>
                      </m:sSub>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4</m:t>
                          </m:r>
                        </m:sup>
                      </m:sSup>
                      <m:r>
                        <a:rPr lang="es-CO" b="0" i="1" smtClean="0">
                          <a:solidFill>
                            <a:schemeClr val="tx1"/>
                          </a:solidFill>
                          <a:effectLst/>
                          <a:latin typeface="Cambria Math" panose="02040503050406030204" pitchFamily="18" charset="0"/>
                        </a:rPr>
                        <m:t>−1,2</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3</m:t>
                          </m:r>
                        </m:sup>
                      </m:sSup>
                      <m:r>
                        <a:rPr lang="es-CO" b="0" i="1" smtClean="0">
                          <a:solidFill>
                            <a:schemeClr val="tx1"/>
                          </a:solidFill>
                          <a:effectLst/>
                          <a:latin typeface="Cambria Math" panose="02040503050406030204" pitchFamily="18" charset="0"/>
                        </a:rPr>
                        <m:t>+0,07</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2</m:t>
                          </m:r>
                        </m:sup>
                      </m:sSup>
                      <m:r>
                        <a:rPr lang="es-CO" b="0" i="1" smtClean="0">
                          <a:solidFill>
                            <a:schemeClr val="tx1"/>
                          </a:solidFill>
                          <a:effectLst/>
                          <a:latin typeface="Cambria Math" panose="02040503050406030204" pitchFamily="18" charset="0"/>
                        </a:rPr>
                        <m:t>+0,3</m:t>
                      </m:r>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m:t>
                      </m:r>
                      <m:r>
                        <a:rPr lang="es-CO" b="1" i="1" smtClean="0">
                          <a:solidFill>
                            <a:schemeClr val="tx1"/>
                          </a:solidFill>
                          <a:effectLst/>
                          <a:latin typeface="Cambria Math" panose="02040503050406030204" pitchFamily="18" charset="0"/>
                        </a:rPr>
                        <m:t>𝟎</m:t>
                      </m:r>
                      <m:r>
                        <a:rPr lang="es-CO" b="1" i="1" smtClean="0">
                          <a:solidFill>
                            <a:schemeClr val="tx1"/>
                          </a:solidFill>
                          <a:effectLst/>
                          <a:latin typeface="Cambria Math" panose="02040503050406030204" pitchFamily="18" charset="0"/>
                        </a:rPr>
                        <m:t>,</m:t>
                      </m:r>
                      <m:r>
                        <a:rPr lang="es-CO" b="1" i="1" smtClean="0">
                          <a:solidFill>
                            <a:schemeClr val="tx1"/>
                          </a:solidFill>
                          <a:effectLst/>
                          <a:latin typeface="Cambria Math" panose="02040503050406030204" pitchFamily="18" charset="0"/>
                        </a:rPr>
                        <m:t>𝟎𝟖</m:t>
                      </m:r>
                    </m:oMath>
                  </m:oMathPara>
                </a14:m>
                <a:endParaRPr lang="es-CO" b="1" dirty="0">
                  <a:solidFill>
                    <a:schemeClr val="tx1"/>
                  </a:solidFill>
                  <a:effectLst/>
                </a:endParaRPr>
              </a:p>
            </p:txBody>
          </p:sp>
        </mc:Choice>
        <mc:Fallback>
          <p:sp>
            <p:nvSpPr>
              <p:cNvPr id="12" name="CuadroTexto 11">
                <a:extLst>
                  <a:ext uri="{FF2B5EF4-FFF2-40B4-BE49-F238E27FC236}">
                    <a16:creationId xmlns:a16="http://schemas.microsoft.com/office/drawing/2014/main" id="{774462CC-BC0C-5617-2AEA-EC351D3F9F5E}"/>
                  </a:ext>
                </a:extLst>
              </p:cNvPr>
              <p:cNvSpPr txBox="1">
                <a:spLocks noRot="1" noChangeAspect="1" noMove="1" noResize="1" noEditPoints="1" noAdjustHandles="1" noChangeArrowheads="1" noChangeShapeType="1" noTextEdit="1"/>
              </p:cNvSpPr>
              <p:nvPr/>
            </p:nvSpPr>
            <p:spPr>
              <a:xfrm>
                <a:off x="243972" y="2974989"/>
                <a:ext cx="4871906" cy="369332"/>
              </a:xfrm>
              <a:prstGeom prst="rect">
                <a:avLst/>
              </a:prstGeom>
              <a:blipFill>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B85E4993-5681-9BB0-B316-2ACE31FB2048}"/>
                  </a:ext>
                </a:extLst>
              </p:cNvPr>
              <p:cNvSpPr txBox="1"/>
              <p:nvPr/>
            </p:nvSpPr>
            <p:spPr>
              <a:xfrm>
                <a:off x="0" y="3344321"/>
                <a:ext cx="5837852" cy="639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rPr>
                        <m:t>2</m:t>
                      </m:r>
                      <m:r>
                        <a:rPr lang="es-CO" b="0" i="1" smtClean="0">
                          <a:solidFill>
                            <a:schemeClr val="tx1"/>
                          </a:solidFill>
                          <a:effectLst/>
                          <a:latin typeface="Cambria Math" panose="02040503050406030204" pitchFamily="18" charset="0"/>
                        </a:rPr>
                        <m:t>. </m:t>
                      </m:r>
                      <m:r>
                        <a:rPr lang="es-CO" b="0" i="1" smtClean="0">
                          <a:solidFill>
                            <a:schemeClr val="tx1"/>
                          </a:solidFill>
                          <a:effectLst/>
                          <a:latin typeface="Cambria Math" panose="02040503050406030204" pitchFamily="18" charset="0"/>
                        </a:rPr>
                        <m:t>𝑃</m:t>
                      </m:r>
                      <m:d>
                        <m:dPr>
                          <m:ctrlPr>
                            <a:rPr lang="es-ES"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=1</m:t>
                          </m:r>
                        </m:e>
                      </m:d>
                      <m:r>
                        <a:rPr lang="es-ES" b="0" i="1" smtClean="0">
                          <a:solidFill>
                            <a:schemeClr val="tx1"/>
                          </a:solidFill>
                          <a:effectLst/>
                          <a:latin typeface="Cambria Math" panose="02040503050406030204" pitchFamily="18" charset="0"/>
                        </a:rPr>
                        <m:t>=</m:t>
                      </m:r>
                      <m:r>
                        <a:rPr lang="es-CO" b="0" i="1" smtClean="0">
                          <a:solidFill>
                            <a:schemeClr val="tx1"/>
                          </a:solidFill>
                          <a:effectLst/>
                          <a:latin typeface="Cambria Math" panose="02040503050406030204" pitchFamily="18" charset="0"/>
                        </a:rPr>
                        <m:t>1−1,2∗1+0,07∗1+0,3∗1−0,08=0,09</m:t>
                      </m:r>
                    </m:oMath>
                  </m:oMathPara>
                </a14:m>
                <a:endParaRPr lang="es-CO" dirty="0">
                  <a:solidFill>
                    <a:schemeClr val="tx1"/>
                  </a:solidFill>
                  <a:effectLst/>
                </a:endParaRPr>
              </a:p>
            </p:txBody>
          </p:sp>
        </mc:Choice>
        <mc:Fallback xmlns="">
          <p:sp>
            <p:nvSpPr>
              <p:cNvPr id="13" name="CuadroTexto 12">
                <a:extLst>
                  <a:ext uri="{FF2B5EF4-FFF2-40B4-BE49-F238E27FC236}">
                    <a16:creationId xmlns:a16="http://schemas.microsoft.com/office/drawing/2014/main" id="{B85E4993-5681-9BB0-B316-2ACE31FB2048}"/>
                  </a:ext>
                </a:extLst>
              </p:cNvPr>
              <p:cNvSpPr txBox="1">
                <a:spLocks noRot="1" noChangeAspect="1" noMove="1" noResize="1" noEditPoints="1" noAdjustHandles="1" noChangeArrowheads="1" noChangeShapeType="1" noTextEdit="1"/>
              </p:cNvSpPr>
              <p:nvPr/>
            </p:nvSpPr>
            <p:spPr>
              <a:xfrm>
                <a:off x="0" y="3344321"/>
                <a:ext cx="5837852" cy="639983"/>
              </a:xfrm>
              <a:prstGeom prst="rect">
                <a:avLst/>
              </a:prstGeom>
              <a:blipFill>
                <a:blip r:embed="rId6"/>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4C160E1C-8EFC-58C2-6ED5-2B8AD46F2F5A}"/>
                  </a:ext>
                </a:extLst>
              </p:cNvPr>
              <p:cNvSpPr txBox="1"/>
              <p:nvPr/>
            </p:nvSpPr>
            <p:spPr>
              <a:xfrm>
                <a:off x="265304" y="3949923"/>
                <a:ext cx="5643457" cy="9169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effectLst/>
                          <a:latin typeface="Cambria Math" panose="02040503050406030204" pitchFamily="18" charset="0"/>
                        </a:rPr>
                        <m:t>3. </m:t>
                      </m:r>
                      <m:r>
                        <a:rPr lang="es-CO" b="0" i="1" smtClean="0">
                          <a:solidFill>
                            <a:schemeClr val="tx1"/>
                          </a:solidFill>
                          <a:effectLst/>
                          <a:latin typeface="Cambria Math" panose="02040503050406030204" pitchFamily="18" charset="0"/>
                        </a:rPr>
                        <m:t>𝑃</m:t>
                      </m:r>
                      <m:d>
                        <m:dPr>
                          <m:ctrlPr>
                            <a:rPr lang="es-ES"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=−1</m:t>
                          </m:r>
                        </m:e>
                      </m:d>
                      <m:r>
                        <a:rPr lang="es-ES" b="0" i="1" smtClean="0">
                          <a:solidFill>
                            <a:schemeClr val="tx1"/>
                          </a:solidFill>
                          <a:effectLst/>
                          <a:latin typeface="Cambria Math" panose="02040503050406030204" pitchFamily="18" charset="0"/>
                        </a:rPr>
                        <m:t>=</m:t>
                      </m:r>
                      <m:r>
                        <a:rPr lang="es-CO" b="0" i="1" smtClean="0">
                          <a:solidFill>
                            <a:schemeClr val="tx1"/>
                          </a:solidFill>
                          <a:effectLst/>
                          <a:latin typeface="Cambria Math" panose="02040503050406030204" pitchFamily="18" charset="0"/>
                        </a:rPr>
                        <m:t>1∗(1)−1,2∗</m:t>
                      </m:r>
                      <m:d>
                        <m:dPr>
                          <m:ctrlPr>
                            <a:rPr lang="es-CO"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−1</m:t>
                          </m:r>
                        </m:e>
                      </m:d>
                      <m:r>
                        <a:rPr lang="es-CO" b="0" i="1" smtClean="0">
                          <a:solidFill>
                            <a:schemeClr val="tx1"/>
                          </a:solidFill>
                          <a:effectLst/>
                          <a:latin typeface="Cambria Math" panose="02040503050406030204" pitchFamily="18" charset="0"/>
                        </a:rPr>
                        <m:t>+0,07∗</m:t>
                      </m:r>
                      <m:d>
                        <m:dPr>
                          <m:ctrlPr>
                            <a:rPr lang="es-CO"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1</m:t>
                          </m:r>
                        </m:e>
                      </m:d>
                      <m:r>
                        <a:rPr lang="es-CO" b="0" i="1" smtClean="0">
                          <a:solidFill>
                            <a:schemeClr val="tx1"/>
                          </a:solidFill>
                          <a:effectLst/>
                          <a:latin typeface="Cambria Math" panose="02040503050406030204" pitchFamily="18" charset="0"/>
                        </a:rPr>
                        <m:t>+0,3∗(−1)−0,08</m:t>
                      </m:r>
                    </m:oMath>
                  </m:oMathPara>
                </a14:m>
                <a:endParaRPr lang="es-CO" dirty="0">
                  <a:solidFill>
                    <a:schemeClr val="tx1"/>
                  </a:solidFill>
                  <a:effectLst/>
                </a:endParaRPr>
              </a:p>
              <a:p>
                <a:r>
                  <a:rPr lang="es-CO" b="1" dirty="0"/>
                  <a:t>=1,89</a:t>
                </a:r>
                <a:endParaRPr lang="es-CO" b="1" dirty="0">
                  <a:solidFill>
                    <a:schemeClr val="tx1"/>
                  </a:solidFill>
                  <a:effectLst/>
                </a:endParaRPr>
              </a:p>
            </p:txBody>
          </p:sp>
        </mc:Choice>
        <mc:Fallback xmlns="">
          <p:sp>
            <p:nvSpPr>
              <p:cNvPr id="15" name="CuadroTexto 14">
                <a:extLst>
                  <a:ext uri="{FF2B5EF4-FFF2-40B4-BE49-F238E27FC236}">
                    <a16:creationId xmlns:a16="http://schemas.microsoft.com/office/drawing/2014/main" id="{4C160E1C-8EFC-58C2-6ED5-2B8AD46F2F5A}"/>
                  </a:ext>
                </a:extLst>
              </p:cNvPr>
              <p:cNvSpPr txBox="1">
                <a:spLocks noRot="1" noChangeAspect="1" noMove="1" noResize="1" noEditPoints="1" noAdjustHandles="1" noChangeArrowheads="1" noChangeShapeType="1" noTextEdit="1"/>
              </p:cNvSpPr>
              <p:nvPr/>
            </p:nvSpPr>
            <p:spPr>
              <a:xfrm>
                <a:off x="265304" y="3949923"/>
                <a:ext cx="5643457" cy="916982"/>
              </a:xfrm>
              <a:prstGeom prst="rect">
                <a:avLst/>
              </a:prstGeom>
              <a:blipFill>
                <a:blip r:embed="rId7"/>
                <a:stretch>
                  <a:fillRect l="-973" b="-10000"/>
                </a:stretch>
              </a:blipFill>
            </p:spPr>
            <p:txBody>
              <a:bodyPr/>
              <a:lstStyle/>
              <a:p>
                <a:r>
                  <a:rPr lang="es-CO">
                    <a:noFill/>
                  </a:rPr>
                  <a:t> </a:t>
                </a:r>
              </a:p>
            </p:txBody>
          </p:sp>
        </mc:Fallback>
      </mc:AlternateContent>
    </p:spTree>
    <p:extLst>
      <p:ext uri="{BB962C8B-B14F-4D97-AF65-F5344CB8AC3E}">
        <p14:creationId xmlns:p14="http://schemas.microsoft.com/office/powerpoint/2010/main" val="2395213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1DD4D-9FC4-7A97-4A81-B492B820A4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D18204-8390-0062-747C-FBFA544C58F8}"/>
              </a:ext>
            </a:extLst>
          </p:cNvPr>
          <p:cNvSpPr>
            <a:spLocks noGrp="1"/>
          </p:cNvSpPr>
          <p:nvPr>
            <p:ph type="title"/>
          </p:nvPr>
        </p:nvSpPr>
        <p:spPr>
          <a:xfrm>
            <a:off x="1074150" y="954617"/>
            <a:ext cx="6068626" cy="1162050"/>
          </a:xfrm>
        </p:spPr>
        <p:txBody>
          <a:bodyPr>
            <a:normAutofit/>
          </a:bodyPr>
          <a:lstStyle/>
          <a:p>
            <a:r>
              <a:rPr lang="es-CO" b="1" dirty="0"/>
              <a:t>Estabilidad de sistemas en tiempo discreto.</a:t>
            </a:r>
            <a:br>
              <a:rPr lang="es-CO" b="1" dirty="0"/>
            </a:br>
            <a:r>
              <a:rPr lang="es-CO" dirty="0"/>
              <a:t>Ejemplo Criterio de JURY</a:t>
            </a:r>
          </a:p>
        </p:txBody>
      </p:sp>
      <p:sp>
        <p:nvSpPr>
          <p:cNvPr id="10" name="1 Título">
            <a:extLst>
              <a:ext uri="{FF2B5EF4-FFF2-40B4-BE49-F238E27FC236}">
                <a16:creationId xmlns:a16="http://schemas.microsoft.com/office/drawing/2014/main" id="{CC250C6B-6F86-D910-81C5-CFF60161351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15</a:t>
            </a:r>
          </a:p>
        </p:txBody>
      </p:sp>
      <p:pic>
        <p:nvPicPr>
          <p:cNvPr id="14" name="Picture 4" descr="Programas - Intranet ETITC">
            <a:extLst>
              <a:ext uri="{FF2B5EF4-FFF2-40B4-BE49-F238E27FC236}">
                <a16:creationId xmlns:a16="http://schemas.microsoft.com/office/drawing/2014/main" id="{733F865F-8AE1-450D-6214-4DC0E26FD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27902D6C-A9AA-D22C-1693-6B4D333A0D02}"/>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922D3F4-1F1D-D532-F0EA-472D0CE76721}"/>
                  </a:ext>
                </a:extLst>
              </p:cNvPr>
              <p:cNvSpPr txBox="1"/>
              <p:nvPr/>
            </p:nvSpPr>
            <p:spPr>
              <a:xfrm>
                <a:off x="389731" y="2188489"/>
                <a:ext cx="458038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effectLst/>
                          <a:latin typeface="Cambria Math" panose="02040503050406030204" pitchFamily="18" charset="0"/>
                        </a:rPr>
                        <m:t>𝑃</m:t>
                      </m:r>
                      <m:d>
                        <m:dPr>
                          <m:ctrlPr>
                            <a:rPr lang="es-ES"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𝑧</m:t>
                          </m:r>
                        </m:e>
                      </m:d>
                      <m:r>
                        <a:rPr lang="es-ES" b="0" i="1" smtClean="0">
                          <a:solidFill>
                            <a:schemeClr val="tx1"/>
                          </a:solidFill>
                          <a:effectLst/>
                          <a:latin typeface="Cambria Math" panose="02040503050406030204" pitchFamily="18" charset="0"/>
                        </a:rPr>
                        <m:t>=</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4</m:t>
                          </m:r>
                        </m:sup>
                      </m:sSup>
                      <m:r>
                        <a:rPr lang="es-CO" b="0" i="1" smtClean="0">
                          <a:solidFill>
                            <a:schemeClr val="tx1"/>
                          </a:solidFill>
                          <a:effectLst/>
                          <a:latin typeface="Cambria Math" panose="02040503050406030204" pitchFamily="18" charset="0"/>
                        </a:rPr>
                        <m:t>−1,2</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3</m:t>
                          </m:r>
                        </m:sup>
                      </m:sSup>
                      <m:r>
                        <a:rPr lang="es-CO" b="0" i="1" smtClean="0">
                          <a:solidFill>
                            <a:schemeClr val="tx1"/>
                          </a:solidFill>
                          <a:effectLst/>
                          <a:latin typeface="Cambria Math" panose="02040503050406030204" pitchFamily="18" charset="0"/>
                        </a:rPr>
                        <m:t>+0,07</m:t>
                      </m:r>
                      <m:sSup>
                        <m:sSupPr>
                          <m:ctrlPr>
                            <a:rPr lang="es-CO" b="0" i="1" smtClean="0">
                              <a:solidFill>
                                <a:schemeClr val="tx1"/>
                              </a:solidFill>
                              <a:effectLst/>
                              <a:latin typeface="Cambria Math" panose="02040503050406030204" pitchFamily="18" charset="0"/>
                            </a:rPr>
                          </m:ctrlPr>
                        </m:sSupPr>
                        <m:e>
                          <m:r>
                            <a:rPr lang="es-CO" b="0" i="1" smtClean="0">
                              <a:solidFill>
                                <a:schemeClr val="tx1"/>
                              </a:solidFill>
                              <a:effectLst/>
                              <a:latin typeface="Cambria Math" panose="02040503050406030204" pitchFamily="18" charset="0"/>
                            </a:rPr>
                            <m:t>𝑧</m:t>
                          </m:r>
                        </m:e>
                        <m:sup>
                          <m:r>
                            <a:rPr lang="es-CO" b="0" i="1" smtClean="0">
                              <a:solidFill>
                                <a:schemeClr val="tx1"/>
                              </a:solidFill>
                              <a:effectLst/>
                              <a:latin typeface="Cambria Math" panose="02040503050406030204" pitchFamily="18" charset="0"/>
                            </a:rPr>
                            <m:t>2</m:t>
                          </m:r>
                        </m:sup>
                      </m:sSup>
                      <m:r>
                        <a:rPr lang="es-CO" b="0" i="1" smtClean="0">
                          <a:solidFill>
                            <a:schemeClr val="tx1"/>
                          </a:solidFill>
                          <a:effectLst/>
                          <a:latin typeface="Cambria Math" panose="02040503050406030204" pitchFamily="18" charset="0"/>
                        </a:rPr>
                        <m:t>+0,3</m:t>
                      </m:r>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−0,08</m:t>
                      </m:r>
                    </m:oMath>
                  </m:oMathPara>
                </a14:m>
                <a:endParaRPr lang="es-CO" b="0" dirty="0">
                  <a:solidFill>
                    <a:schemeClr val="tx1"/>
                  </a:solidFill>
                  <a:effectLst/>
                </a:endParaRPr>
              </a:p>
            </p:txBody>
          </p:sp>
        </mc:Choice>
        <mc:Fallback xmlns="">
          <p:sp>
            <p:nvSpPr>
              <p:cNvPr id="6" name="CuadroTexto 5">
                <a:extLst>
                  <a:ext uri="{FF2B5EF4-FFF2-40B4-BE49-F238E27FC236}">
                    <a16:creationId xmlns:a16="http://schemas.microsoft.com/office/drawing/2014/main" id="{4922D3F4-1F1D-D532-F0EA-472D0CE76721}"/>
                  </a:ext>
                </a:extLst>
              </p:cNvPr>
              <p:cNvSpPr txBox="1">
                <a:spLocks noRot="1" noChangeAspect="1" noMove="1" noResize="1" noEditPoints="1" noAdjustHandles="1" noChangeArrowheads="1" noChangeShapeType="1" noTextEdit="1"/>
              </p:cNvSpPr>
              <p:nvPr/>
            </p:nvSpPr>
            <p:spPr>
              <a:xfrm>
                <a:off x="389731" y="2188489"/>
                <a:ext cx="4580388" cy="369332"/>
              </a:xfrm>
              <a:prstGeom prst="rect">
                <a:avLst/>
              </a:prstGeom>
              <a:blipFill>
                <a:blip r:embed="rId3"/>
                <a:stretch>
                  <a:fillRect/>
                </a:stretch>
              </a:blipFill>
            </p:spPr>
            <p:txBody>
              <a:bodyPr/>
              <a:lstStyle/>
              <a:p>
                <a:r>
                  <a:rPr lang="es-CO">
                    <a:noFill/>
                  </a:rPr>
                  <a:t> </a:t>
                </a:r>
              </a:p>
            </p:txBody>
          </p:sp>
        </mc:Fallback>
      </mc:AlternateContent>
      <p:pic>
        <p:nvPicPr>
          <p:cNvPr id="9" name="Imagen 8">
            <a:extLst>
              <a:ext uri="{FF2B5EF4-FFF2-40B4-BE49-F238E27FC236}">
                <a16:creationId xmlns:a16="http://schemas.microsoft.com/office/drawing/2014/main" id="{6C18DD3C-5994-5412-8D5F-C127841917E0}"/>
              </a:ext>
            </a:extLst>
          </p:cNvPr>
          <p:cNvPicPr>
            <a:picLocks noChangeAspect="1"/>
          </p:cNvPicPr>
          <p:nvPr/>
        </p:nvPicPr>
        <p:blipFill>
          <a:blip r:embed="rId4"/>
          <a:stretch>
            <a:fillRect/>
          </a:stretch>
        </p:blipFill>
        <p:spPr>
          <a:xfrm>
            <a:off x="6068249" y="1935460"/>
            <a:ext cx="2991267" cy="2619741"/>
          </a:xfrm>
          <a:prstGeom prst="rect">
            <a:avLst/>
          </a:prstGeom>
        </p:spPr>
      </p:pic>
      <p:pic>
        <p:nvPicPr>
          <p:cNvPr id="4" name="Imagen 3">
            <a:extLst>
              <a:ext uri="{FF2B5EF4-FFF2-40B4-BE49-F238E27FC236}">
                <a16:creationId xmlns:a16="http://schemas.microsoft.com/office/drawing/2014/main" id="{D5EBE4A3-440E-7D9C-9E0F-82EC4A9CDB73}"/>
              </a:ext>
            </a:extLst>
          </p:cNvPr>
          <p:cNvPicPr>
            <a:picLocks noChangeAspect="1"/>
          </p:cNvPicPr>
          <p:nvPr/>
        </p:nvPicPr>
        <p:blipFill>
          <a:blip r:embed="rId5"/>
          <a:stretch>
            <a:fillRect/>
          </a:stretch>
        </p:blipFill>
        <p:spPr>
          <a:xfrm>
            <a:off x="678879" y="2567659"/>
            <a:ext cx="4973875" cy="4291303"/>
          </a:xfrm>
          <a:prstGeom prst="rect">
            <a:avLst/>
          </a:prstGeom>
        </p:spPr>
      </p:pic>
    </p:spTree>
    <p:extLst>
      <p:ext uri="{BB962C8B-B14F-4D97-AF65-F5344CB8AC3E}">
        <p14:creationId xmlns:p14="http://schemas.microsoft.com/office/powerpoint/2010/main" val="218678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2748475" y="1603221"/>
            <a:ext cx="6068626" cy="1162050"/>
          </a:xfrm>
        </p:spPr>
        <p:txBody>
          <a:bodyPr>
            <a:normAutofit/>
          </a:bodyPr>
          <a:lstStyle/>
          <a:p>
            <a:r>
              <a:rPr lang="es-CO" b="1" dirty="0"/>
              <a:t>Estabilidad de sistemas en tiempo discreto.</a:t>
            </a:r>
            <a:br>
              <a:rPr lang="es-CO" b="1" dirty="0"/>
            </a:br>
            <a:r>
              <a:rPr lang="es-CO" dirty="0"/>
              <a:t>Pruebas de estabilidad directa</a:t>
            </a:r>
            <a:br>
              <a:rPr lang="es-CO" dirty="0"/>
            </a:br>
            <a:endParaRPr lang="es-CO"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16</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Título 1">
            <a:extLst>
              <a:ext uri="{FF2B5EF4-FFF2-40B4-BE49-F238E27FC236}">
                <a16:creationId xmlns:a16="http://schemas.microsoft.com/office/drawing/2014/main" id="{0E5567B7-3B3B-B7EC-6509-0A90554677DC}"/>
              </a:ext>
            </a:extLst>
          </p:cNvPr>
          <p:cNvSpPr txBox="1">
            <a:spLocks/>
          </p:cNvSpPr>
          <p:nvPr/>
        </p:nvSpPr>
        <p:spPr>
          <a:xfrm>
            <a:off x="-129174" y="3021227"/>
            <a:ext cx="5456585"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b="1" dirty="0"/>
              <a:t>Halle la transformada inversa Z para un tiempo de muestreo de T=0.5s y grafique a mano.</a:t>
            </a:r>
            <a:endParaRPr lang="es-CO" b="1" dirty="0"/>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206B51C-F983-9FA9-4F5F-F852EFEA1F47}"/>
                  </a:ext>
                </a:extLst>
              </p:cNvPr>
              <p:cNvSpPr txBox="1"/>
              <p:nvPr/>
            </p:nvSpPr>
            <p:spPr>
              <a:xfrm>
                <a:off x="107021" y="4844800"/>
                <a:ext cx="4580388" cy="6476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chemeClr val="tx1"/>
                          </a:solidFill>
                          <a:effectLst/>
                          <a:latin typeface="Cambria Math" panose="02040503050406030204" pitchFamily="18" charset="0"/>
                        </a:rPr>
                        <m:t>𝐺</m:t>
                      </m:r>
                      <m:d>
                        <m:dPr>
                          <m:ctrlPr>
                            <a:rPr lang="es-ES" b="0" i="1" smtClean="0">
                              <a:solidFill>
                                <a:schemeClr val="tx1"/>
                              </a:solidFill>
                              <a:effectLst/>
                              <a:latin typeface="Cambria Math" panose="02040503050406030204" pitchFamily="18" charset="0"/>
                            </a:rPr>
                          </m:ctrlPr>
                        </m:dPr>
                        <m:e>
                          <m:r>
                            <a:rPr lang="es-ES" b="0" i="1" smtClean="0">
                              <a:solidFill>
                                <a:schemeClr val="tx1"/>
                              </a:solidFill>
                              <a:effectLst/>
                              <a:latin typeface="Cambria Math" panose="02040503050406030204" pitchFamily="18" charset="0"/>
                            </a:rPr>
                            <m:t>𝑠</m:t>
                          </m:r>
                        </m:e>
                      </m:d>
                      <m:r>
                        <a:rPr lang="es-ES" b="0" i="1" smtClean="0">
                          <a:solidFill>
                            <a:schemeClr val="tx1"/>
                          </a:solidFill>
                          <a:effectLst/>
                          <a:latin typeface="Cambria Math" panose="02040503050406030204" pitchFamily="18" charset="0"/>
                        </a:rPr>
                        <m:t>=</m:t>
                      </m:r>
                      <m:f>
                        <m:fPr>
                          <m:ctrlPr>
                            <a:rPr lang="es-ES" b="0" i="1" smtClean="0">
                              <a:solidFill>
                                <a:schemeClr val="tx1"/>
                              </a:solidFill>
                              <a:effectLst/>
                              <a:latin typeface="Cambria Math" panose="02040503050406030204" pitchFamily="18" charset="0"/>
                            </a:rPr>
                          </m:ctrlPr>
                        </m:fPr>
                        <m:num>
                          <m:r>
                            <a:rPr lang="es-ES" b="0" i="1" smtClean="0">
                              <a:solidFill>
                                <a:schemeClr val="tx1"/>
                              </a:solidFill>
                              <a:effectLst/>
                              <a:latin typeface="Cambria Math" panose="02040503050406030204" pitchFamily="18" charset="0"/>
                            </a:rPr>
                            <m:t>0,</m:t>
                          </m:r>
                          <m:r>
                            <a:rPr lang="es-CO" b="0" i="1" smtClean="0">
                              <a:solidFill>
                                <a:schemeClr val="tx1"/>
                              </a:solidFill>
                              <a:effectLst/>
                              <a:latin typeface="Cambria Math" panose="02040503050406030204" pitchFamily="18" charset="0"/>
                            </a:rPr>
                            <m:t>06</m:t>
                          </m:r>
                          <m:r>
                            <a:rPr lang="es-ES" b="0" i="1" smtClean="0">
                              <a:solidFill>
                                <a:schemeClr val="tx1"/>
                              </a:solidFill>
                              <a:effectLst/>
                              <a:latin typeface="Cambria Math" panose="02040503050406030204" pitchFamily="18" charset="0"/>
                            </a:rPr>
                            <m:t>25</m:t>
                          </m:r>
                        </m:num>
                        <m:den>
                          <m:sSup>
                            <m:sSupPr>
                              <m:ctrlPr>
                                <a:rPr lang="es-ES" b="0" i="1" smtClean="0">
                                  <a:solidFill>
                                    <a:schemeClr val="tx1"/>
                                  </a:solidFill>
                                  <a:effectLst/>
                                  <a:latin typeface="Cambria Math" panose="02040503050406030204" pitchFamily="18" charset="0"/>
                                </a:rPr>
                              </m:ctrlPr>
                            </m:sSupPr>
                            <m:e>
                              <m:r>
                                <a:rPr lang="es-ES" b="0" i="1" smtClean="0">
                                  <a:solidFill>
                                    <a:schemeClr val="tx1"/>
                                  </a:solidFill>
                                  <a:effectLst/>
                                  <a:latin typeface="Cambria Math" panose="02040503050406030204" pitchFamily="18" charset="0"/>
                                </a:rPr>
                                <m:t>𝑠</m:t>
                              </m:r>
                            </m:e>
                            <m:sup>
                              <m:r>
                                <a:rPr lang="es-ES" b="0" i="1" smtClean="0">
                                  <a:solidFill>
                                    <a:schemeClr val="tx1"/>
                                  </a:solidFill>
                                  <a:effectLst/>
                                  <a:latin typeface="Cambria Math" panose="02040503050406030204" pitchFamily="18" charset="0"/>
                                </a:rPr>
                                <m:t>2</m:t>
                              </m:r>
                            </m:sup>
                          </m:sSup>
                          <m:r>
                            <a:rPr lang="es-ES" b="0" i="1" smtClean="0">
                              <a:solidFill>
                                <a:schemeClr val="tx1"/>
                              </a:solidFill>
                              <a:effectLst/>
                              <a:latin typeface="Cambria Math" panose="02040503050406030204" pitchFamily="18" charset="0"/>
                            </a:rPr>
                            <m:t>+0,</m:t>
                          </m:r>
                          <m:r>
                            <a:rPr lang="es-CO" b="0" i="1" smtClean="0">
                              <a:solidFill>
                                <a:schemeClr val="tx1"/>
                              </a:solidFill>
                              <a:effectLst/>
                              <a:latin typeface="Cambria Math" panose="02040503050406030204" pitchFamily="18" charset="0"/>
                            </a:rPr>
                            <m:t>4</m:t>
                          </m:r>
                          <m:r>
                            <a:rPr lang="es-ES" b="0" i="1" smtClean="0">
                              <a:solidFill>
                                <a:schemeClr val="tx1"/>
                              </a:solidFill>
                              <a:effectLst/>
                              <a:latin typeface="Cambria Math" panose="02040503050406030204" pitchFamily="18" charset="0"/>
                            </a:rPr>
                            <m:t>𝑠</m:t>
                          </m:r>
                          <m:r>
                            <a:rPr lang="es-ES" b="0" i="1" smtClean="0">
                              <a:solidFill>
                                <a:schemeClr val="tx1"/>
                              </a:solidFill>
                              <a:effectLst/>
                              <a:latin typeface="Cambria Math" panose="02040503050406030204" pitchFamily="18" charset="0"/>
                            </a:rPr>
                            <m:t>+0,25</m:t>
                          </m:r>
                        </m:den>
                      </m:f>
                    </m:oMath>
                  </m:oMathPara>
                </a14:m>
                <a:endParaRPr lang="en-US" dirty="0"/>
              </a:p>
            </p:txBody>
          </p:sp>
        </mc:Choice>
        <mc:Fallback xmlns="">
          <p:sp>
            <p:nvSpPr>
              <p:cNvPr id="4" name="CuadroTexto 3">
                <a:extLst>
                  <a:ext uri="{FF2B5EF4-FFF2-40B4-BE49-F238E27FC236}">
                    <a16:creationId xmlns:a16="http://schemas.microsoft.com/office/drawing/2014/main" id="{9206B51C-F983-9FA9-4F5F-F852EFEA1F47}"/>
                  </a:ext>
                </a:extLst>
              </p:cNvPr>
              <p:cNvSpPr txBox="1">
                <a:spLocks noRot="1" noChangeAspect="1" noMove="1" noResize="1" noEditPoints="1" noAdjustHandles="1" noChangeArrowheads="1" noChangeShapeType="1" noTextEdit="1"/>
              </p:cNvSpPr>
              <p:nvPr/>
            </p:nvSpPr>
            <p:spPr>
              <a:xfrm>
                <a:off x="107021" y="4844800"/>
                <a:ext cx="4580388" cy="647613"/>
              </a:xfrm>
              <a:prstGeom prst="rect">
                <a:avLst/>
              </a:prstGeom>
              <a:blipFill>
                <a:blip r:embed="rId7"/>
                <a:stretch>
                  <a:fillRect/>
                </a:stretch>
              </a:blipFill>
            </p:spPr>
            <p:txBody>
              <a:bodyPr/>
              <a:lstStyle/>
              <a:p>
                <a:r>
                  <a:rPr lang="en-US">
                    <a:noFill/>
                  </a:rPr>
                  <a:t> </a:t>
                </a:r>
              </a:p>
            </p:txBody>
          </p:sp>
        </mc:Fallback>
      </mc:AlternateContent>
      <p:pic>
        <p:nvPicPr>
          <p:cNvPr id="8" name="Imagen 7">
            <a:extLst>
              <a:ext uri="{FF2B5EF4-FFF2-40B4-BE49-F238E27FC236}">
                <a16:creationId xmlns:a16="http://schemas.microsoft.com/office/drawing/2014/main" id="{08ECCD23-9A15-270C-8133-9519C37F84EB}"/>
              </a:ext>
            </a:extLst>
          </p:cNvPr>
          <p:cNvPicPr>
            <a:picLocks noChangeAspect="1"/>
          </p:cNvPicPr>
          <p:nvPr/>
        </p:nvPicPr>
        <p:blipFill>
          <a:blip r:embed="rId8"/>
          <a:stretch>
            <a:fillRect/>
          </a:stretch>
        </p:blipFill>
        <p:spPr>
          <a:xfrm>
            <a:off x="5782788" y="2782859"/>
            <a:ext cx="2991267" cy="2619741"/>
          </a:xfrm>
          <a:prstGeom prst="rect">
            <a:avLst/>
          </a:prstGeom>
        </p:spPr>
      </p:pic>
    </p:spTree>
    <p:extLst>
      <p:ext uri="{BB962C8B-B14F-4D97-AF65-F5344CB8AC3E}">
        <p14:creationId xmlns:p14="http://schemas.microsoft.com/office/powerpoint/2010/main" val="3049022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937963" y="1771740"/>
            <a:ext cx="6068626" cy="1162050"/>
          </a:xfrm>
        </p:spPr>
        <p:txBody>
          <a:bodyPr>
            <a:normAutofit/>
          </a:bodyPr>
          <a:lstStyle/>
          <a:p>
            <a:r>
              <a:rPr lang="es-CO" b="1"/>
              <a:t>Estabilidad de sistemas en tiempo discreto.</a:t>
            </a:r>
            <a:br>
              <a:rPr lang="es-CO" b="1"/>
            </a:br>
            <a:r>
              <a:rPr lang="es-CO" b="1"/>
              <a:t>Actividad </a:t>
            </a:r>
            <a:r>
              <a:rPr lang="es-CO"/>
              <a:t>Pruebas de estabilidad directa</a:t>
            </a:r>
            <a:br>
              <a:rPr lang="es-CO"/>
            </a:br>
            <a:endParaRPr lang="es-CO"/>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17</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56B950D-BD14-F843-DD02-5B9FF4303507}"/>
                  </a:ext>
                </a:extLst>
              </p:cNvPr>
              <p:cNvSpPr txBox="1"/>
              <p:nvPr/>
            </p:nvSpPr>
            <p:spPr>
              <a:xfrm>
                <a:off x="1506673" y="3307948"/>
                <a:ext cx="30072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m:t>
                      </m:r>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𝑧</m:t>
                          </m:r>
                        </m:e>
                        <m:sup>
                          <m:r>
                            <a:rPr lang="es-ES" b="0" i="1" smtClean="0">
                              <a:latin typeface="Cambria Math" panose="02040503050406030204" pitchFamily="18" charset="0"/>
                            </a:rPr>
                            <m:t>3</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𝑧</m:t>
                          </m:r>
                        </m:e>
                        <m:sup>
                          <m:r>
                            <a:rPr lang="es-ES" b="0" i="1" smtClean="0">
                              <a:latin typeface="Cambria Math" panose="02040503050406030204" pitchFamily="18" charset="0"/>
                            </a:rPr>
                            <m:t>2</m:t>
                          </m:r>
                        </m:sup>
                      </m:sSup>
                      <m:r>
                        <a:rPr lang="es-ES" b="0" i="1" smtClean="0">
                          <a:latin typeface="Cambria Math" panose="02040503050406030204" pitchFamily="18" charset="0"/>
                        </a:rPr>
                        <m:t>+0,5</m:t>
                      </m:r>
                      <m:r>
                        <a:rPr lang="es-ES" b="0" i="1" smtClean="0">
                          <a:latin typeface="Cambria Math" panose="02040503050406030204" pitchFamily="18" charset="0"/>
                        </a:rPr>
                        <m:t>𝑧</m:t>
                      </m:r>
                      <m:r>
                        <a:rPr lang="es-ES" b="0" i="1" smtClean="0">
                          <a:latin typeface="Cambria Math" panose="02040503050406030204" pitchFamily="18" charset="0"/>
                        </a:rPr>
                        <m:t>+0,25</m:t>
                      </m:r>
                    </m:oMath>
                  </m:oMathPara>
                </a14:m>
                <a:endParaRPr lang="en-US"/>
              </a:p>
            </p:txBody>
          </p:sp>
        </mc:Choice>
        <mc:Fallback xmlns="">
          <p:sp>
            <p:nvSpPr>
              <p:cNvPr id="3" name="CuadroTexto 2">
                <a:extLst>
                  <a:ext uri="{FF2B5EF4-FFF2-40B4-BE49-F238E27FC236}">
                    <a16:creationId xmlns:a16="http://schemas.microsoft.com/office/drawing/2014/main" id="{C56B950D-BD14-F843-DD02-5B9FF4303507}"/>
                  </a:ext>
                </a:extLst>
              </p:cNvPr>
              <p:cNvSpPr txBox="1">
                <a:spLocks noRot="1" noChangeAspect="1" noMove="1" noResize="1" noEditPoints="1" noAdjustHandles="1" noChangeArrowheads="1" noChangeShapeType="1" noTextEdit="1"/>
              </p:cNvSpPr>
              <p:nvPr/>
            </p:nvSpPr>
            <p:spPr>
              <a:xfrm>
                <a:off x="1506673" y="3307948"/>
                <a:ext cx="3007233" cy="276999"/>
              </a:xfrm>
              <a:prstGeom prst="rect">
                <a:avLst/>
              </a:prstGeom>
              <a:blipFill>
                <a:blip r:embed="rId7"/>
                <a:stretch>
                  <a:fillRect l="-1217" t="-4444" r="-1623"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59B13F03-F751-1DA2-972B-DF9B216A2F86}"/>
                  </a:ext>
                </a:extLst>
              </p:cNvPr>
              <p:cNvSpPr txBox="1"/>
              <p:nvPr/>
            </p:nvSpPr>
            <p:spPr>
              <a:xfrm>
                <a:off x="1506672" y="4009483"/>
                <a:ext cx="30072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b="0" i="1" smtClean="0">
                          <a:latin typeface="Cambria Math" panose="02040503050406030204" pitchFamily="18" charset="0"/>
                        </a:rPr>
                        <m:t>𝑀</m:t>
                      </m:r>
                      <m:d>
                        <m:dPr>
                          <m:ctrlPr>
                            <a:rPr lang="es-ES" b="0" i="1" smtClean="0">
                              <a:latin typeface="Cambria Math" panose="02040503050406030204" pitchFamily="18" charset="0"/>
                            </a:rPr>
                          </m:ctrlPr>
                        </m:dPr>
                        <m:e>
                          <m:r>
                            <a:rPr lang="es-ES" b="0" i="1" smtClean="0">
                              <a:latin typeface="Cambria Math" panose="02040503050406030204" pitchFamily="18" charset="0"/>
                            </a:rPr>
                            <m:t>𝑧</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𝑧</m:t>
                          </m:r>
                        </m:e>
                        <m:sup>
                          <m:r>
                            <a:rPr lang="es-ES" b="0" i="1" smtClean="0">
                              <a:latin typeface="Cambria Math" panose="02040503050406030204" pitchFamily="18" charset="0"/>
                            </a:rPr>
                            <m:t>3</m:t>
                          </m:r>
                        </m:sup>
                      </m:sSup>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𝑧</m:t>
                          </m:r>
                        </m:e>
                        <m:sup>
                          <m:r>
                            <a:rPr lang="es-ES" b="0" i="1" smtClean="0">
                              <a:latin typeface="Cambria Math" panose="02040503050406030204" pitchFamily="18" charset="0"/>
                            </a:rPr>
                            <m:t>2</m:t>
                          </m:r>
                        </m:sup>
                      </m:sSup>
                      <m:r>
                        <a:rPr lang="es-ES" b="0" i="1" smtClean="0">
                          <a:latin typeface="Cambria Math" panose="02040503050406030204" pitchFamily="18" charset="0"/>
                        </a:rPr>
                        <m:t>+0,5</m:t>
                      </m:r>
                      <m:r>
                        <a:rPr lang="es-ES" b="0" i="1" smtClean="0">
                          <a:latin typeface="Cambria Math" panose="02040503050406030204" pitchFamily="18" charset="0"/>
                        </a:rPr>
                        <m:t>𝑧</m:t>
                      </m:r>
                      <m:r>
                        <a:rPr lang="es-ES" b="0" i="1" smtClean="0">
                          <a:latin typeface="Cambria Math" panose="02040503050406030204" pitchFamily="18" charset="0"/>
                        </a:rPr>
                        <m:t>+1,25</m:t>
                      </m:r>
                    </m:oMath>
                  </m:oMathPara>
                </a14:m>
                <a:endParaRPr lang="en-US" dirty="0"/>
              </a:p>
            </p:txBody>
          </p:sp>
        </mc:Choice>
        <mc:Fallback xmlns="">
          <p:sp>
            <p:nvSpPr>
              <p:cNvPr id="4" name="CuadroTexto 3">
                <a:extLst>
                  <a:ext uri="{FF2B5EF4-FFF2-40B4-BE49-F238E27FC236}">
                    <a16:creationId xmlns:a16="http://schemas.microsoft.com/office/drawing/2014/main" id="{59B13F03-F751-1DA2-972B-DF9B216A2F86}"/>
                  </a:ext>
                </a:extLst>
              </p:cNvPr>
              <p:cNvSpPr txBox="1">
                <a:spLocks noRot="1" noChangeAspect="1" noMove="1" noResize="1" noEditPoints="1" noAdjustHandles="1" noChangeArrowheads="1" noChangeShapeType="1" noTextEdit="1"/>
              </p:cNvSpPr>
              <p:nvPr/>
            </p:nvSpPr>
            <p:spPr>
              <a:xfrm>
                <a:off x="1506672" y="4009483"/>
                <a:ext cx="3007233" cy="276999"/>
              </a:xfrm>
              <a:prstGeom prst="rect">
                <a:avLst/>
              </a:prstGeom>
              <a:blipFill>
                <a:blip r:embed="rId8"/>
                <a:stretch>
                  <a:fillRect l="-1217" t="-4444" r="-1623" b="-8889"/>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369368F9-35E0-7F6C-599C-9190F3AAF08A}"/>
              </a:ext>
            </a:extLst>
          </p:cNvPr>
          <p:cNvPicPr>
            <a:picLocks noChangeAspect="1"/>
          </p:cNvPicPr>
          <p:nvPr/>
        </p:nvPicPr>
        <p:blipFill>
          <a:blip r:embed="rId9"/>
          <a:stretch>
            <a:fillRect/>
          </a:stretch>
        </p:blipFill>
        <p:spPr>
          <a:xfrm>
            <a:off x="5782788" y="2782859"/>
            <a:ext cx="2991267" cy="2619741"/>
          </a:xfrm>
          <a:prstGeom prst="rect">
            <a:avLst/>
          </a:prstGeom>
        </p:spPr>
      </p:pic>
    </p:spTree>
    <p:extLst>
      <p:ext uri="{BB962C8B-B14F-4D97-AF65-F5344CB8AC3E}">
        <p14:creationId xmlns:p14="http://schemas.microsoft.com/office/powerpoint/2010/main" val="1298072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1B6180-BCA0-4F51-9F68-9E5BAB8A4FDC}"/>
              </a:ext>
            </a:extLst>
          </p:cNvPr>
          <p:cNvSpPr>
            <a:spLocks noGrp="1"/>
          </p:cNvSpPr>
          <p:nvPr>
            <p:ph type="title"/>
          </p:nvPr>
        </p:nvSpPr>
        <p:spPr>
          <a:xfrm>
            <a:off x="1179576" y="1603221"/>
            <a:ext cx="7637525" cy="1162050"/>
          </a:xfrm>
        </p:spPr>
        <p:txBody>
          <a:bodyPr>
            <a:normAutofit/>
          </a:bodyPr>
          <a:lstStyle/>
          <a:p>
            <a:r>
              <a:rPr lang="es-CO" b="1" dirty="0"/>
              <a:t>Estabilidad de sistemas en tiempo discreto.</a:t>
            </a:r>
            <a:br>
              <a:rPr lang="es-CO" dirty="0"/>
            </a:br>
            <a:r>
              <a:rPr lang="es-CO" dirty="0"/>
              <a:t>Mediante</a:t>
            </a:r>
            <a:r>
              <a:rPr lang="es-CO" b="1" dirty="0"/>
              <a:t> p</a:t>
            </a:r>
            <a:r>
              <a:rPr lang="es-CO" dirty="0"/>
              <a:t>ruebas de estabilidad directa</a:t>
            </a:r>
            <a:br>
              <a:rPr lang="es-CO" dirty="0"/>
            </a:br>
            <a:endParaRPr lang="es-CO" dirty="0"/>
          </a:p>
        </p:txBody>
      </p:sp>
      <p:sp>
        <p:nvSpPr>
          <p:cNvPr id="10" name="1 Título">
            <a:extLst>
              <a:ext uri="{FF2B5EF4-FFF2-40B4-BE49-F238E27FC236}">
                <a16:creationId xmlns:a16="http://schemas.microsoft.com/office/drawing/2014/main" id="{AF4E183E-A171-4923-A99E-D149888CEC37}"/>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18</a:t>
            </a:r>
          </a:p>
        </p:txBody>
      </p:sp>
      <p:pic>
        <p:nvPicPr>
          <p:cNvPr id="14" name="Picture 4" descr="Programas - Intranet ETITC">
            <a:extLst>
              <a:ext uri="{FF2B5EF4-FFF2-40B4-BE49-F238E27FC236}">
                <a16:creationId xmlns:a16="http://schemas.microsoft.com/office/drawing/2014/main" id="{EC83F540-C4A2-EE56-0418-B8CD7CA17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AD83FA30-4A3C-43B8-17CD-C08519129156}"/>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Título 1">
            <a:extLst>
              <a:ext uri="{FF2B5EF4-FFF2-40B4-BE49-F238E27FC236}">
                <a16:creationId xmlns:a16="http://schemas.microsoft.com/office/drawing/2014/main" id="{0E5567B7-3B3B-B7EC-6509-0A90554677DC}"/>
              </a:ext>
            </a:extLst>
          </p:cNvPr>
          <p:cNvSpPr txBox="1">
            <a:spLocks/>
          </p:cNvSpPr>
          <p:nvPr/>
        </p:nvSpPr>
        <p:spPr>
          <a:xfrm>
            <a:off x="-83454" y="2573171"/>
            <a:ext cx="5456585" cy="1162050"/>
          </a:xfrm>
          <a:prstGeom prst="rect">
            <a:avLst/>
          </a:prstGeom>
        </p:spPr>
        <p:txBody>
          <a:bodyPr vert="horz" lIns="91440" tIns="45720" rIns="91440" bIns="45720" rtlCol="0" anchor="b">
            <a:normAutofit fontScale="92500"/>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b="1" dirty="0"/>
              <a:t>Halle la transformada inversa Z para un tiempo de muestre de T=[0.5,1, 2, 3] s y </a:t>
            </a:r>
            <a:r>
              <a:rPr lang="es-ES" b="1"/>
              <a:t>defina en cada caso si </a:t>
            </a:r>
            <a:r>
              <a:rPr lang="es-ES" b="1" dirty="0"/>
              <a:t>el sistema es estable </a:t>
            </a:r>
            <a:endParaRPr lang="es-CO" b="1" dirty="0"/>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206B51C-F983-9FA9-4F5F-F852EFEA1F47}"/>
                  </a:ext>
                </a:extLst>
              </p:cNvPr>
              <p:cNvSpPr txBox="1"/>
              <p:nvPr/>
            </p:nvSpPr>
            <p:spPr>
              <a:xfrm>
                <a:off x="0" y="3894190"/>
                <a:ext cx="4580388" cy="6476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b="0" i="1" smtClean="0">
                          <a:solidFill>
                            <a:schemeClr val="tx1"/>
                          </a:solidFill>
                          <a:effectLst/>
                          <a:latin typeface="Cambria Math" panose="02040503050406030204" pitchFamily="18" charset="0"/>
                        </a:rPr>
                        <m:t>𝐺</m:t>
                      </m:r>
                      <m:d>
                        <m:dPr>
                          <m:ctrlPr>
                            <a:rPr lang="es-ES" b="0" i="1" smtClean="0">
                              <a:solidFill>
                                <a:schemeClr val="tx1"/>
                              </a:solidFill>
                              <a:effectLst/>
                              <a:latin typeface="Cambria Math" panose="02040503050406030204" pitchFamily="18" charset="0"/>
                            </a:rPr>
                          </m:ctrlPr>
                        </m:dPr>
                        <m:e>
                          <m:r>
                            <a:rPr lang="es-ES" b="0" i="1" smtClean="0">
                              <a:solidFill>
                                <a:schemeClr val="tx1"/>
                              </a:solidFill>
                              <a:effectLst/>
                              <a:latin typeface="Cambria Math" panose="02040503050406030204" pitchFamily="18" charset="0"/>
                            </a:rPr>
                            <m:t>𝑠</m:t>
                          </m:r>
                        </m:e>
                      </m:d>
                      <m:r>
                        <a:rPr lang="es-ES" b="0" i="1" smtClean="0">
                          <a:solidFill>
                            <a:schemeClr val="tx1"/>
                          </a:solidFill>
                          <a:effectLst/>
                          <a:latin typeface="Cambria Math" panose="02040503050406030204" pitchFamily="18" charset="0"/>
                        </a:rPr>
                        <m:t>=</m:t>
                      </m:r>
                      <m:f>
                        <m:fPr>
                          <m:ctrlPr>
                            <a:rPr lang="es-ES" b="0" i="1" smtClean="0">
                              <a:solidFill>
                                <a:schemeClr val="tx1"/>
                              </a:solidFill>
                              <a:effectLst/>
                              <a:latin typeface="Cambria Math" panose="02040503050406030204" pitchFamily="18" charset="0"/>
                            </a:rPr>
                          </m:ctrlPr>
                        </m:fPr>
                        <m:num>
                          <m:r>
                            <a:rPr lang="es-ES" b="0" i="1" smtClean="0">
                              <a:solidFill>
                                <a:schemeClr val="tx1"/>
                              </a:solidFill>
                              <a:effectLst/>
                              <a:latin typeface="Cambria Math" panose="02040503050406030204" pitchFamily="18" charset="0"/>
                            </a:rPr>
                            <m:t>0,</m:t>
                          </m:r>
                          <m:r>
                            <a:rPr lang="es-CO" b="0" i="1" smtClean="0">
                              <a:solidFill>
                                <a:schemeClr val="tx1"/>
                              </a:solidFill>
                              <a:effectLst/>
                              <a:latin typeface="Cambria Math" panose="02040503050406030204" pitchFamily="18" charset="0"/>
                            </a:rPr>
                            <m:t>06</m:t>
                          </m:r>
                          <m:r>
                            <a:rPr lang="es-ES" b="0" i="1" smtClean="0">
                              <a:solidFill>
                                <a:schemeClr val="tx1"/>
                              </a:solidFill>
                              <a:effectLst/>
                              <a:latin typeface="Cambria Math" panose="02040503050406030204" pitchFamily="18" charset="0"/>
                            </a:rPr>
                            <m:t>25</m:t>
                          </m:r>
                        </m:num>
                        <m:den>
                          <m:sSup>
                            <m:sSupPr>
                              <m:ctrlPr>
                                <a:rPr lang="es-ES" b="0" i="1" smtClean="0">
                                  <a:solidFill>
                                    <a:schemeClr val="tx1"/>
                                  </a:solidFill>
                                  <a:effectLst/>
                                  <a:latin typeface="Cambria Math" panose="02040503050406030204" pitchFamily="18" charset="0"/>
                                </a:rPr>
                              </m:ctrlPr>
                            </m:sSupPr>
                            <m:e>
                              <m:r>
                                <a:rPr lang="es-ES" b="0" i="1" smtClean="0">
                                  <a:solidFill>
                                    <a:schemeClr val="tx1"/>
                                  </a:solidFill>
                                  <a:effectLst/>
                                  <a:latin typeface="Cambria Math" panose="02040503050406030204" pitchFamily="18" charset="0"/>
                                </a:rPr>
                                <m:t>𝑠</m:t>
                              </m:r>
                            </m:e>
                            <m:sup>
                              <m:r>
                                <a:rPr lang="es-ES" b="0" i="1" smtClean="0">
                                  <a:solidFill>
                                    <a:schemeClr val="tx1"/>
                                  </a:solidFill>
                                  <a:effectLst/>
                                  <a:latin typeface="Cambria Math" panose="02040503050406030204" pitchFamily="18" charset="0"/>
                                </a:rPr>
                                <m:t>2</m:t>
                              </m:r>
                            </m:sup>
                          </m:sSup>
                          <m:r>
                            <a:rPr lang="es-ES" b="0" i="1" smtClean="0">
                              <a:solidFill>
                                <a:schemeClr val="tx1"/>
                              </a:solidFill>
                              <a:effectLst/>
                              <a:latin typeface="Cambria Math" panose="02040503050406030204" pitchFamily="18" charset="0"/>
                            </a:rPr>
                            <m:t>+0,</m:t>
                          </m:r>
                          <m:r>
                            <a:rPr lang="es-CO" b="0" i="1" smtClean="0">
                              <a:solidFill>
                                <a:schemeClr val="tx1"/>
                              </a:solidFill>
                              <a:effectLst/>
                              <a:latin typeface="Cambria Math" panose="02040503050406030204" pitchFamily="18" charset="0"/>
                            </a:rPr>
                            <m:t>4</m:t>
                          </m:r>
                          <m:r>
                            <a:rPr lang="es-ES" b="0" i="1" smtClean="0">
                              <a:solidFill>
                                <a:schemeClr val="tx1"/>
                              </a:solidFill>
                              <a:effectLst/>
                              <a:latin typeface="Cambria Math" panose="02040503050406030204" pitchFamily="18" charset="0"/>
                            </a:rPr>
                            <m:t>𝑠</m:t>
                          </m:r>
                          <m:r>
                            <a:rPr lang="es-ES" b="0" i="1" smtClean="0">
                              <a:solidFill>
                                <a:schemeClr val="tx1"/>
                              </a:solidFill>
                              <a:effectLst/>
                              <a:latin typeface="Cambria Math" panose="02040503050406030204" pitchFamily="18" charset="0"/>
                            </a:rPr>
                            <m:t>+0,25</m:t>
                          </m:r>
                        </m:den>
                      </m:f>
                    </m:oMath>
                  </m:oMathPara>
                </a14:m>
                <a:endParaRPr lang="en-US"/>
              </a:p>
            </p:txBody>
          </p:sp>
        </mc:Choice>
        <mc:Fallback xmlns="">
          <p:sp>
            <p:nvSpPr>
              <p:cNvPr id="4" name="CuadroTexto 3">
                <a:extLst>
                  <a:ext uri="{FF2B5EF4-FFF2-40B4-BE49-F238E27FC236}">
                    <a16:creationId xmlns:a16="http://schemas.microsoft.com/office/drawing/2014/main" id="{9206B51C-F983-9FA9-4F5F-F852EFEA1F47}"/>
                  </a:ext>
                </a:extLst>
              </p:cNvPr>
              <p:cNvSpPr txBox="1">
                <a:spLocks noRot="1" noChangeAspect="1" noMove="1" noResize="1" noEditPoints="1" noAdjustHandles="1" noChangeArrowheads="1" noChangeShapeType="1" noTextEdit="1"/>
              </p:cNvSpPr>
              <p:nvPr/>
            </p:nvSpPr>
            <p:spPr>
              <a:xfrm>
                <a:off x="0" y="3894190"/>
                <a:ext cx="4580388" cy="647613"/>
              </a:xfrm>
              <a:prstGeom prst="rect">
                <a:avLst/>
              </a:prstGeom>
              <a:blipFill>
                <a:blip r:embed="rId7"/>
                <a:stretch>
                  <a:fillRect/>
                </a:stretch>
              </a:blipFill>
            </p:spPr>
            <p:txBody>
              <a:bodyPr/>
              <a:lstStyle/>
              <a:p>
                <a:r>
                  <a:rPr lang="en-US">
                    <a:noFill/>
                  </a:rPr>
                  <a:t> </a:t>
                </a:r>
              </a:p>
            </p:txBody>
          </p:sp>
        </mc:Fallback>
      </mc:AlternateContent>
      <p:pic>
        <p:nvPicPr>
          <p:cNvPr id="7" name="Imagen 6">
            <a:extLst>
              <a:ext uri="{FF2B5EF4-FFF2-40B4-BE49-F238E27FC236}">
                <a16:creationId xmlns:a16="http://schemas.microsoft.com/office/drawing/2014/main" id="{3829F3C8-547C-89AC-DC8E-4B875BFB43D2}"/>
              </a:ext>
            </a:extLst>
          </p:cNvPr>
          <p:cNvPicPr>
            <a:picLocks noChangeAspect="1"/>
          </p:cNvPicPr>
          <p:nvPr/>
        </p:nvPicPr>
        <p:blipFill>
          <a:blip r:embed="rId8"/>
          <a:stretch>
            <a:fillRect/>
          </a:stretch>
        </p:blipFill>
        <p:spPr>
          <a:xfrm>
            <a:off x="5782788" y="2782859"/>
            <a:ext cx="2991267" cy="2619741"/>
          </a:xfrm>
          <a:prstGeom prst="rect">
            <a:avLst/>
          </a:prstGeom>
        </p:spPr>
      </p:pic>
    </p:spTree>
    <p:extLst>
      <p:ext uri="{BB962C8B-B14F-4D97-AF65-F5344CB8AC3E}">
        <p14:creationId xmlns:p14="http://schemas.microsoft.com/office/powerpoint/2010/main" val="1914623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D68F5-BE54-B7CA-4077-06E43649466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97E9DF-E02B-3802-6165-DA095130C700}"/>
              </a:ext>
            </a:extLst>
          </p:cNvPr>
          <p:cNvSpPr>
            <a:spLocks noGrp="1"/>
          </p:cNvSpPr>
          <p:nvPr>
            <p:ph type="title"/>
          </p:nvPr>
        </p:nvSpPr>
        <p:spPr>
          <a:xfrm>
            <a:off x="1179576" y="1603221"/>
            <a:ext cx="7637525" cy="1162050"/>
          </a:xfrm>
        </p:spPr>
        <p:txBody>
          <a:bodyPr>
            <a:normAutofit/>
          </a:bodyPr>
          <a:lstStyle/>
          <a:p>
            <a:r>
              <a:rPr lang="es-CO" b="1" dirty="0"/>
              <a:t>Estabilidad de sistemas en tiempo discreto.</a:t>
            </a:r>
            <a:br>
              <a:rPr lang="es-CO" dirty="0"/>
            </a:br>
            <a:r>
              <a:rPr lang="es-CO" dirty="0"/>
              <a:t>Mediante</a:t>
            </a:r>
            <a:r>
              <a:rPr lang="es-CO" b="1" dirty="0"/>
              <a:t> p</a:t>
            </a:r>
            <a:r>
              <a:rPr lang="es-CO" dirty="0"/>
              <a:t>ruebas de estabilidad directa</a:t>
            </a:r>
            <a:br>
              <a:rPr lang="es-CO" dirty="0"/>
            </a:br>
            <a:endParaRPr lang="es-CO" dirty="0"/>
          </a:p>
        </p:txBody>
      </p:sp>
      <p:sp>
        <p:nvSpPr>
          <p:cNvPr id="10" name="1 Título">
            <a:extLst>
              <a:ext uri="{FF2B5EF4-FFF2-40B4-BE49-F238E27FC236}">
                <a16:creationId xmlns:a16="http://schemas.microsoft.com/office/drawing/2014/main" id="{89CDACC2-AD99-AF1F-9E1C-FDE99196F443}"/>
              </a:ext>
            </a:extLst>
          </p:cNvPr>
          <p:cNvSpPr txBox="1">
            <a:spLocks/>
          </p:cNvSpPr>
          <p:nvPr/>
        </p:nvSpPr>
        <p:spPr bwMode="auto">
          <a:xfrm>
            <a:off x="0" y="-28575"/>
            <a:ext cx="7794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2000" b="1" kern="120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400">
                <a:solidFill>
                  <a:schemeClr val="tx1"/>
                </a:solidFill>
                <a:latin typeface="Arial" charset="0"/>
                <a:cs typeface="Arial" charset="0"/>
              </a:defRPr>
            </a:lvl2pPr>
            <a:lvl3pPr algn="l" rtl="0" eaLnBrk="0" fontAlgn="base" hangingPunct="0">
              <a:spcBef>
                <a:spcPct val="0"/>
              </a:spcBef>
              <a:spcAft>
                <a:spcPct val="0"/>
              </a:spcAft>
              <a:defRPr sz="4400">
                <a:solidFill>
                  <a:schemeClr val="tx1"/>
                </a:solidFill>
                <a:latin typeface="Arial" charset="0"/>
                <a:cs typeface="Arial" charset="0"/>
              </a:defRPr>
            </a:lvl3pPr>
            <a:lvl4pPr algn="l" rtl="0" eaLnBrk="0" fontAlgn="base" hangingPunct="0">
              <a:spcBef>
                <a:spcPct val="0"/>
              </a:spcBef>
              <a:spcAft>
                <a:spcPct val="0"/>
              </a:spcAft>
              <a:defRPr sz="4400">
                <a:solidFill>
                  <a:schemeClr val="tx1"/>
                </a:solidFill>
                <a:latin typeface="Arial" charset="0"/>
                <a:cs typeface="Arial" charset="0"/>
              </a:defRPr>
            </a:lvl4pPr>
            <a:lvl5pPr algn="l" rtl="0" eaLnBrk="0" fontAlgn="base" hangingPunct="0">
              <a:spcBef>
                <a:spcPct val="0"/>
              </a:spcBef>
              <a:spcAft>
                <a:spcPct val="0"/>
              </a:spcAft>
              <a:defRPr sz="4400">
                <a:solidFill>
                  <a:schemeClr val="tx1"/>
                </a:solidFill>
                <a:latin typeface="Arial" charset="0"/>
                <a:cs typeface="Arial" charset="0"/>
              </a:defRPr>
            </a:lvl5pPr>
            <a:lvl6pPr marL="457200" algn="l" rtl="0" fontAlgn="base">
              <a:spcBef>
                <a:spcPct val="0"/>
              </a:spcBef>
              <a:spcAft>
                <a:spcPct val="0"/>
              </a:spcAft>
              <a:defRPr sz="4400">
                <a:solidFill>
                  <a:schemeClr val="tx1"/>
                </a:solidFill>
                <a:latin typeface="Arial" charset="0"/>
                <a:cs typeface="Arial" charset="0"/>
              </a:defRPr>
            </a:lvl6pPr>
            <a:lvl7pPr marL="914400" algn="l" rtl="0" fontAlgn="base">
              <a:spcBef>
                <a:spcPct val="0"/>
              </a:spcBef>
              <a:spcAft>
                <a:spcPct val="0"/>
              </a:spcAft>
              <a:defRPr sz="4400">
                <a:solidFill>
                  <a:schemeClr val="tx1"/>
                </a:solidFill>
                <a:latin typeface="Arial" charset="0"/>
                <a:cs typeface="Arial" charset="0"/>
              </a:defRPr>
            </a:lvl7pPr>
            <a:lvl8pPr marL="1371600" algn="l" rtl="0" fontAlgn="base">
              <a:spcBef>
                <a:spcPct val="0"/>
              </a:spcBef>
              <a:spcAft>
                <a:spcPct val="0"/>
              </a:spcAft>
              <a:defRPr sz="4400">
                <a:solidFill>
                  <a:schemeClr val="tx1"/>
                </a:solidFill>
                <a:latin typeface="Arial" charset="0"/>
                <a:cs typeface="Arial" charset="0"/>
              </a:defRPr>
            </a:lvl8pPr>
            <a:lvl9pPr marL="1828800" algn="l" rtl="0" fontAlgn="base">
              <a:spcBef>
                <a:spcPct val="0"/>
              </a:spcBef>
              <a:spcAft>
                <a:spcPct val="0"/>
              </a:spcAft>
              <a:defRPr sz="4400">
                <a:solidFill>
                  <a:schemeClr val="tx1"/>
                </a:solidFill>
                <a:latin typeface="Arial" charset="0"/>
                <a:cs typeface="Arial" charset="0"/>
              </a:defRPr>
            </a:lvl9pPr>
          </a:lstStyle>
          <a:p>
            <a:pPr algn="ctr" eaLnBrk="1" hangingPunct="1"/>
            <a:r>
              <a:rPr lang="es-CO" altLang="es-CO" sz="3600" b="0" dirty="0"/>
              <a:t>19</a:t>
            </a:r>
          </a:p>
        </p:txBody>
      </p:sp>
      <p:pic>
        <p:nvPicPr>
          <p:cNvPr id="14" name="Picture 4" descr="Programas - Intranet ETITC">
            <a:extLst>
              <a:ext uri="{FF2B5EF4-FFF2-40B4-BE49-F238E27FC236}">
                <a16:creationId xmlns:a16="http://schemas.microsoft.com/office/drawing/2014/main" id="{BB7BAD3F-31FD-E14F-0316-8F08CF207E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338" y="44758"/>
            <a:ext cx="2483768" cy="794720"/>
          </a:xfrm>
          <a:prstGeom prst="rect">
            <a:avLst/>
          </a:prstGeom>
          <a:noFill/>
          <a:extLst>
            <a:ext uri="{909E8E84-426E-40DD-AFC4-6F175D3DCCD1}">
              <a14:hiddenFill xmlns:a14="http://schemas.microsoft.com/office/drawing/2010/main">
                <a:solidFill>
                  <a:srgbClr val="FFFFFF"/>
                </a:solidFill>
              </a14:hiddenFill>
            </a:ext>
          </a:extLst>
        </p:spPr>
      </p:pic>
      <p:sp>
        <p:nvSpPr>
          <p:cNvPr id="5" name="2 Subtítulo">
            <a:extLst>
              <a:ext uri="{FF2B5EF4-FFF2-40B4-BE49-F238E27FC236}">
                <a16:creationId xmlns:a16="http://schemas.microsoft.com/office/drawing/2014/main" id="{BF9E4515-43D5-65D2-F9BF-35CF501FD7B9}"/>
              </a:ext>
            </a:extLst>
          </p:cNvPr>
          <p:cNvSpPr txBox="1">
            <a:spLocks/>
          </p:cNvSpPr>
          <p:nvPr/>
        </p:nvSpPr>
        <p:spPr bwMode="auto">
          <a:xfrm>
            <a:off x="2267744" y="259824"/>
            <a:ext cx="6400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eaLnBrk="1" fontAlgn="auto" hangingPunct="1">
              <a:spcAft>
                <a:spcPts val="0"/>
              </a:spcAft>
              <a:buNone/>
              <a:defRPr/>
            </a:pPr>
            <a:r>
              <a:rPr lang="es-CO" sz="2000" b="1" dirty="0">
                <a:solidFill>
                  <a:schemeClr val="tx1">
                    <a:lumMod val="75000"/>
                    <a:lumOff val="25000"/>
                  </a:schemeClr>
                </a:solidFill>
              </a:rPr>
              <a:t> SISTEMAS DE CONTROL INDUSTRIAL</a:t>
            </a:r>
          </a:p>
        </p:txBody>
      </p:sp>
      <p:sp>
        <p:nvSpPr>
          <p:cNvPr id="3" name="Título 1">
            <a:extLst>
              <a:ext uri="{FF2B5EF4-FFF2-40B4-BE49-F238E27FC236}">
                <a16:creationId xmlns:a16="http://schemas.microsoft.com/office/drawing/2014/main" id="{176B2DCB-22C4-7FF8-50B1-A2CE076F8E25}"/>
              </a:ext>
            </a:extLst>
          </p:cNvPr>
          <p:cNvSpPr txBox="1">
            <a:spLocks/>
          </p:cNvSpPr>
          <p:nvPr/>
        </p:nvSpPr>
        <p:spPr>
          <a:xfrm>
            <a:off x="550813" y="2528348"/>
            <a:ext cx="5456585"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b="1" dirty="0"/>
              <a:t>Considere la siguiente función de transferencia de lazo abierto dada por:</a:t>
            </a:r>
            <a:endParaRPr lang="es-CO" b="1"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541C1A5-D161-BC6B-1139-6BB0EFD68A19}"/>
                  </a:ext>
                </a:extLst>
              </p:cNvPr>
              <p:cNvSpPr txBox="1"/>
              <p:nvPr/>
            </p:nvSpPr>
            <p:spPr>
              <a:xfrm>
                <a:off x="1179576" y="4119594"/>
                <a:ext cx="4580388"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CO" b="0" i="1" smtClean="0">
                          <a:solidFill>
                            <a:schemeClr val="tx1"/>
                          </a:solidFill>
                          <a:effectLst/>
                          <a:latin typeface="Cambria Math" panose="02040503050406030204" pitchFamily="18" charset="0"/>
                        </a:rPr>
                        <m:t>𝑃</m:t>
                      </m:r>
                      <m:d>
                        <m:dPr>
                          <m:ctrlPr>
                            <a:rPr lang="es-ES" b="0" i="1" smtClean="0">
                              <a:solidFill>
                                <a:schemeClr val="tx1"/>
                              </a:solidFill>
                              <a:effectLst/>
                              <a:latin typeface="Cambria Math" panose="02040503050406030204" pitchFamily="18" charset="0"/>
                            </a:rPr>
                          </m:ctrlPr>
                        </m:dPr>
                        <m:e>
                          <m:r>
                            <a:rPr lang="es-CO" b="0" i="1" smtClean="0">
                              <a:solidFill>
                                <a:schemeClr val="tx1"/>
                              </a:solidFill>
                              <a:effectLst/>
                              <a:latin typeface="Cambria Math" panose="02040503050406030204" pitchFamily="18" charset="0"/>
                            </a:rPr>
                            <m:t>𝑧</m:t>
                          </m:r>
                        </m:e>
                      </m:d>
                      <m:r>
                        <a:rPr lang="es-ES" b="0" i="1" smtClean="0">
                          <a:solidFill>
                            <a:schemeClr val="tx1"/>
                          </a:solidFill>
                          <a:effectLst/>
                          <a:latin typeface="Cambria Math" panose="02040503050406030204" pitchFamily="18" charset="0"/>
                        </a:rPr>
                        <m:t>=</m:t>
                      </m:r>
                      <m:f>
                        <m:fPr>
                          <m:ctrlPr>
                            <a:rPr lang="es-CO" b="0" i="1" smtClean="0">
                              <a:solidFill>
                                <a:schemeClr val="tx1"/>
                              </a:solidFill>
                              <a:effectLst/>
                              <a:latin typeface="Cambria Math" panose="02040503050406030204" pitchFamily="18" charset="0"/>
                            </a:rPr>
                          </m:ctrlPr>
                        </m:fPr>
                        <m:num>
                          <m:r>
                            <a:rPr lang="es-CO" b="0" i="1" smtClean="0">
                              <a:solidFill>
                                <a:schemeClr val="tx1"/>
                              </a:solidFill>
                              <a:effectLst/>
                              <a:latin typeface="Cambria Math" panose="02040503050406030204" pitchFamily="18" charset="0"/>
                            </a:rPr>
                            <m:t>𝐾</m:t>
                          </m:r>
                          <m:r>
                            <a:rPr lang="es-CO" b="0" i="1" smtClean="0">
                              <a:solidFill>
                                <a:schemeClr val="tx1"/>
                              </a:solidFill>
                              <a:effectLst/>
                              <a:latin typeface="Cambria Math" panose="02040503050406030204" pitchFamily="18" charset="0"/>
                            </a:rPr>
                            <m:t>(0,3679</m:t>
                          </m:r>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+0,2642)</m:t>
                          </m:r>
                        </m:num>
                        <m:den>
                          <m:r>
                            <a:rPr lang="es-CO" b="0" i="1" smtClean="0">
                              <a:solidFill>
                                <a:schemeClr val="tx1"/>
                              </a:solidFill>
                              <a:effectLst/>
                              <a:latin typeface="Cambria Math" panose="02040503050406030204" pitchFamily="18" charset="0"/>
                            </a:rPr>
                            <m:t>(</m:t>
                          </m:r>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−0,3679)(</m:t>
                          </m:r>
                          <m:r>
                            <a:rPr lang="es-CO" b="0" i="1" smtClean="0">
                              <a:solidFill>
                                <a:schemeClr val="tx1"/>
                              </a:solidFill>
                              <a:effectLst/>
                              <a:latin typeface="Cambria Math" panose="02040503050406030204" pitchFamily="18" charset="0"/>
                            </a:rPr>
                            <m:t>𝑧</m:t>
                          </m:r>
                          <m:r>
                            <a:rPr lang="es-CO" b="0" i="1" smtClean="0">
                              <a:solidFill>
                                <a:schemeClr val="tx1"/>
                              </a:solidFill>
                              <a:effectLst/>
                              <a:latin typeface="Cambria Math" panose="02040503050406030204" pitchFamily="18" charset="0"/>
                            </a:rPr>
                            <m:t>−1)</m:t>
                          </m:r>
                        </m:den>
                      </m:f>
                    </m:oMath>
                  </m:oMathPara>
                </a14:m>
                <a:endParaRPr lang="es-CO" b="0" dirty="0">
                  <a:solidFill>
                    <a:schemeClr val="tx1"/>
                  </a:solidFill>
                  <a:effectLst/>
                </a:endParaRPr>
              </a:p>
            </p:txBody>
          </p:sp>
        </mc:Choice>
        <mc:Fallback xmlns="">
          <p:sp>
            <p:nvSpPr>
              <p:cNvPr id="7" name="CuadroTexto 6">
                <a:extLst>
                  <a:ext uri="{FF2B5EF4-FFF2-40B4-BE49-F238E27FC236}">
                    <a16:creationId xmlns:a16="http://schemas.microsoft.com/office/drawing/2014/main" id="{2541C1A5-D161-BC6B-1139-6BB0EFD68A19}"/>
                  </a:ext>
                </a:extLst>
              </p:cNvPr>
              <p:cNvSpPr txBox="1">
                <a:spLocks noRot="1" noChangeAspect="1" noMove="1" noResize="1" noEditPoints="1" noAdjustHandles="1" noChangeArrowheads="1" noChangeShapeType="1" noTextEdit="1"/>
              </p:cNvSpPr>
              <p:nvPr/>
            </p:nvSpPr>
            <p:spPr>
              <a:xfrm>
                <a:off x="1179576" y="4119594"/>
                <a:ext cx="4580388" cy="669094"/>
              </a:xfrm>
              <a:prstGeom prst="rect">
                <a:avLst/>
              </a:prstGeom>
              <a:blipFill>
                <a:blip r:embed="rId4"/>
                <a:stretch>
                  <a:fillRect/>
                </a:stretch>
              </a:blipFill>
            </p:spPr>
            <p:txBody>
              <a:bodyPr/>
              <a:lstStyle/>
              <a:p>
                <a:r>
                  <a:rPr lang="es-CO">
                    <a:noFill/>
                  </a:rPr>
                  <a:t> </a:t>
                </a:r>
              </a:p>
            </p:txBody>
          </p:sp>
        </mc:Fallback>
      </mc:AlternateContent>
      <p:sp>
        <p:nvSpPr>
          <p:cNvPr id="8" name="Título 1">
            <a:extLst>
              <a:ext uri="{FF2B5EF4-FFF2-40B4-BE49-F238E27FC236}">
                <a16:creationId xmlns:a16="http://schemas.microsoft.com/office/drawing/2014/main" id="{91D0B2CE-EAD9-1D3D-073A-F39DBDBBD2E6}"/>
              </a:ext>
            </a:extLst>
          </p:cNvPr>
          <p:cNvSpPr txBox="1">
            <a:spLocks/>
          </p:cNvSpPr>
          <p:nvPr/>
        </p:nvSpPr>
        <p:spPr>
          <a:xfrm>
            <a:off x="651902" y="4958097"/>
            <a:ext cx="6334081" cy="1162050"/>
          </a:xfrm>
          <a:prstGeom prst="rect">
            <a:avLst/>
          </a:prstGeom>
        </p:spPr>
        <p:txBody>
          <a:bodyPr vert="horz" lIns="91440" tIns="45720" rIns="91440" bIns="45720" rtlCol="0" anchor="b">
            <a:normAutofit/>
          </a:bodyPr>
          <a:lstStyle>
            <a:lvl1pPr algn="l" defTabSz="6858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s-ES" b="1" dirty="0"/>
              <a:t>Determine el rango de k para los cuales el sistema es estable. Use criterio de </a:t>
            </a:r>
            <a:r>
              <a:rPr lang="es-ES" b="1" dirty="0" err="1"/>
              <a:t>Jury</a:t>
            </a:r>
            <a:endParaRPr lang="es-CO" b="1" dirty="0"/>
          </a:p>
        </p:txBody>
      </p:sp>
      <p:pic>
        <p:nvPicPr>
          <p:cNvPr id="11" name="Imagen 10">
            <a:extLst>
              <a:ext uri="{FF2B5EF4-FFF2-40B4-BE49-F238E27FC236}">
                <a16:creationId xmlns:a16="http://schemas.microsoft.com/office/drawing/2014/main" id="{12314323-20E8-F649-3F9D-7DE70FAF52DD}"/>
              </a:ext>
            </a:extLst>
          </p:cNvPr>
          <p:cNvPicPr>
            <a:picLocks noChangeAspect="1"/>
          </p:cNvPicPr>
          <p:nvPr/>
        </p:nvPicPr>
        <p:blipFill>
          <a:blip r:embed="rId5"/>
          <a:stretch>
            <a:fillRect/>
          </a:stretch>
        </p:blipFill>
        <p:spPr>
          <a:xfrm>
            <a:off x="5782788" y="2782859"/>
            <a:ext cx="2991267" cy="2619741"/>
          </a:xfrm>
          <a:prstGeom prst="rect">
            <a:avLst/>
          </a:prstGeom>
        </p:spPr>
      </p:pic>
    </p:spTree>
    <p:extLst>
      <p:ext uri="{BB962C8B-B14F-4D97-AF65-F5344CB8AC3E}">
        <p14:creationId xmlns:p14="http://schemas.microsoft.com/office/powerpoint/2010/main" val="166581374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bdc56f61-abc0-4f7e-bfec-a93ccd1ae88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A62137D465CE64A8C883A4664514BF8" ma:contentTypeVersion="15" ma:contentTypeDescription="Crear nuevo documento." ma:contentTypeScope="" ma:versionID="a1bd1d59f691eb9bca6952b111268275">
  <xsd:schema xmlns:xsd="http://www.w3.org/2001/XMLSchema" xmlns:xs="http://www.w3.org/2001/XMLSchema" xmlns:p="http://schemas.microsoft.com/office/2006/metadata/properties" xmlns:ns3="669280c1-d17e-4d1d-bd7f-b4f14cc6bf1d" xmlns:ns4="bdc56f61-abc0-4f7e-bfec-a93ccd1ae886" targetNamespace="http://schemas.microsoft.com/office/2006/metadata/properties" ma:root="true" ma:fieldsID="d02990a02f19f0f9fc7b999b1809cae4" ns3:_="" ns4:_="">
    <xsd:import namespace="669280c1-d17e-4d1d-bd7f-b4f14cc6bf1d"/>
    <xsd:import namespace="bdc56f61-abc0-4f7e-bfec-a93ccd1ae88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9280c1-d17e-4d1d-bd7f-b4f14cc6bf1d"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c56f61-abc0-4f7e-bfec-a93ccd1ae88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8623C8-32E1-48B0-9F0A-13F2E9582B7E}">
  <ds:schemaRefs>
    <ds:schemaRef ds:uri="http://schemas.microsoft.com/sharepoint/v3/contenttype/forms"/>
  </ds:schemaRefs>
</ds:datastoreItem>
</file>

<file path=customXml/itemProps2.xml><?xml version="1.0" encoding="utf-8"?>
<ds:datastoreItem xmlns:ds="http://schemas.openxmlformats.org/officeDocument/2006/customXml" ds:itemID="{0825853C-1B27-4995-A583-4D39F900BB7F}">
  <ds:schemaRefs>
    <ds:schemaRef ds:uri="669280c1-d17e-4d1d-bd7f-b4f14cc6bf1d"/>
    <ds:schemaRef ds:uri="http://www.w3.org/XML/1998/namespace"/>
    <ds:schemaRef ds:uri="bdc56f61-abc0-4f7e-bfec-a93ccd1ae886"/>
    <ds:schemaRef ds:uri="http://schemas.microsoft.com/office/infopath/2007/PartnerControls"/>
    <ds:schemaRef ds:uri="http://schemas.openxmlformats.org/package/2006/metadata/core-properties"/>
    <ds:schemaRef ds:uri="http://purl.org/dc/dcmitype/"/>
    <ds:schemaRef ds:uri="http://schemas.microsoft.com/office/2006/documentManagement/types"/>
    <ds:schemaRef ds:uri="http://schemas.microsoft.com/office/2006/metadata/properties"/>
    <ds:schemaRef ds:uri="http://purl.org/dc/terms/"/>
    <ds:schemaRef ds:uri="http://purl.org/dc/elements/1.1/"/>
  </ds:schemaRefs>
</ds:datastoreItem>
</file>

<file path=customXml/itemProps3.xml><?xml version="1.0" encoding="utf-8"?>
<ds:datastoreItem xmlns:ds="http://schemas.openxmlformats.org/officeDocument/2006/customXml" ds:itemID="{025820C3-FD82-4EFC-BF14-EAF1F9613F52}">
  <ds:schemaRefs>
    <ds:schemaRef ds:uri="669280c1-d17e-4d1d-bd7f-b4f14cc6bf1d"/>
    <ds:schemaRef ds:uri="bdc56f61-abc0-4f7e-bfec-a93ccd1ae8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373</TotalTime>
  <Words>1149</Words>
  <Application>Microsoft Macintosh PowerPoint</Application>
  <PresentationFormat>Carta (216 x 279 mm)</PresentationFormat>
  <Paragraphs>158</Paragraphs>
  <Slides>19</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19</vt:i4>
      </vt:variant>
    </vt:vector>
  </HeadingPairs>
  <TitlesOfParts>
    <vt:vector size="26" baseType="lpstr">
      <vt:lpstr>Arial</vt:lpstr>
      <vt:lpstr>Calibri</vt:lpstr>
      <vt:lpstr>Calibri Light</vt:lpstr>
      <vt:lpstr>Cambria Math</vt:lpstr>
      <vt:lpstr>KaTeX_Math</vt:lpstr>
      <vt:lpstr>Söhne</vt:lpstr>
      <vt:lpstr>Tema de Office</vt:lpstr>
      <vt:lpstr>1</vt:lpstr>
      <vt:lpstr>OBJETIVO</vt:lpstr>
      <vt:lpstr>Estabilidad</vt:lpstr>
      <vt:lpstr>Estabilidad</vt:lpstr>
      <vt:lpstr>Estabilidad</vt:lpstr>
      <vt:lpstr>Estabilidad</vt:lpstr>
      <vt:lpstr>Estabilidad</vt:lpstr>
      <vt:lpstr>Método para determinar la Estabilidad</vt:lpstr>
      <vt:lpstr>Estabilidad</vt:lpstr>
      <vt:lpstr>Estabilidad</vt:lpstr>
      <vt:lpstr>Ejercicio Estabilidad</vt:lpstr>
      <vt:lpstr>Estabilidad de sistemas en tiempo discreto.</vt:lpstr>
      <vt:lpstr>Estabilidad de sistemas en tiempo discreto. Ubique las raíces en el plano Z. Determine cual es estable, inestable, marginalmente estable.</vt:lpstr>
      <vt:lpstr>Estabilidad de sistemas en tiempo discreto. Ejemplo Criterio de JURY</vt:lpstr>
      <vt:lpstr>Estabilidad de sistemas en tiempo discreto. Ejemplo Criterio de JURY</vt:lpstr>
      <vt:lpstr>Estabilidad de sistemas en tiempo discreto. Pruebas de estabilidad directa </vt:lpstr>
      <vt:lpstr>Estabilidad de sistemas en tiempo discreto. Actividad Pruebas de estabilidad directa </vt:lpstr>
      <vt:lpstr>Estabilidad de sistemas en tiempo discreto. Mediante pruebas de estabilidad directa </vt:lpstr>
      <vt:lpstr>Estabilidad de sistemas en tiempo discreto. Mediante pruebas de estabilidad directa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Hugo</dc:creator>
  <cp:lastModifiedBy>Jheyson Fabian Villavisan Buitrago</cp:lastModifiedBy>
  <cp:revision>4</cp:revision>
  <dcterms:created xsi:type="dcterms:W3CDTF">2008-03-11T21:51:34Z</dcterms:created>
  <dcterms:modified xsi:type="dcterms:W3CDTF">2025-10-10T22:22:45Z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0x0101007A62137D465CE64A8C883A4664514BF8</vt:lpwstr>
  </property>
</Properties>
</file>