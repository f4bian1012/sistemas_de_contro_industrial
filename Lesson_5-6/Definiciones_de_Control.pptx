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23"/>
  </p:notesMasterIdLst>
  <p:handoutMasterIdLst>
    <p:handoutMasterId r:id="rId24"/>
  </p:handoutMasterIdLst>
  <p:sldIdLst>
    <p:sldId id="256" r:id="rId5"/>
    <p:sldId id="275"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04" r:id="rId22"/>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305"/>
            <p14:sldId id="306"/>
            <p14:sldId id="307"/>
            <p14:sldId id="308"/>
            <p14:sldId id="309"/>
            <p14:sldId id="310"/>
            <p14:sldId id="311"/>
            <p14:sldId id="312"/>
            <p14:sldId id="313"/>
            <p14:sldId id="314"/>
            <p14:sldId id="315"/>
            <p14:sldId id="316"/>
            <p14:sldId id="317"/>
            <p14:sldId id="318"/>
            <p14:sldId id="319"/>
            <p14:sldId id="3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E663E-DC12-470B-BA97-DF1714659C47}" v="479" dt="2025-09-13T04:56:38.875"/>
    <p1510:client id="{3B91013F-CBBE-4044-AD67-4879E365768F}" v="169" dt="2025-09-13T06:01:03.24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07" autoAdjust="0"/>
    <p:restoredTop sz="95439" autoAdjust="0"/>
  </p:normalViewPr>
  <p:slideViewPr>
    <p:cSldViewPr snapToGrid="0">
      <p:cViewPr varScale="1">
        <p:scale>
          <a:sx n="164" d="100"/>
          <a:sy n="164" d="100"/>
        </p:scale>
        <p:origin x="690" y="15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D29F3602-5A42-550B-85C2-F2C884FDDEDE}"/>
    <pc:docChg chg="modSld">
      <pc:chgData name="JHEYSON FABIAN VILLAVISAN BUITRAGO" userId="e5ced5c2-d787-455d-b115-4f08a699b8c8" providerId="ADAL" clId="{D29F3602-5A42-550B-85C2-F2C884FDDEDE}" dt="2025-09-06T18:02:23.493" v="0" actId="1076"/>
      <pc:docMkLst>
        <pc:docMk/>
      </pc:docMkLst>
      <pc:sldChg chg="modSp">
        <pc:chgData name="JHEYSON FABIAN VILLAVISAN BUITRAGO" userId="e5ced5c2-d787-455d-b115-4f08a699b8c8" providerId="ADAL" clId="{D29F3602-5A42-550B-85C2-F2C884FDDEDE}" dt="2025-09-06T18:02:23.493" v="0" actId="1076"/>
        <pc:sldMkLst>
          <pc:docMk/>
          <pc:sldMk cId="658582679" sldId="303"/>
        </pc:sldMkLst>
      </pc:sldChg>
    </pc:docChg>
  </pc:docChgLst>
  <pc:docChgLst>
    <pc:chgData name="JHEYSON FABIAN VILLAVISAN BUITRAGO" userId="e5ced5c2-d787-455d-b115-4f08a699b8c8" providerId="ADAL" clId="{E3C0E130-1BF7-4D65-875C-E2ABBEC935D8}"/>
    <pc:docChg chg="modSld">
      <pc:chgData name="JHEYSON FABIAN VILLAVISAN BUITRAGO" userId="e5ced5c2-d787-455d-b115-4f08a699b8c8" providerId="ADAL" clId="{E3C0E130-1BF7-4D65-875C-E2ABBEC935D8}" dt="2024-08-12T16:36:29.201" v="24" actId="20577"/>
      <pc:docMkLst>
        <pc:docMk/>
      </pc:docMkLst>
      <pc:sldChg chg="modSp">
        <pc:chgData name="JHEYSON FABIAN VILLAVISAN BUITRAGO" userId="e5ced5c2-d787-455d-b115-4f08a699b8c8" providerId="ADAL" clId="{E3C0E130-1BF7-4D65-875C-E2ABBEC935D8}" dt="2024-08-12T16:30:06.429" v="13" actId="20577"/>
        <pc:sldMkLst>
          <pc:docMk/>
          <pc:sldMk cId="3594096077" sldId="277"/>
        </pc:sldMkLst>
      </pc:sldChg>
      <pc:sldChg chg="modSp">
        <pc:chgData name="JHEYSON FABIAN VILLAVISAN BUITRAGO" userId="e5ced5c2-d787-455d-b115-4f08a699b8c8" providerId="ADAL" clId="{E3C0E130-1BF7-4D65-875C-E2ABBEC935D8}" dt="2024-08-12T16:36:29.201" v="24" actId="20577"/>
        <pc:sldMkLst>
          <pc:docMk/>
          <pc:sldMk cId="58491467" sldId="278"/>
        </pc:sldMkLst>
      </pc:sldChg>
      <pc:sldChg chg="modSp mod">
        <pc:chgData name="JHEYSON FABIAN VILLAVISAN BUITRAGO" userId="e5ced5c2-d787-455d-b115-4f08a699b8c8" providerId="ADAL" clId="{E3C0E130-1BF7-4D65-875C-E2ABBEC935D8}" dt="2024-08-12T16:27:29.058" v="10" actId="20577"/>
        <pc:sldMkLst>
          <pc:docMk/>
          <pc:sldMk cId="185654624" sldId="287"/>
        </pc:sldMkLst>
      </pc:sldChg>
    </pc:docChg>
  </pc:docChgLst>
  <pc:docChgLst>
    <pc:chgData name="JHEYSON FABIAN VILLAVISAN BUITRAGO" userId="e5ced5c2-d787-455d-b115-4f08a699b8c8" providerId="ADAL" clId="{E611AEB0-3E0A-425F-BE9E-C3689EC9C195}"/>
    <pc:docChg chg="undo custSel addSld delSld modSld sldOrd modSection">
      <pc:chgData name="JHEYSON FABIAN VILLAVISAN BUITRAGO" userId="e5ced5c2-d787-455d-b115-4f08a699b8c8" providerId="ADAL" clId="{E611AEB0-3E0A-425F-BE9E-C3689EC9C195}" dt="2023-08-13T23:43:28.742" v="2558" actId="20577"/>
      <pc:docMkLst>
        <pc:docMk/>
      </pc:docMkLst>
      <pc:sldChg chg="modSp mod">
        <pc:chgData name="JHEYSON FABIAN VILLAVISAN BUITRAGO" userId="e5ced5c2-d787-455d-b115-4f08a699b8c8" providerId="ADAL" clId="{E611AEB0-3E0A-425F-BE9E-C3689EC9C195}" dt="2023-08-06T21:21:20.793" v="61" actId="20577"/>
        <pc:sldMkLst>
          <pc:docMk/>
          <pc:sldMk cId="0" sldId="256"/>
        </pc:sldMkLst>
      </pc:sldChg>
      <pc:sldChg chg="del">
        <pc:chgData name="JHEYSON FABIAN VILLAVISAN BUITRAGO" userId="e5ced5c2-d787-455d-b115-4f08a699b8c8" providerId="ADAL" clId="{E611AEB0-3E0A-425F-BE9E-C3689EC9C195}" dt="2023-08-06T21:16:53.114" v="27" actId="47"/>
        <pc:sldMkLst>
          <pc:docMk/>
          <pc:sldMk cId="0" sldId="261"/>
        </pc:sldMkLst>
      </pc:sldChg>
      <pc:sldChg chg="del">
        <pc:chgData name="JHEYSON FABIAN VILLAVISAN BUITRAGO" userId="e5ced5c2-d787-455d-b115-4f08a699b8c8" providerId="ADAL" clId="{E611AEB0-3E0A-425F-BE9E-C3689EC9C195}" dt="2023-08-06T21:16:53.114" v="27" actId="47"/>
        <pc:sldMkLst>
          <pc:docMk/>
          <pc:sldMk cId="0" sldId="264"/>
        </pc:sldMkLst>
      </pc:sldChg>
      <pc:sldChg chg="del">
        <pc:chgData name="JHEYSON FABIAN VILLAVISAN BUITRAGO" userId="e5ced5c2-d787-455d-b115-4f08a699b8c8" providerId="ADAL" clId="{E611AEB0-3E0A-425F-BE9E-C3689EC9C195}" dt="2023-08-06T21:16:53.114" v="27" actId="47"/>
        <pc:sldMkLst>
          <pc:docMk/>
          <pc:sldMk cId="0" sldId="265"/>
        </pc:sldMkLst>
      </pc:sldChg>
      <pc:sldChg chg="del">
        <pc:chgData name="JHEYSON FABIAN VILLAVISAN BUITRAGO" userId="e5ced5c2-d787-455d-b115-4f08a699b8c8" providerId="ADAL" clId="{E611AEB0-3E0A-425F-BE9E-C3689EC9C195}" dt="2023-08-06T21:16:53.114" v="27" actId="47"/>
        <pc:sldMkLst>
          <pc:docMk/>
          <pc:sldMk cId="0" sldId="266"/>
        </pc:sldMkLst>
      </pc:sldChg>
      <pc:sldChg chg="del">
        <pc:chgData name="JHEYSON FABIAN VILLAVISAN BUITRAGO" userId="e5ced5c2-d787-455d-b115-4f08a699b8c8" providerId="ADAL" clId="{E611AEB0-3E0A-425F-BE9E-C3689EC9C195}" dt="2023-08-06T21:16:53.114" v="27" actId="47"/>
        <pc:sldMkLst>
          <pc:docMk/>
          <pc:sldMk cId="0" sldId="268"/>
        </pc:sldMkLst>
      </pc:sldChg>
      <pc:sldChg chg="modSp mod ord">
        <pc:chgData name="JHEYSON FABIAN VILLAVISAN BUITRAGO" userId="e5ced5c2-d787-455d-b115-4f08a699b8c8" providerId="ADAL" clId="{E611AEB0-3E0A-425F-BE9E-C3689EC9C195}" dt="2023-08-06T21:17:51.190" v="33" actId="20577"/>
        <pc:sldMkLst>
          <pc:docMk/>
          <pc:sldMk cId="2505371292" sldId="270"/>
        </pc:sldMkLst>
      </pc:sldChg>
      <pc:sldChg chg="addSp delSp modSp mod">
        <pc:chgData name="JHEYSON FABIAN VILLAVISAN BUITRAGO" userId="e5ced5c2-d787-455d-b115-4f08a699b8c8" providerId="ADAL" clId="{E611AEB0-3E0A-425F-BE9E-C3689EC9C195}" dt="2023-08-06T21:17:54.373" v="34" actId="20577"/>
        <pc:sldMkLst>
          <pc:docMk/>
          <pc:sldMk cId="3709177429" sldId="274"/>
        </pc:sldMkLst>
      </pc:sldChg>
      <pc:sldChg chg="addSp delSp modSp add mod">
        <pc:chgData name="JHEYSON FABIAN VILLAVISAN BUITRAGO" userId="e5ced5c2-d787-455d-b115-4f08a699b8c8" providerId="ADAL" clId="{E611AEB0-3E0A-425F-BE9E-C3689EC9C195}" dt="2023-08-06T21:21:49.016" v="104" actId="1076"/>
        <pc:sldMkLst>
          <pc:docMk/>
          <pc:sldMk cId="616220982" sldId="275"/>
        </pc:sldMkLst>
      </pc:sldChg>
      <pc:sldChg chg="del">
        <pc:chgData name="JHEYSON FABIAN VILLAVISAN BUITRAGO" userId="e5ced5c2-d787-455d-b115-4f08a699b8c8" providerId="ADAL" clId="{E611AEB0-3E0A-425F-BE9E-C3689EC9C195}" dt="2023-08-06T21:16:53.114" v="27" actId="47"/>
        <pc:sldMkLst>
          <pc:docMk/>
          <pc:sldMk cId="2680639377" sldId="275"/>
        </pc:sldMkLst>
      </pc:sldChg>
      <pc:sldChg chg="addSp modSp add mod">
        <pc:chgData name="JHEYSON FABIAN VILLAVISAN BUITRAGO" userId="e5ced5c2-d787-455d-b115-4f08a699b8c8" providerId="ADAL" clId="{E611AEB0-3E0A-425F-BE9E-C3689EC9C195}" dt="2023-08-13T20:06:29.028" v="1843" actId="20577"/>
        <pc:sldMkLst>
          <pc:docMk/>
          <pc:sldMk cId="3873222534" sldId="276"/>
        </pc:sldMkLst>
      </pc:sldChg>
      <pc:sldChg chg="del">
        <pc:chgData name="JHEYSON FABIAN VILLAVISAN BUITRAGO" userId="e5ced5c2-d787-455d-b115-4f08a699b8c8" providerId="ADAL" clId="{E611AEB0-3E0A-425F-BE9E-C3689EC9C195}" dt="2023-08-06T21:16:53.114" v="27" actId="47"/>
        <pc:sldMkLst>
          <pc:docMk/>
          <pc:sldMk cId="1955606898" sldId="277"/>
        </pc:sldMkLst>
      </pc:sldChg>
      <pc:sldChg chg="addSp delSp modSp add mod">
        <pc:chgData name="JHEYSON FABIAN VILLAVISAN BUITRAGO" userId="e5ced5c2-d787-455d-b115-4f08a699b8c8" providerId="ADAL" clId="{E611AEB0-3E0A-425F-BE9E-C3689EC9C195}" dt="2023-08-06T22:38:44.355" v="675" actId="20577"/>
        <pc:sldMkLst>
          <pc:docMk/>
          <pc:sldMk cId="3594096077" sldId="277"/>
        </pc:sldMkLst>
      </pc:sldChg>
      <pc:sldChg chg="addSp delSp modSp add mod">
        <pc:chgData name="JHEYSON FABIAN VILLAVISAN BUITRAGO" userId="e5ced5c2-d787-455d-b115-4f08a699b8c8" providerId="ADAL" clId="{E611AEB0-3E0A-425F-BE9E-C3689EC9C195}" dt="2023-08-13T20:13:55.593" v="1857" actId="20577"/>
        <pc:sldMkLst>
          <pc:docMk/>
          <pc:sldMk cId="58491467" sldId="278"/>
        </pc:sldMkLst>
      </pc:sldChg>
      <pc:sldChg chg="del">
        <pc:chgData name="JHEYSON FABIAN VILLAVISAN BUITRAGO" userId="e5ced5c2-d787-455d-b115-4f08a699b8c8" providerId="ADAL" clId="{E611AEB0-3E0A-425F-BE9E-C3689EC9C195}" dt="2023-08-06T21:16:53.114" v="27" actId="47"/>
        <pc:sldMkLst>
          <pc:docMk/>
          <pc:sldMk cId="214171354" sldId="278"/>
        </pc:sldMkLst>
      </pc:sldChg>
      <pc:sldChg chg="add del">
        <pc:chgData name="JHEYSON FABIAN VILLAVISAN BUITRAGO" userId="e5ced5c2-d787-455d-b115-4f08a699b8c8" providerId="ADAL" clId="{E611AEB0-3E0A-425F-BE9E-C3689EC9C195}" dt="2023-08-06T22:56:20.201" v="962"/>
        <pc:sldMkLst>
          <pc:docMk/>
          <pc:sldMk cId="884874599" sldId="279"/>
        </pc:sldMkLst>
      </pc:sldChg>
      <pc:sldChg chg="modSp add mod">
        <pc:chgData name="JHEYSON FABIAN VILLAVISAN BUITRAGO" userId="e5ced5c2-d787-455d-b115-4f08a699b8c8" providerId="ADAL" clId="{E611AEB0-3E0A-425F-BE9E-C3689EC9C195}" dt="2023-08-06T23:03:02.327" v="1195" actId="20577"/>
        <pc:sldMkLst>
          <pc:docMk/>
          <pc:sldMk cId="1894837781" sldId="279"/>
        </pc:sldMkLst>
      </pc:sldChg>
      <pc:sldChg chg="del">
        <pc:chgData name="JHEYSON FABIAN VILLAVISAN BUITRAGO" userId="e5ced5c2-d787-455d-b115-4f08a699b8c8" providerId="ADAL" clId="{E611AEB0-3E0A-425F-BE9E-C3689EC9C195}" dt="2023-08-06T21:16:53.114" v="27" actId="47"/>
        <pc:sldMkLst>
          <pc:docMk/>
          <pc:sldMk cId="3765501484" sldId="279"/>
        </pc:sldMkLst>
      </pc:sldChg>
      <pc:sldChg chg="addSp modSp add mod">
        <pc:chgData name="JHEYSON FABIAN VILLAVISAN BUITRAGO" userId="e5ced5c2-d787-455d-b115-4f08a699b8c8" providerId="ADAL" clId="{E611AEB0-3E0A-425F-BE9E-C3689EC9C195}" dt="2023-08-13T20:07:21.430" v="1844" actId="313"/>
        <pc:sldMkLst>
          <pc:docMk/>
          <pc:sldMk cId="1064503744" sldId="280"/>
        </pc:sldMkLst>
      </pc:sldChg>
      <pc:sldChg chg="addSp delSp modSp add del mod">
        <pc:chgData name="JHEYSON FABIAN VILLAVISAN BUITRAGO" userId="e5ced5c2-d787-455d-b115-4f08a699b8c8" providerId="ADAL" clId="{E611AEB0-3E0A-425F-BE9E-C3689EC9C195}" dt="2023-08-06T23:02:48.758" v="1193" actId="47"/>
        <pc:sldMkLst>
          <pc:docMk/>
          <pc:sldMk cId="863128466" sldId="281"/>
        </pc:sldMkLst>
      </pc:sldChg>
      <pc:sldChg chg="modSp add mod">
        <pc:chgData name="JHEYSON FABIAN VILLAVISAN BUITRAGO" userId="e5ced5c2-d787-455d-b115-4f08a699b8c8" providerId="ADAL" clId="{E611AEB0-3E0A-425F-BE9E-C3689EC9C195}" dt="2023-08-06T23:50:37.257" v="1760" actId="20577"/>
        <pc:sldMkLst>
          <pc:docMk/>
          <pc:sldMk cId="3279518594" sldId="282"/>
        </pc:sldMkLst>
      </pc:sldChg>
      <pc:sldChg chg="addSp delSp modSp add mod modNotes modNotesTx">
        <pc:chgData name="JHEYSON FABIAN VILLAVISAN BUITRAGO" userId="e5ced5c2-d787-455d-b115-4f08a699b8c8" providerId="ADAL" clId="{E611AEB0-3E0A-425F-BE9E-C3689EC9C195}" dt="2023-08-13T20:54:34.948" v="1936" actId="20577"/>
        <pc:sldMkLst>
          <pc:docMk/>
          <pc:sldMk cId="600911693" sldId="283"/>
        </pc:sldMkLst>
      </pc:sldChg>
      <pc:sldChg chg="add del">
        <pc:chgData name="JHEYSON FABIAN VILLAVISAN BUITRAGO" userId="e5ced5c2-d787-455d-b115-4f08a699b8c8" providerId="ADAL" clId="{E611AEB0-3E0A-425F-BE9E-C3689EC9C195}" dt="2023-08-06T23:14:40.928" v="1476"/>
        <pc:sldMkLst>
          <pc:docMk/>
          <pc:sldMk cId="1235829378" sldId="284"/>
        </pc:sldMkLst>
      </pc:sldChg>
      <pc:sldChg chg="addSp delSp modSp add mod">
        <pc:chgData name="JHEYSON FABIAN VILLAVISAN BUITRAGO" userId="e5ced5c2-d787-455d-b115-4f08a699b8c8" providerId="ADAL" clId="{E611AEB0-3E0A-425F-BE9E-C3689EC9C195}" dt="2023-08-13T23:43:28.742" v="2558" actId="20577"/>
        <pc:sldMkLst>
          <pc:docMk/>
          <pc:sldMk cId="1698574024" sldId="284"/>
        </pc:sldMkLst>
      </pc:sldChg>
      <pc:sldChg chg="addSp delSp modSp add mod">
        <pc:chgData name="JHEYSON FABIAN VILLAVISAN BUITRAGO" userId="e5ced5c2-d787-455d-b115-4f08a699b8c8" providerId="ADAL" clId="{E611AEB0-3E0A-425F-BE9E-C3689EC9C195}" dt="2023-08-13T22:58:27.737" v="2422" actId="20577"/>
        <pc:sldMkLst>
          <pc:docMk/>
          <pc:sldMk cId="1499167107" sldId="285"/>
        </pc:sldMkLst>
      </pc:sldChg>
      <pc:sldChg chg="modSp add mod">
        <pc:chgData name="JHEYSON FABIAN VILLAVISAN BUITRAGO" userId="e5ced5c2-d787-455d-b115-4f08a699b8c8" providerId="ADAL" clId="{E611AEB0-3E0A-425F-BE9E-C3689EC9C195}" dt="2023-08-13T20:54:50.902" v="1941" actId="1076"/>
        <pc:sldMkLst>
          <pc:docMk/>
          <pc:sldMk cId="1001278451" sldId="286"/>
        </pc:sldMkLst>
      </pc:sldChg>
      <pc:sldChg chg="addSp delSp modSp add mod modNotes modNotesTx">
        <pc:chgData name="JHEYSON FABIAN VILLAVISAN BUITRAGO" userId="e5ced5c2-d787-455d-b115-4f08a699b8c8" providerId="ADAL" clId="{E611AEB0-3E0A-425F-BE9E-C3689EC9C195}" dt="2023-08-13T21:49:53.481" v="1959" actId="27636"/>
        <pc:sldMkLst>
          <pc:docMk/>
          <pc:sldMk cId="185654624" sldId="287"/>
        </pc:sldMkLst>
      </pc:sldChg>
      <pc:sldChg chg="addSp delSp modSp add mod ord modNotes modNotesTx">
        <pc:chgData name="JHEYSON FABIAN VILLAVISAN BUITRAGO" userId="e5ced5c2-d787-455d-b115-4f08a699b8c8" providerId="ADAL" clId="{E611AEB0-3E0A-425F-BE9E-C3689EC9C195}" dt="2023-08-13T22:00:57.834" v="2228" actId="20577"/>
        <pc:sldMkLst>
          <pc:docMk/>
          <pc:sldMk cId="1693476339" sldId="288"/>
        </pc:sldMkLst>
      </pc:sldChg>
      <pc:sldChg chg="addSp delSp modSp add mod modNotes modNotesTx">
        <pc:chgData name="JHEYSON FABIAN VILLAVISAN BUITRAGO" userId="e5ced5c2-d787-455d-b115-4f08a699b8c8" providerId="ADAL" clId="{E611AEB0-3E0A-425F-BE9E-C3689EC9C195}" dt="2023-08-13T22:03:21.085" v="2296" actId="20577"/>
        <pc:sldMkLst>
          <pc:docMk/>
          <pc:sldMk cId="2984553591" sldId="289"/>
        </pc:sldMkLst>
      </pc:sldChg>
      <pc:sldChg chg="addSp modSp add mod">
        <pc:chgData name="JHEYSON FABIAN VILLAVISAN BUITRAGO" userId="e5ced5c2-d787-455d-b115-4f08a699b8c8" providerId="ADAL" clId="{E611AEB0-3E0A-425F-BE9E-C3689EC9C195}" dt="2023-08-13T22:14:01.533" v="2343" actId="6549"/>
        <pc:sldMkLst>
          <pc:docMk/>
          <pc:sldMk cId="407945755" sldId="290"/>
        </pc:sldMkLst>
      </pc:sldChg>
      <pc:sldChg chg="addSp delSp modSp add del mod modNotes">
        <pc:chgData name="JHEYSON FABIAN VILLAVISAN BUITRAGO" userId="e5ced5c2-d787-455d-b115-4f08a699b8c8" providerId="ADAL" clId="{E611AEB0-3E0A-425F-BE9E-C3689EC9C195}" dt="2023-08-13T22:02:32.087" v="2251" actId="47"/>
        <pc:sldMkLst>
          <pc:docMk/>
          <pc:sldMk cId="2173391928" sldId="290"/>
        </pc:sldMkLst>
      </pc:sldChg>
      <pc:sldChg chg="addSp delSp modSp add mod modNotes modNotesTx">
        <pc:chgData name="JHEYSON FABIAN VILLAVISAN BUITRAGO" userId="e5ced5c2-d787-455d-b115-4f08a699b8c8" providerId="ADAL" clId="{E611AEB0-3E0A-425F-BE9E-C3689EC9C195}" dt="2023-08-13T22:54:08.046" v="2345" actId="27636"/>
        <pc:sldMkLst>
          <pc:docMk/>
          <pc:sldMk cId="1362307742" sldId="291"/>
        </pc:sldMkLst>
      </pc:sldChg>
      <pc:sldChg chg="addSp delSp modSp add mod modNotes modNotesTx">
        <pc:chgData name="JHEYSON FABIAN VILLAVISAN BUITRAGO" userId="e5ced5c2-d787-455d-b115-4f08a699b8c8" providerId="ADAL" clId="{E611AEB0-3E0A-425F-BE9E-C3689EC9C195}" dt="2023-08-13T23:30:03.823" v="2510" actId="1076"/>
        <pc:sldMkLst>
          <pc:docMk/>
          <pc:sldMk cId="1411283449" sldId="292"/>
        </pc:sldMkLst>
      </pc:sldChg>
    </pc:docChg>
  </pc:docChgLst>
  <pc:docChgLst>
    <pc:chgData name="JHEYSON FABIAN VILLAVISAN BUITRAGO" userId="e5ced5c2-d787-455d-b115-4f08a699b8c8" providerId="ADAL" clId="{697342B5-C775-4770-B0AF-DEB4D22EC967}"/>
    <pc:docChg chg="undo custSel addSld delSld modSld sldOrd modSection">
      <pc:chgData name="JHEYSON FABIAN VILLAVISAN BUITRAGO" userId="e5ced5c2-d787-455d-b115-4f08a699b8c8" providerId="ADAL" clId="{697342B5-C775-4770-B0AF-DEB4D22EC967}" dt="2025-08-28T21:30:03.626" v="1792" actId="1076"/>
      <pc:docMkLst>
        <pc:docMk/>
      </pc:docMkLst>
      <pc:sldChg chg="modSp add del mod">
        <pc:chgData name="JHEYSON FABIAN VILLAVISAN BUITRAGO" userId="e5ced5c2-d787-455d-b115-4f08a699b8c8" providerId="ADAL" clId="{697342B5-C775-4770-B0AF-DEB4D22EC967}" dt="2025-08-28T19:58:36.560" v="111"/>
        <pc:sldMkLst>
          <pc:docMk/>
          <pc:sldMk cId="616220982" sldId="275"/>
        </pc:sldMkLst>
        <pc:spChg chg="mod">
          <ac:chgData name="JHEYSON FABIAN VILLAVISAN BUITRAGO" userId="e5ced5c2-d787-455d-b115-4f08a699b8c8" providerId="ADAL" clId="{697342B5-C775-4770-B0AF-DEB4D22EC967}" dt="2025-08-28T19:58:36.560" v="111"/>
          <ac:spMkLst>
            <pc:docMk/>
            <pc:sldMk cId="616220982" sldId="275"/>
            <ac:spMk id="2" creationId="{FB1B6180-BCA0-4F51-9F68-9E5BAB8A4FDC}"/>
          </ac:spMkLst>
        </pc:spChg>
      </pc:sldChg>
      <pc:sldChg chg="modSp add mod">
        <pc:chgData name="JHEYSON FABIAN VILLAVISAN BUITRAGO" userId="e5ced5c2-d787-455d-b115-4f08a699b8c8" providerId="ADAL" clId="{697342B5-C775-4770-B0AF-DEB4D22EC967}" dt="2025-08-28T19:59:38.844" v="161" actId="1076"/>
        <pc:sldMkLst>
          <pc:docMk/>
          <pc:sldMk cId="2780058799" sldId="276"/>
        </pc:sldMkLst>
      </pc:sldChg>
      <pc:sldChg chg="add del">
        <pc:chgData name="JHEYSON FABIAN VILLAVISAN BUITRAGO" userId="e5ced5c2-d787-455d-b115-4f08a699b8c8" providerId="ADAL" clId="{697342B5-C775-4770-B0AF-DEB4D22EC967}" dt="2025-08-28T19:56:32.981" v="2" actId="2696"/>
        <pc:sldMkLst>
          <pc:docMk/>
          <pc:sldMk cId="3873222534" sldId="276"/>
        </pc:sldMkLst>
      </pc:sldChg>
      <pc:sldChg chg="add del">
        <pc:chgData name="JHEYSON FABIAN VILLAVISAN BUITRAGO" userId="e5ced5c2-d787-455d-b115-4f08a699b8c8" providerId="ADAL" clId="{697342B5-C775-4770-B0AF-DEB4D22EC967}" dt="2025-08-28T19:56:33.986" v="3" actId="47"/>
        <pc:sldMkLst>
          <pc:docMk/>
          <pc:sldMk cId="3594096077" sldId="277"/>
        </pc:sldMkLst>
      </pc:sldChg>
      <pc:sldChg chg="modSp add mod">
        <pc:chgData name="JHEYSON FABIAN VILLAVISAN BUITRAGO" userId="e5ced5c2-d787-455d-b115-4f08a699b8c8" providerId="ADAL" clId="{697342B5-C775-4770-B0AF-DEB4D22EC967}" dt="2025-08-28T19:59:33.428" v="159" actId="20577"/>
        <pc:sldMkLst>
          <pc:docMk/>
          <pc:sldMk cId="3945607397" sldId="277"/>
        </pc:sldMkLst>
      </pc:sldChg>
      <pc:sldChg chg="add del">
        <pc:chgData name="JHEYSON FABIAN VILLAVISAN BUITRAGO" userId="e5ced5c2-d787-455d-b115-4f08a699b8c8" providerId="ADAL" clId="{697342B5-C775-4770-B0AF-DEB4D22EC967}" dt="2025-08-28T19:56:34.179" v="4" actId="47"/>
        <pc:sldMkLst>
          <pc:docMk/>
          <pc:sldMk cId="58491467" sldId="278"/>
        </pc:sldMkLst>
      </pc:sldChg>
      <pc:sldChg chg="modSp add mod">
        <pc:chgData name="JHEYSON FABIAN VILLAVISAN BUITRAGO" userId="e5ced5c2-d787-455d-b115-4f08a699b8c8" providerId="ADAL" clId="{697342B5-C775-4770-B0AF-DEB4D22EC967}" dt="2025-08-28T20:07:58.478" v="239" actId="1076"/>
        <pc:sldMkLst>
          <pc:docMk/>
          <pc:sldMk cId="2919251281" sldId="278"/>
        </pc:sldMkLst>
      </pc:sldChg>
      <pc:sldChg chg="addSp modSp add mod">
        <pc:chgData name="JHEYSON FABIAN VILLAVISAN BUITRAGO" userId="e5ced5c2-d787-455d-b115-4f08a699b8c8" providerId="ADAL" clId="{697342B5-C775-4770-B0AF-DEB4D22EC967}" dt="2025-08-28T20:09:30.831" v="369" actId="20577"/>
        <pc:sldMkLst>
          <pc:docMk/>
          <pc:sldMk cId="1436345519" sldId="279"/>
        </pc:sldMkLst>
      </pc:sldChg>
      <pc:sldChg chg="add del">
        <pc:chgData name="JHEYSON FABIAN VILLAVISAN BUITRAGO" userId="e5ced5c2-d787-455d-b115-4f08a699b8c8" providerId="ADAL" clId="{697342B5-C775-4770-B0AF-DEB4D22EC967}" dt="2025-08-28T19:56:35.544" v="10" actId="47"/>
        <pc:sldMkLst>
          <pc:docMk/>
          <pc:sldMk cId="1894837781" sldId="279"/>
        </pc:sldMkLst>
      </pc:sldChg>
      <pc:sldChg chg="add del">
        <pc:chgData name="JHEYSON FABIAN VILLAVISAN BUITRAGO" userId="e5ced5c2-d787-455d-b115-4f08a699b8c8" providerId="ADAL" clId="{697342B5-C775-4770-B0AF-DEB4D22EC967}" dt="2025-08-28T19:56:35.710" v="11" actId="47"/>
        <pc:sldMkLst>
          <pc:docMk/>
          <pc:sldMk cId="1064503744" sldId="280"/>
        </pc:sldMkLst>
      </pc:sldChg>
      <pc:sldChg chg="addSp modSp add mod ord">
        <pc:chgData name="JHEYSON FABIAN VILLAVISAN BUITRAGO" userId="e5ced5c2-d787-455d-b115-4f08a699b8c8" providerId="ADAL" clId="{697342B5-C775-4770-B0AF-DEB4D22EC967}" dt="2025-08-28T20:11:20.325" v="464" actId="1076"/>
        <pc:sldMkLst>
          <pc:docMk/>
          <pc:sldMk cId="2814664192" sldId="280"/>
        </pc:sldMkLst>
      </pc:sldChg>
      <pc:sldChg chg="addSp modSp add mod ord">
        <pc:chgData name="JHEYSON FABIAN VILLAVISAN BUITRAGO" userId="e5ced5c2-d787-455d-b115-4f08a699b8c8" providerId="ADAL" clId="{697342B5-C775-4770-B0AF-DEB4D22EC967}" dt="2025-08-28T20:13:35.808" v="517" actId="1076"/>
        <pc:sldMkLst>
          <pc:docMk/>
          <pc:sldMk cId="3836185615" sldId="281"/>
        </pc:sldMkLst>
      </pc:sldChg>
      <pc:sldChg chg="addSp modSp add mod">
        <pc:chgData name="JHEYSON FABIAN VILLAVISAN BUITRAGO" userId="e5ced5c2-d787-455d-b115-4f08a699b8c8" providerId="ADAL" clId="{697342B5-C775-4770-B0AF-DEB4D22EC967}" dt="2025-08-28T20:16:13.105" v="582" actId="27636"/>
        <pc:sldMkLst>
          <pc:docMk/>
          <pc:sldMk cId="2541286" sldId="282"/>
        </pc:sldMkLst>
      </pc:sldChg>
      <pc:sldChg chg="add del">
        <pc:chgData name="JHEYSON FABIAN VILLAVISAN BUITRAGO" userId="e5ced5c2-d787-455d-b115-4f08a699b8c8" providerId="ADAL" clId="{697342B5-C775-4770-B0AF-DEB4D22EC967}" dt="2025-08-28T19:56:36.024" v="13" actId="47"/>
        <pc:sldMkLst>
          <pc:docMk/>
          <pc:sldMk cId="600911693" sldId="283"/>
        </pc:sldMkLst>
      </pc:sldChg>
      <pc:sldChg chg="addSp modSp add mod">
        <pc:chgData name="JHEYSON FABIAN VILLAVISAN BUITRAGO" userId="e5ced5c2-d787-455d-b115-4f08a699b8c8" providerId="ADAL" clId="{697342B5-C775-4770-B0AF-DEB4D22EC967}" dt="2025-08-28T20:21:15.492" v="646" actId="20577"/>
        <pc:sldMkLst>
          <pc:docMk/>
          <pc:sldMk cId="1249203809" sldId="283"/>
        </pc:sldMkLst>
      </pc:sldChg>
      <pc:sldChg chg="modSp add mod">
        <pc:chgData name="JHEYSON FABIAN VILLAVISAN BUITRAGO" userId="e5ced5c2-d787-455d-b115-4f08a699b8c8" providerId="ADAL" clId="{697342B5-C775-4770-B0AF-DEB4D22EC967}" dt="2025-08-28T20:24:24.106" v="698" actId="20577"/>
        <pc:sldMkLst>
          <pc:docMk/>
          <pc:sldMk cId="834430153" sldId="284"/>
        </pc:sldMkLst>
      </pc:sldChg>
      <pc:sldChg chg="add del">
        <pc:chgData name="JHEYSON FABIAN VILLAVISAN BUITRAGO" userId="e5ced5c2-d787-455d-b115-4f08a699b8c8" providerId="ADAL" clId="{697342B5-C775-4770-B0AF-DEB4D22EC967}" dt="2025-08-28T19:56:38.788" v="21" actId="47"/>
        <pc:sldMkLst>
          <pc:docMk/>
          <pc:sldMk cId="1698574024" sldId="284"/>
        </pc:sldMkLst>
      </pc:sldChg>
      <pc:sldChg chg="modSp add mod">
        <pc:chgData name="JHEYSON FABIAN VILLAVISAN BUITRAGO" userId="e5ced5c2-d787-455d-b115-4f08a699b8c8" providerId="ADAL" clId="{697342B5-C775-4770-B0AF-DEB4D22EC967}" dt="2025-08-28T20:25:53.889" v="743" actId="1076"/>
        <pc:sldMkLst>
          <pc:docMk/>
          <pc:sldMk cId="2871355928" sldId="285"/>
        </pc:sldMkLst>
      </pc:sldChg>
      <pc:sldChg chg="add del">
        <pc:chgData name="JHEYSON FABIAN VILLAVISAN BUITRAGO" userId="e5ced5c2-d787-455d-b115-4f08a699b8c8" providerId="ADAL" clId="{697342B5-C775-4770-B0AF-DEB4D22EC967}" dt="2025-08-28T19:56:36.373" v="15" actId="47"/>
        <pc:sldMkLst>
          <pc:docMk/>
          <pc:sldMk cId="1001278451" sldId="286"/>
        </pc:sldMkLst>
      </pc:sldChg>
      <pc:sldChg chg="addSp delSp modSp add mod">
        <pc:chgData name="JHEYSON FABIAN VILLAVISAN BUITRAGO" userId="e5ced5c2-d787-455d-b115-4f08a699b8c8" providerId="ADAL" clId="{697342B5-C775-4770-B0AF-DEB4D22EC967}" dt="2025-08-28T20:33:54.467" v="764" actId="20577"/>
        <pc:sldMkLst>
          <pc:docMk/>
          <pc:sldMk cId="2664902677" sldId="286"/>
        </pc:sldMkLst>
      </pc:sldChg>
      <pc:sldChg chg="add del">
        <pc:chgData name="JHEYSON FABIAN VILLAVISAN BUITRAGO" userId="e5ced5c2-d787-455d-b115-4f08a699b8c8" providerId="ADAL" clId="{697342B5-C775-4770-B0AF-DEB4D22EC967}" dt="2025-08-28T19:56:35.847" v="12" actId="47"/>
        <pc:sldMkLst>
          <pc:docMk/>
          <pc:sldMk cId="185654624" sldId="287"/>
        </pc:sldMkLst>
      </pc:sldChg>
      <pc:sldChg chg="addSp delSp modSp add mod">
        <pc:chgData name="JHEYSON FABIAN VILLAVISAN BUITRAGO" userId="e5ced5c2-d787-455d-b115-4f08a699b8c8" providerId="ADAL" clId="{697342B5-C775-4770-B0AF-DEB4D22EC967}" dt="2025-08-28T20:42:36.488" v="853" actId="1076"/>
        <pc:sldMkLst>
          <pc:docMk/>
          <pc:sldMk cId="1073089991" sldId="287"/>
        </pc:sldMkLst>
      </pc:sldChg>
      <pc:sldChg chg="add del">
        <pc:chgData name="JHEYSON FABIAN VILLAVISAN BUITRAGO" userId="e5ced5c2-d787-455d-b115-4f08a699b8c8" providerId="ADAL" clId="{697342B5-C775-4770-B0AF-DEB4D22EC967}" dt="2025-08-28T19:56:36.726" v="17" actId="47"/>
        <pc:sldMkLst>
          <pc:docMk/>
          <pc:sldMk cId="1693476339" sldId="288"/>
        </pc:sldMkLst>
      </pc:sldChg>
      <pc:sldChg chg="addSp delSp modSp add mod">
        <pc:chgData name="JHEYSON FABIAN VILLAVISAN BUITRAGO" userId="e5ced5c2-d787-455d-b115-4f08a699b8c8" providerId="ADAL" clId="{697342B5-C775-4770-B0AF-DEB4D22EC967}" dt="2025-08-28T20:51:19.917" v="964" actId="1076"/>
        <pc:sldMkLst>
          <pc:docMk/>
          <pc:sldMk cId="3711119762" sldId="288"/>
        </pc:sldMkLst>
      </pc:sldChg>
      <pc:sldChg chg="addSp modSp add mod">
        <pc:chgData name="JHEYSON FABIAN VILLAVISAN BUITRAGO" userId="e5ced5c2-d787-455d-b115-4f08a699b8c8" providerId="ADAL" clId="{697342B5-C775-4770-B0AF-DEB4D22EC967}" dt="2025-08-28T20:52:17.324" v="975" actId="20577"/>
        <pc:sldMkLst>
          <pc:docMk/>
          <pc:sldMk cId="1844154036" sldId="289"/>
        </pc:sldMkLst>
      </pc:sldChg>
      <pc:sldChg chg="add del">
        <pc:chgData name="JHEYSON FABIAN VILLAVISAN BUITRAGO" userId="e5ced5c2-d787-455d-b115-4f08a699b8c8" providerId="ADAL" clId="{697342B5-C775-4770-B0AF-DEB4D22EC967}" dt="2025-08-28T19:56:37.341" v="18" actId="47"/>
        <pc:sldMkLst>
          <pc:docMk/>
          <pc:sldMk cId="2984553591" sldId="289"/>
        </pc:sldMkLst>
      </pc:sldChg>
      <pc:sldChg chg="add del">
        <pc:chgData name="JHEYSON FABIAN VILLAVISAN BUITRAGO" userId="e5ced5c2-d787-455d-b115-4f08a699b8c8" providerId="ADAL" clId="{697342B5-C775-4770-B0AF-DEB4D22EC967}" dt="2025-08-28T19:56:37.594" v="19" actId="47"/>
        <pc:sldMkLst>
          <pc:docMk/>
          <pc:sldMk cId="407945755" sldId="290"/>
        </pc:sldMkLst>
      </pc:sldChg>
      <pc:sldChg chg="add del">
        <pc:chgData name="JHEYSON FABIAN VILLAVISAN BUITRAGO" userId="e5ced5c2-d787-455d-b115-4f08a699b8c8" providerId="ADAL" clId="{697342B5-C775-4770-B0AF-DEB4D22EC967}" dt="2025-08-28T19:56:37.973" v="20" actId="47"/>
        <pc:sldMkLst>
          <pc:docMk/>
          <pc:sldMk cId="1362307742" sldId="291"/>
        </pc:sldMkLst>
      </pc:sldChg>
      <pc:sldChg chg="add del">
        <pc:chgData name="JHEYSON FABIAN VILLAVISAN BUITRAGO" userId="e5ced5c2-d787-455d-b115-4f08a699b8c8" providerId="ADAL" clId="{697342B5-C775-4770-B0AF-DEB4D22EC967}" dt="2025-08-28T19:56:34.380" v="5" actId="47"/>
        <pc:sldMkLst>
          <pc:docMk/>
          <pc:sldMk cId="2448612144" sldId="293"/>
        </pc:sldMkLst>
      </pc:sldChg>
      <pc:sldChg chg="add del">
        <pc:chgData name="JHEYSON FABIAN VILLAVISAN BUITRAGO" userId="e5ced5c2-d787-455d-b115-4f08a699b8c8" providerId="ADAL" clId="{697342B5-C775-4770-B0AF-DEB4D22EC967}" dt="2025-08-28T19:56:36.188" v="14" actId="47"/>
        <pc:sldMkLst>
          <pc:docMk/>
          <pc:sldMk cId="2466407268" sldId="294"/>
        </pc:sldMkLst>
      </pc:sldChg>
      <pc:sldChg chg="add del">
        <pc:chgData name="JHEYSON FABIAN VILLAVISAN BUITRAGO" userId="e5ced5c2-d787-455d-b115-4f08a699b8c8" providerId="ADAL" clId="{697342B5-C775-4770-B0AF-DEB4D22EC967}" dt="2025-08-28T19:56:36.543" v="16" actId="47"/>
        <pc:sldMkLst>
          <pc:docMk/>
          <pc:sldMk cId="2113326980" sldId="295"/>
        </pc:sldMkLst>
      </pc:sldChg>
      <pc:sldChg chg="add del">
        <pc:chgData name="JHEYSON FABIAN VILLAVISAN BUITRAGO" userId="e5ced5c2-d787-455d-b115-4f08a699b8c8" providerId="ADAL" clId="{697342B5-C775-4770-B0AF-DEB4D22EC967}" dt="2025-08-28T19:56:34.591" v="6" actId="47"/>
        <pc:sldMkLst>
          <pc:docMk/>
          <pc:sldMk cId="291105608" sldId="296"/>
        </pc:sldMkLst>
      </pc:sldChg>
      <pc:sldChg chg="add del">
        <pc:chgData name="JHEYSON FABIAN VILLAVISAN BUITRAGO" userId="e5ced5c2-d787-455d-b115-4f08a699b8c8" providerId="ADAL" clId="{697342B5-C775-4770-B0AF-DEB4D22EC967}" dt="2025-08-28T19:56:34.798" v="7" actId="47"/>
        <pc:sldMkLst>
          <pc:docMk/>
          <pc:sldMk cId="3819376886" sldId="297"/>
        </pc:sldMkLst>
      </pc:sldChg>
      <pc:sldChg chg="addSp modSp add del mod">
        <pc:chgData name="JHEYSON FABIAN VILLAVISAN BUITRAGO" userId="e5ced5c2-d787-455d-b115-4f08a699b8c8" providerId="ADAL" clId="{697342B5-C775-4770-B0AF-DEB4D22EC967}" dt="2025-08-28T20:54:45.528" v="991" actId="1076"/>
        <pc:sldMkLst>
          <pc:docMk/>
          <pc:sldMk cId="3615389890" sldId="298"/>
        </pc:sldMkLst>
      </pc:sldChg>
      <pc:sldChg chg="addSp modSp add del mod">
        <pc:chgData name="JHEYSON FABIAN VILLAVISAN BUITRAGO" userId="e5ced5c2-d787-455d-b115-4f08a699b8c8" providerId="ADAL" clId="{697342B5-C775-4770-B0AF-DEB4D22EC967}" dt="2025-08-28T20:54:40.094" v="989" actId="1582"/>
        <pc:sldMkLst>
          <pc:docMk/>
          <pc:sldMk cId="3420418071" sldId="299"/>
        </pc:sldMkLst>
      </pc:sldChg>
      <pc:sldChg chg="modSp add del mod">
        <pc:chgData name="JHEYSON FABIAN VILLAVISAN BUITRAGO" userId="e5ced5c2-d787-455d-b115-4f08a699b8c8" providerId="ADAL" clId="{697342B5-C775-4770-B0AF-DEB4D22EC967}" dt="2025-08-28T20:54:03.060" v="983" actId="47"/>
        <pc:sldMkLst>
          <pc:docMk/>
          <pc:sldMk cId="24185597" sldId="300"/>
        </pc:sldMkLst>
      </pc:sldChg>
      <pc:sldChg chg="modSp add mod ord">
        <pc:chgData name="JHEYSON FABIAN VILLAVISAN BUITRAGO" userId="e5ced5c2-d787-455d-b115-4f08a699b8c8" providerId="ADAL" clId="{697342B5-C775-4770-B0AF-DEB4D22EC967}" dt="2025-08-28T20:57:01.603" v="1027" actId="1076"/>
        <pc:sldMkLst>
          <pc:docMk/>
          <pc:sldMk cId="3504482196" sldId="300"/>
        </pc:sldMkLst>
      </pc:sldChg>
      <pc:sldChg chg="modSp add mod">
        <pc:chgData name="JHEYSON FABIAN VILLAVISAN BUITRAGO" userId="e5ced5c2-d787-455d-b115-4f08a699b8c8" providerId="ADAL" clId="{697342B5-C775-4770-B0AF-DEB4D22EC967}" dt="2025-08-28T20:59:42.880" v="1039" actId="20577"/>
        <pc:sldMkLst>
          <pc:docMk/>
          <pc:sldMk cId="3238592863" sldId="301"/>
        </pc:sldMkLst>
      </pc:sldChg>
      <pc:sldChg chg="addSp delSp modSp add mod">
        <pc:chgData name="JHEYSON FABIAN VILLAVISAN BUITRAGO" userId="e5ced5c2-d787-455d-b115-4f08a699b8c8" providerId="ADAL" clId="{697342B5-C775-4770-B0AF-DEB4D22EC967}" dt="2025-08-28T21:07:49.498" v="1247" actId="113"/>
        <pc:sldMkLst>
          <pc:docMk/>
          <pc:sldMk cId="1588383939" sldId="302"/>
        </pc:sldMkLst>
      </pc:sldChg>
      <pc:sldChg chg="addSp delSp modSp add mod">
        <pc:chgData name="JHEYSON FABIAN VILLAVISAN BUITRAGO" userId="e5ced5c2-d787-455d-b115-4f08a699b8c8" providerId="ADAL" clId="{697342B5-C775-4770-B0AF-DEB4D22EC967}" dt="2025-08-28T21:30:03.626" v="1792" actId="1076"/>
        <pc:sldMkLst>
          <pc:docMk/>
          <pc:sldMk cId="658582679" sldId="303"/>
        </pc:sldMkLst>
      </pc:sldChg>
    </pc:docChg>
  </pc:docChgLst>
  <pc:docChgLst>
    <pc:chgData name="JHEYSON FABIAN VILLAVISAN BUITRAGO" userId="S::jfvillavisanb@itc.edu.co::e5ced5c2-d787-455d-b115-4f08a699b8c8" providerId="AD" clId="Web-{15AE415D-BC42-1952-4D2A-BF7A6F4B0271}"/>
    <pc:docChg chg="modSld">
      <pc:chgData name="JHEYSON FABIAN VILLAVISAN BUITRAGO" userId="S::jfvillavisanb@itc.edu.co::e5ced5c2-d787-455d-b115-4f08a699b8c8" providerId="AD" clId="Web-{15AE415D-BC42-1952-4D2A-BF7A6F4B0271}" dt="2024-08-14T00:34:54.133" v="4" actId="1076"/>
      <pc:docMkLst>
        <pc:docMk/>
      </pc:docMkLst>
      <pc:sldChg chg="modSp">
        <pc:chgData name="JHEYSON FABIAN VILLAVISAN BUITRAGO" userId="S::jfvillavisanb@itc.edu.co::e5ced5c2-d787-455d-b115-4f08a699b8c8" providerId="AD" clId="Web-{15AE415D-BC42-1952-4D2A-BF7A6F4B0271}" dt="2024-08-14T00:34:54.133" v="4" actId="1076"/>
        <pc:sldMkLst>
          <pc:docMk/>
          <pc:sldMk cId="185654624" sldId="287"/>
        </pc:sldMkLst>
      </pc:sldChg>
      <pc:sldChg chg="addSp delSp modSp">
        <pc:chgData name="JHEYSON FABIAN VILLAVISAN BUITRAGO" userId="S::jfvillavisanb@itc.edu.co::e5ced5c2-d787-455d-b115-4f08a699b8c8" providerId="AD" clId="Web-{15AE415D-BC42-1952-4D2A-BF7A6F4B0271}" dt="2024-08-13T22:53:33.079" v="2" actId="1076"/>
        <pc:sldMkLst>
          <pc:docMk/>
          <pc:sldMk cId="407945755" sldId="290"/>
        </pc:sldMkLst>
      </pc:sldChg>
    </pc:docChg>
  </pc:docChgLst>
  <pc:docChgLst>
    <pc:chgData name="DIEGO ALEJANDRO RODRIGUEZ GOMEZ" userId="S::darodriguezgo@itc.edu.co::1e2337d8-8fab-437d-a653-fa453b036901" providerId="AD" clId="Web-{ED068615-2687-A8F8-DB88-E3E4C92E219D}"/>
    <pc:docChg chg="sldOrd">
      <pc:chgData name="DIEGO ALEJANDRO RODRIGUEZ GOMEZ" userId="S::darodriguezgo@itc.edu.co::1e2337d8-8fab-437d-a653-fa453b036901" providerId="AD" clId="Web-{ED068615-2687-A8F8-DB88-E3E4C92E219D}" dt="2024-10-03T00:40:14.879" v="0"/>
      <pc:docMkLst>
        <pc:docMk/>
      </pc:docMkLst>
      <pc:sldChg chg="ord">
        <pc:chgData name="DIEGO ALEJANDRO RODRIGUEZ GOMEZ" userId="S::darodriguezgo@itc.edu.co::1e2337d8-8fab-437d-a653-fa453b036901" providerId="AD" clId="Web-{ED068615-2687-A8F8-DB88-E3E4C92E219D}" dt="2024-10-03T00:40:14.879" v="0"/>
        <pc:sldMkLst>
          <pc:docMk/>
          <pc:sldMk cId="1894837781" sldId="279"/>
        </pc:sldMkLst>
      </pc:sldChg>
    </pc:docChg>
  </pc:docChgLst>
  <pc:docChgLst>
    <pc:chgData name="CESAR ANDRES CARDENAS CHITIVA" userId="S::cacardenasc@itc.edu.co::7141082e-f5bc-48e1-a733-4ff10f1b4670" providerId="AD" clId="Web-{466D600D-8185-DC2E-AD7B-C958F5CFFF3E}"/>
    <pc:docChg chg="delSld modSection">
      <pc:chgData name="CESAR ANDRES CARDENAS CHITIVA" userId="S::cacardenasc@itc.edu.co::7141082e-f5bc-48e1-a733-4ff10f1b4670" providerId="AD" clId="Web-{466D600D-8185-DC2E-AD7B-C958F5CFFF3E}" dt="2023-09-10T19:32:45.392" v="0"/>
      <pc:docMkLst>
        <pc:docMk/>
      </pc:docMkLst>
      <pc:sldChg chg="del">
        <pc:chgData name="CESAR ANDRES CARDENAS CHITIVA" userId="S::cacardenasc@itc.edu.co::7141082e-f5bc-48e1-a733-4ff10f1b4670" providerId="AD" clId="Web-{466D600D-8185-DC2E-AD7B-C958F5CFFF3E}" dt="2023-09-10T19:32:45.392" v="0"/>
        <pc:sldMkLst>
          <pc:docMk/>
          <pc:sldMk cId="3279518594" sldId="282"/>
        </pc:sldMkLst>
      </pc:sldChg>
    </pc:docChg>
  </pc:docChgLst>
  <pc:docChgLst>
    <pc:chgData name="JHEYSON FABIAN VILLAVISAN BUITRAGO" userId="S::jfvillavisanb@itc.edu.co::e5ced5c2-d787-455d-b115-4f08a699b8c8" providerId="AD" clId="Web-{50FA6DDA-E351-DBE3-AA80-3D7A525F08AF}"/>
    <pc:docChg chg="modSld">
      <pc:chgData name="JHEYSON FABIAN VILLAVISAN BUITRAGO" userId="S::jfvillavisanb@itc.edu.co::e5ced5c2-d787-455d-b115-4f08a699b8c8" providerId="AD" clId="Web-{50FA6DDA-E351-DBE3-AA80-3D7A525F08AF}" dt="2024-08-28T00:49:28.227" v="0"/>
      <pc:docMkLst>
        <pc:docMk/>
      </pc:docMkLst>
      <pc:sldChg chg="delSp">
        <pc:chgData name="JHEYSON FABIAN VILLAVISAN BUITRAGO" userId="S::jfvillavisanb@itc.edu.co::e5ced5c2-d787-455d-b115-4f08a699b8c8" providerId="AD" clId="Web-{50FA6DDA-E351-DBE3-AA80-3D7A525F08AF}" dt="2024-08-28T00:49:28.227" v="0"/>
        <pc:sldMkLst>
          <pc:docMk/>
          <pc:sldMk cId="407945755" sldId="290"/>
        </pc:sldMkLst>
      </pc:sldChg>
    </pc:docChg>
  </pc:docChgLst>
  <pc:docChgLst>
    <pc:chgData name="JHEYSON FABIAN VILLAVISAN BUITRAGO" userId="e5ced5c2-d787-455d-b115-4f08a699b8c8" providerId="ADAL" clId="{83D57D63-D11F-4A5C-AF47-0F7B7BC46677}"/>
    <pc:docChg chg="custSel delSld modSld sldOrd modSection">
      <pc:chgData name="JHEYSON FABIAN VILLAVISAN BUITRAGO" userId="e5ced5c2-d787-455d-b115-4f08a699b8c8" providerId="ADAL" clId="{83D57D63-D11F-4A5C-AF47-0F7B7BC46677}" dt="2025-01-09T15:40:52.938" v="52" actId="1076"/>
      <pc:docMkLst>
        <pc:docMk/>
      </pc:docMkLst>
      <pc:sldChg chg="addSp delSp modSp mod">
        <pc:chgData name="JHEYSON FABIAN VILLAVISAN BUITRAGO" userId="e5ced5c2-d787-455d-b115-4f08a699b8c8" providerId="ADAL" clId="{83D57D63-D11F-4A5C-AF47-0F7B7BC46677}" dt="2025-01-04T23:16:10.811" v="4" actId="478"/>
        <pc:sldMkLst>
          <pc:docMk/>
          <pc:sldMk cId="2505371292" sldId="270"/>
        </pc:sldMkLst>
      </pc:sldChg>
      <pc:sldChg chg="modSp">
        <pc:chgData name="JHEYSON FABIAN VILLAVISAN BUITRAGO" userId="e5ced5c2-d787-455d-b115-4f08a699b8c8" providerId="ADAL" clId="{83D57D63-D11F-4A5C-AF47-0F7B7BC46677}" dt="2025-01-09T15:36:47.768" v="40"/>
        <pc:sldMkLst>
          <pc:docMk/>
          <pc:sldMk cId="1064503744" sldId="280"/>
        </pc:sldMkLst>
      </pc:sldChg>
      <pc:sldChg chg="modSp">
        <pc:chgData name="JHEYSON FABIAN VILLAVISAN BUITRAGO" userId="e5ced5c2-d787-455d-b115-4f08a699b8c8" providerId="ADAL" clId="{83D57D63-D11F-4A5C-AF47-0F7B7BC46677}" dt="2025-01-09T15:36:58.875" v="44"/>
        <pc:sldMkLst>
          <pc:docMk/>
          <pc:sldMk cId="600911693" sldId="283"/>
        </pc:sldMkLst>
      </pc:sldChg>
      <pc:sldChg chg="modSp mod">
        <pc:chgData name="JHEYSON FABIAN VILLAVISAN BUITRAGO" userId="e5ced5c2-d787-455d-b115-4f08a699b8c8" providerId="ADAL" clId="{83D57D63-D11F-4A5C-AF47-0F7B7BC46677}" dt="2025-01-09T15:38:47.438" v="48" actId="113"/>
        <pc:sldMkLst>
          <pc:docMk/>
          <pc:sldMk cId="1001278451" sldId="286"/>
        </pc:sldMkLst>
      </pc:sldChg>
      <pc:sldChg chg="modSp mod">
        <pc:chgData name="JHEYSON FABIAN VILLAVISAN BUITRAGO" userId="e5ced5c2-d787-455d-b115-4f08a699b8c8" providerId="ADAL" clId="{83D57D63-D11F-4A5C-AF47-0F7B7BC46677}" dt="2025-01-09T15:36:53.429" v="42"/>
        <pc:sldMkLst>
          <pc:docMk/>
          <pc:sldMk cId="185654624" sldId="287"/>
        </pc:sldMkLst>
      </pc:sldChg>
      <pc:sldChg chg="modSp mod">
        <pc:chgData name="JHEYSON FABIAN VILLAVISAN BUITRAGO" userId="e5ced5c2-d787-455d-b115-4f08a699b8c8" providerId="ADAL" clId="{83D57D63-D11F-4A5C-AF47-0F7B7BC46677}" dt="2025-01-09T15:40:52.938" v="52" actId="1076"/>
        <pc:sldMkLst>
          <pc:docMk/>
          <pc:sldMk cId="407945755" sldId="290"/>
        </pc:sldMkLst>
      </pc:sldChg>
      <pc:sldChg chg="modSp mod">
        <pc:chgData name="JHEYSON FABIAN VILLAVISAN BUITRAGO" userId="e5ced5c2-d787-455d-b115-4f08a699b8c8" providerId="ADAL" clId="{83D57D63-D11F-4A5C-AF47-0F7B7BC46677}" dt="2025-01-09T15:35:54.806" v="38" actId="20577"/>
        <pc:sldMkLst>
          <pc:docMk/>
          <pc:sldMk cId="2448612144" sldId="293"/>
        </pc:sldMkLst>
      </pc:sldChg>
      <pc:sldChg chg="addSp modSp mod ord">
        <pc:chgData name="JHEYSON FABIAN VILLAVISAN BUITRAGO" userId="e5ced5c2-d787-455d-b115-4f08a699b8c8" providerId="ADAL" clId="{83D57D63-D11F-4A5C-AF47-0F7B7BC46677}" dt="2025-01-09T15:37:20.119" v="47" actId="113"/>
        <pc:sldMkLst>
          <pc:docMk/>
          <pc:sldMk cId="2466407268" sldId="294"/>
        </pc:sldMkLst>
      </pc:sldChg>
      <pc:sldChg chg="modSp">
        <pc:chgData name="JHEYSON FABIAN VILLAVISAN BUITRAGO" userId="e5ced5c2-d787-455d-b115-4f08a699b8c8" providerId="ADAL" clId="{83D57D63-D11F-4A5C-AF47-0F7B7BC46677}" dt="2025-01-08T17:02:49.348" v="17" actId="20577"/>
        <pc:sldMkLst>
          <pc:docMk/>
          <pc:sldMk cId="2113326980" sldId="295"/>
        </pc:sldMkLst>
      </pc:sldChg>
      <pc:sldChg chg="del">
        <pc:chgData name="JHEYSON FABIAN VILLAVISAN BUITRAGO" userId="e5ced5c2-d787-455d-b115-4f08a699b8c8" providerId="ADAL" clId="{83D57D63-D11F-4A5C-AF47-0F7B7BC46677}" dt="2025-01-03T19:53:35.355" v="1" actId="47"/>
        <pc:sldMkLst>
          <pc:docMk/>
          <pc:sldMk cId="3981299200" sldId="296"/>
        </pc:sldMkLst>
      </pc:sldChg>
      <pc:sldChg chg="del">
        <pc:chgData name="JHEYSON FABIAN VILLAVISAN BUITRAGO" userId="e5ced5c2-d787-455d-b115-4f08a699b8c8" providerId="ADAL" clId="{83D57D63-D11F-4A5C-AF47-0F7B7BC46677}" dt="2025-01-03T19:53:19.807" v="0" actId="47"/>
        <pc:sldMkLst>
          <pc:docMk/>
          <pc:sldMk cId="1439744647" sldId="297"/>
        </pc:sldMkLst>
      </pc:sldChg>
    </pc:docChg>
  </pc:docChgLst>
  <pc:docChgLst>
    <pc:chgData name="JHEYSON FABIAN VILLAVISAN BUITRAGO" userId="e5ced5c2-d787-455d-b115-4f08a699b8c8" providerId="ADAL" clId="{346ECE53-D0EE-4664-97A2-EE5ED4BD15CE}"/>
    <pc:docChg chg="undo custSel addSld delSld modSld sldOrd modSection">
      <pc:chgData name="JHEYSON FABIAN VILLAVISAN BUITRAGO" userId="e5ced5c2-d787-455d-b115-4f08a699b8c8" providerId="ADAL" clId="{346ECE53-D0EE-4664-97A2-EE5ED4BD15CE}" dt="2025-09-13T06:02:48.517" v="8938" actId="20577"/>
      <pc:docMkLst>
        <pc:docMk/>
      </pc:docMkLst>
      <pc:sldChg chg="addSp delSp modSp mod">
        <pc:chgData name="JHEYSON FABIAN VILLAVISAN BUITRAGO" userId="e5ced5c2-d787-455d-b115-4f08a699b8c8" providerId="ADAL" clId="{346ECE53-D0EE-4664-97A2-EE5ED4BD15CE}" dt="2025-09-13T05:12:42.747" v="3855" actId="20577"/>
        <pc:sldMkLst>
          <pc:docMk/>
          <pc:sldMk cId="616220982" sldId="275"/>
        </pc:sldMkLst>
        <pc:spChg chg="mod">
          <ac:chgData name="JHEYSON FABIAN VILLAVISAN BUITRAGO" userId="e5ced5c2-d787-455d-b115-4f08a699b8c8" providerId="ADAL" clId="{346ECE53-D0EE-4664-97A2-EE5ED4BD15CE}" dt="2025-09-13T05:12:42.747" v="3855" actId="20577"/>
          <ac:spMkLst>
            <pc:docMk/>
            <pc:sldMk cId="616220982" sldId="275"/>
            <ac:spMk id="2" creationId="{FB1B6180-BCA0-4F51-9F68-9E5BAB8A4FDC}"/>
          </ac:spMkLst>
        </pc:spChg>
        <pc:graphicFrameChg chg="add del mod">
          <ac:chgData name="JHEYSON FABIAN VILLAVISAN BUITRAGO" userId="e5ced5c2-d787-455d-b115-4f08a699b8c8" providerId="ADAL" clId="{346ECE53-D0EE-4664-97A2-EE5ED4BD15CE}" dt="2025-09-12T14:51:36.533" v="27" actId="21"/>
          <ac:graphicFrameMkLst>
            <pc:docMk/>
            <pc:sldMk cId="616220982" sldId="275"/>
            <ac:graphicFrameMk id="3" creationId="{63B60C0F-8412-C9B6-539D-47CF012F30FB}"/>
          </ac:graphicFrameMkLst>
        </pc:graphicFrameChg>
        <pc:graphicFrameChg chg="add mod">
          <ac:chgData name="JHEYSON FABIAN VILLAVISAN BUITRAGO" userId="e5ced5c2-d787-455d-b115-4f08a699b8c8" providerId="ADAL" clId="{346ECE53-D0EE-4664-97A2-EE5ED4BD15CE}" dt="2025-09-12T14:51:42.036" v="28"/>
          <ac:graphicFrameMkLst>
            <pc:docMk/>
            <pc:sldMk cId="616220982" sldId="275"/>
            <ac:graphicFrameMk id="4" creationId="{63B60C0F-8412-C9B6-539D-47CF012F30FB}"/>
          </ac:graphicFrameMkLst>
        </pc:graphicFrameChg>
      </pc:sldChg>
      <pc:sldChg chg="del">
        <pc:chgData name="JHEYSON FABIAN VILLAVISAN BUITRAGO" userId="e5ced5c2-d787-455d-b115-4f08a699b8c8" providerId="ADAL" clId="{346ECE53-D0EE-4664-97A2-EE5ED4BD15CE}" dt="2025-09-12T14:39:17.290" v="15" actId="47"/>
        <pc:sldMkLst>
          <pc:docMk/>
          <pc:sldMk cId="2780058799" sldId="276"/>
        </pc:sldMkLst>
      </pc:sldChg>
      <pc:sldChg chg="addSp delSp modSp add del mod">
        <pc:chgData name="JHEYSON FABIAN VILLAVISAN BUITRAGO" userId="e5ced5c2-d787-455d-b115-4f08a699b8c8" providerId="ADAL" clId="{346ECE53-D0EE-4664-97A2-EE5ED4BD15CE}" dt="2025-09-13T05:11:24.686" v="3810" actId="47"/>
        <pc:sldMkLst>
          <pc:docMk/>
          <pc:sldMk cId="3945607397" sldId="277"/>
        </pc:sldMkLst>
        <pc:spChg chg="del">
          <ac:chgData name="JHEYSON FABIAN VILLAVISAN BUITRAGO" userId="e5ced5c2-d787-455d-b115-4f08a699b8c8" providerId="ADAL" clId="{346ECE53-D0EE-4664-97A2-EE5ED4BD15CE}" dt="2025-09-12T14:56:10.525" v="67" actId="478"/>
          <ac:spMkLst>
            <pc:docMk/>
            <pc:sldMk cId="3945607397" sldId="277"/>
            <ac:spMk id="2" creationId="{EE749B6E-4106-4C47-9E8B-DF7F796D6CA1}"/>
          </ac:spMkLst>
        </pc:spChg>
        <pc:spChg chg="add del mod">
          <ac:chgData name="JHEYSON FABIAN VILLAVISAN BUITRAGO" userId="e5ced5c2-d787-455d-b115-4f08a699b8c8" providerId="ADAL" clId="{346ECE53-D0EE-4664-97A2-EE5ED4BD15CE}" dt="2025-09-12T14:56:12.233" v="68" actId="478"/>
          <ac:spMkLst>
            <pc:docMk/>
            <pc:sldMk cId="3945607397" sldId="277"/>
            <ac:spMk id="4" creationId="{B95762E0-4C02-7430-7711-879AE8143420}"/>
          </ac:spMkLst>
        </pc:spChg>
        <pc:spChg chg="add mod">
          <ac:chgData name="JHEYSON FABIAN VILLAVISAN BUITRAGO" userId="e5ced5c2-d787-455d-b115-4f08a699b8c8" providerId="ADAL" clId="{346ECE53-D0EE-4664-97A2-EE5ED4BD15CE}" dt="2025-09-12T14:59:41.780" v="104" actId="20577"/>
          <ac:spMkLst>
            <pc:docMk/>
            <pc:sldMk cId="3945607397" sldId="277"/>
            <ac:spMk id="6" creationId="{684B3C1E-722D-E3E2-9D03-B36BCB46F0C4}"/>
          </ac:spMkLst>
        </pc:spChg>
        <pc:spChg chg="add mod">
          <ac:chgData name="JHEYSON FABIAN VILLAVISAN BUITRAGO" userId="e5ced5c2-d787-455d-b115-4f08a699b8c8" providerId="ADAL" clId="{346ECE53-D0EE-4664-97A2-EE5ED4BD15CE}" dt="2025-09-12T14:59:42.484" v="106"/>
          <ac:spMkLst>
            <pc:docMk/>
            <pc:sldMk cId="3945607397" sldId="277"/>
            <ac:spMk id="7" creationId="{799E0616-2CD9-3757-B001-70FC454B2B99}"/>
          </ac:spMkLst>
        </pc:spChg>
      </pc:sldChg>
      <pc:sldChg chg="del">
        <pc:chgData name="JHEYSON FABIAN VILLAVISAN BUITRAGO" userId="e5ced5c2-d787-455d-b115-4f08a699b8c8" providerId="ADAL" clId="{346ECE53-D0EE-4664-97A2-EE5ED4BD15CE}" dt="2025-09-12T14:39:17.290" v="15" actId="47"/>
        <pc:sldMkLst>
          <pc:docMk/>
          <pc:sldMk cId="2919251281" sldId="278"/>
        </pc:sldMkLst>
      </pc:sldChg>
      <pc:sldChg chg="addSp modSp add del mod">
        <pc:chgData name="JHEYSON FABIAN VILLAVISAN BUITRAGO" userId="e5ced5c2-d787-455d-b115-4f08a699b8c8" providerId="ADAL" clId="{346ECE53-D0EE-4664-97A2-EE5ED4BD15CE}" dt="2025-09-13T05:11:24.686" v="3810" actId="47"/>
        <pc:sldMkLst>
          <pc:docMk/>
          <pc:sldMk cId="3746561078" sldId="278"/>
        </pc:sldMkLst>
        <pc:spChg chg="add mod">
          <ac:chgData name="JHEYSON FABIAN VILLAVISAN BUITRAGO" userId="e5ced5c2-d787-455d-b115-4f08a699b8c8" providerId="ADAL" clId="{346ECE53-D0EE-4664-97A2-EE5ED4BD15CE}" dt="2025-09-12T15:00:25.856" v="111" actId="1076"/>
          <ac:spMkLst>
            <pc:docMk/>
            <pc:sldMk cId="3746561078" sldId="278"/>
            <ac:spMk id="2" creationId="{EE98EDC3-F098-5149-AC1F-7943F20F1D1B}"/>
          </ac:spMkLst>
        </pc:spChg>
        <pc:spChg chg="add mod">
          <ac:chgData name="JHEYSON FABIAN VILLAVISAN BUITRAGO" userId="e5ced5c2-d787-455d-b115-4f08a699b8c8" providerId="ADAL" clId="{346ECE53-D0EE-4664-97A2-EE5ED4BD15CE}" dt="2025-09-12T15:02:10.485" v="394" actId="255"/>
          <ac:spMkLst>
            <pc:docMk/>
            <pc:sldMk cId="3746561078" sldId="278"/>
            <ac:spMk id="4" creationId="{803C74F3-2E10-1883-816D-A4A452E6B140}"/>
          </ac:spMkLst>
        </pc:spChg>
        <pc:spChg chg="mod">
          <ac:chgData name="JHEYSON FABIAN VILLAVISAN BUITRAGO" userId="e5ced5c2-d787-455d-b115-4f08a699b8c8" providerId="ADAL" clId="{346ECE53-D0EE-4664-97A2-EE5ED4BD15CE}" dt="2025-09-12T15:02:56.069" v="405" actId="113"/>
          <ac:spMkLst>
            <pc:docMk/>
            <pc:sldMk cId="3746561078" sldId="278"/>
            <ac:spMk id="6" creationId="{F437BFB6-198B-61F7-A267-9230FE96B063}"/>
          </ac:spMkLst>
        </pc:spChg>
        <pc:spChg chg="mod">
          <ac:chgData name="JHEYSON FABIAN VILLAVISAN BUITRAGO" userId="e5ced5c2-d787-455d-b115-4f08a699b8c8" providerId="ADAL" clId="{346ECE53-D0EE-4664-97A2-EE5ED4BD15CE}" dt="2025-09-12T14:59:49.798" v="108" actId="20577"/>
          <ac:spMkLst>
            <pc:docMk/>
            <pc:sldMk cId="3746561078" sldId="278"/>
            <ac:spMk id="10" creationId="{A03F36E1-3F88-C0B3-1DB6-AD73D42D30EC}"/>
          </ac:spMkLst>
        </pc:spChg>
      </pc:sldChg>
      <pc:sldChg chg="delSp modSp add del mod ord">
        <pc:chgData name="JHEYSON FABIAN VILLAVISAN BUITRAGO" userId="e5ced5c2-d787-455d-b115-4f08a699b8c8" providerId="ADAL" clId="{346ECE53-D0EE-4664-97A2-EE5ED4BD15CE}" dt="2025-09-13T05:11:24.686" v="3810" actId="47"/>
        <pc:sldMkLst>
          <pc:docMk/>
          <pc:sldMk cId="1148687951" sldId="279"/>
        </pc:sldMkLst>
        <pc:spChg chg="del">
          <ac:chgData name="JHEYSON FABIAN VILLAVISAN BUITRAGO" userId="e5ced5c2-d787-455d-b115-4f08a699b8c8" providerId="ADAL" clId="{346ECE53-D0EE-4664-97A2-EE5ED4BD15CE}" dt="2025-09-12T15:31:01.074" v="784" actId="478"/>
          <ac:spMkLst>
            <pc:docMk/>
            <pc:sldMk cId="1148687951" sldId="279"/>
            <ac:spMk id="2" creationId="{D0863227-85A7-DBE3-F59C-ACC7152DC8EF}"/>
          </ac:spMkLst>
        </pc:spChg>
        <pc:spChg chg="mod">
          <ac:chgData name="JHEYSON FABIAN VILLAVISAN BUITRAGO" userId="e5ced5c2-d787-455d-b115-4f08a699b8c8" providerId="ADAL" clId="{346ECE53-D0EE-4664-97A2-EE5ED4BD15CE}" dt="2025-09-12T15:25:09.773" v="453" actId="20577"/>
          <ac:spMkLst>
            <pc:docMk/>
            <pc:sldMk cId="1148687951" sldId="279"/>
            <ac:spMk id="4" creationId="{97F29C58-5D06-CF4B-D841-734D0FDAEADF}"/>
          </ac:spMkLst>
        </pc:spChg>
        <pc:spChg chg="mod">
          <ac:chgData name="JHEYSON FABIAN VILLAVISAN BUITRAGO" userId="e5ced5c2-d787-455d-b115-4f08a699b8c8" providerId="ADAL" clId="{346ECE53-D0EE-4664-97A2-EE5ED4BD15CE}" dt="2025-09-12T15:34:16.124" v="889" actId="115"/>
          <ac:spMkLst>
            <pc:docMk/>
            <pc:sldMk cId="1148687951" sldId="279"/>
            <ac:spMk id="6" creationId="{687AF4B0-5700-9E1F-530B-2B7DE5DDCF1D}"/>
          </ac:spMkLst>
        </pc:spChg>
        <pc:spChg chg="mod">
          <ac:chgData name="JHEYSON FABIAN VILLAVISAN BUITRAGO" userId="e5ced5c2-d787-455d-b115-4f08a699b8c8" providerId="ADAL" clId="{346ECE53-D0EE-4664-97A2-EE5ED4BD15CE}" dt="2025-09-12T15:38:45.047" v="891" actId="20577"/>
          <ac:spMkLst>
            <pc:docMk/>
            <pc:sldMk cId="1148687951" sldId="279"/>
            <ac:spMk id="10" creationId="{BDD035CC-0D1B-27B2-B394-8E616BCE7DD6}"/>
          </ac:spMkLst>
        </pc:spChg>
      </pc:sldChg>
      <pc:sldChg chg="del">
        <pc:chgData name="JHEYSON FABIAN VILLAVISAN BUITRAGO" userId="e5ced5c2-d787-455d-b115-4f08a699b8c8" providerId="ADAL" clId="{346ECE53-D0EE-4664-97A2-EE5ED4BD15CE}" dt="2025-09-12T14:39:17.290" v="15" actId="47"/>
        <pc:sldMkLst>
          <pc:docMk/>
          <pc:sldMk cId="1436345519" sldId="279"/>
        </pc:sldMkLst>
      </pc:sldChg>
      <pc:sldChg chg="modSp add del mod">
        <pc:chgData name="JHEYSON FABIAN VILLAVISAN BUITRAGO" userId="e5ced5c2-d787-455d-b115-4f08a699b8c8" providerId="ADAL" clId="{346ECE53-D0EE-4664-97A2-EE5ED4BD15CE}" dt="2025-09-13T05:11:24.686" v="3810" actId="47"/>
        <pc:sldMkLst>
          <pc:docMk/>
          <pc:sldMk cId="1131463220" sldId="280"/>
        </pc:sldMkLst>
        <pc:spChg chg="mod">
          <ac:chgData name="JHEYSON FABIAN VILLAVISAN BUITRAGO" userId="e5ced5c2-d787-455d-b115-4f08a699b8c8" providerId="ADAL" clId="{346ECE53-D0EE-4664-97A2-EE5ED4BD15CE}" dt="2025-09-12T15:34:46.149" v="890" actId="20577"/>
          <ac:spMkLst>
            <pc:docMk/>
            <pc:sldMk cId="1131463220" sldId="280"/>
            <ac:spMk id="10" creationId="{F61BB614-6885-2680-D694-54925BBB48A1}"/>
          </ac:spMkLst>
        </pc:spChg>
      </pc:sldChg>
      <pc:sldChg chg="del">
        <pc:chgData name="JHEYSON FABIAN VILLAVISAN BUITRAGO" userId="e5ced5c2-d787-455d-b115-4f08a699b8c8" providerId="ADAL" clId="{346ECE53-D0EE-4664-97A2-EE5ED4BD15CE}" dt="2025-09-12T14:39:17.290" v="15" actId="47"/>
        <pc:sldMkLst>
          <pc:docMk/>
          <pc:sldMk cId="2814664192" sldId="280"/>
        </pc:sldMkLst>
      </pc:sldChg>
      <pc:sldChg chg="modSp add del mod ord">
        <pc:chgData name="JHEYSON FABIAN VILLAVISAN BUITRAGO" userId="e5ced5c2-d787-455d-b115-4f08a699b8c8" providerId="ADAL" clId="{346ECE53-D0EE-4664-97A2-EE5ED4BD15CE}" dt="2025-09-13T05:11:24.686" v="3810" actId="47"/>
        <pc:sldMkLst>
          <pc:docMk/>
          <pc:sldMk cId="2986019163" sldId="281"/>
        </pc:sldMkLst>
        <pc:spChg chg="mod">
          <ac:chgData name="JHEYSON FABIAN VILLAVISAN BUITRAGO" userId="e5ced5c2-d787-455d-b115-4f08a699b8c8" providerId="ADAL" clId="{346ECE53-D0EE-4664-97A2-EE5ED4BD15CE}" dt="2025-09-12T15:40:52.633" v="985" actId="20577"/>
          <ac:spMkLst>
            <pc:docMk/>
            <pc:sldMk cId="2986019163" sldId="281"/>
            <ac:spMk id="4" creationId="{BD3BE91F-F6AC-CFA7-1CE9-041082F7B67F}"/>
          </ac:spMkLst>
        </pc:spChg>
        <pc:spChg chg="mod">
          <ac:chgData name="JHEYSON FABIAN VILLAVISAN BUITRAGO" userId="e5ced5c2-d787-455d-b115-4f08a699b8c8" providerId="ADAL" clId="{346ECE53-D0EE-4664-97A2-EE5ED4BD15CE}" dt="2025-09-12T15:46:46.741" v="1195" actId="20577"/>
          <ac:spMkLst>
            <pc:docMk/>
            <pc:sldMk cId="2986019163" sldId="281"/>
            <ac:spMk id="6" creationId="{F52C42A0-526C-B140-57D9-F5520CF939C0}"/>
          </ac:spMkLst>
        </pc:spChg>
        <pc:spChg chg="mod">
          <ac:chgData name="JHEYSON FABIAN VILLAVISAN BUITRAGO" userId="e5ced5c2-d787-455d-b115-4f08a699b8c8" providerId="ADAL" clId="{346ECE53-D0EE-4664-97A2-EE5ED4BD15CE}" dt="2025-09-12T15:38:51.082" v="895" actId="20577"/>
          <ac:spMkLst>
            <pc:docMk/>
            <pc:sldMk cId="2986019163" sldId="281"/>
            <ac:spMk id="10" creationId="{7785CB6F-9B5E-7EC4-97F5-85319983DEFF}"/>
          </ac:spMkLst>
        </pc:spChg>
      </pc:sldChg>
      <pc:sldChg chg="del">
        <pc:chgData name="JHEYSON FABIAN VILLAVISAN BUITRAGO" userId="e5ced5c2-d787-455d-b115-4f08a699b8c8" providerId="ADAL" clId="{346ECE53-D0EE-4664-97A2-EE5ED4BD15CE}" dt="2025-09-12T14:39:17.290" v="15" actId="47"/>
        <pc:sldMkLst>
          <pc:docMk/>
          <pc:sldMk cId="3836185615" sldId="281"/>
        </pc:sldMkLst>
      </pc:sldChg>
      <pc:sldChg chg="del">
        <pc:chgData name="JHEYSON FABIAN VILLAVISAN BUITRAGO" userId="e5ced5c2-d787-455d-b115-4f08a699b8c8" providerId="ADAL" clId="{346ECE53-D0EE-4664-97A2-EE5ED4BD15CE}" dt="2025-09-12T14:39:17.290" v="15" actId="47"/>
        <pc:sldMkLst>
          <pc:docMk/>
          <pc:sldMk cId="2541286" sldId="282"/>
        </pc:sldMkLst>
      </pc:sldChg>
      <pc:sldChg chg="delSp modSp add del mod">
        <pc:chgData name="JHEYSON FABIAN VILLAVISAN BUITRAGO" userId="e5ced5c2-d787-455d-b115-4f08a699b8c8" providerId="ADAL" clId="{346ECE53-D0EE-4664-97A2-EE5ED4BD15CE}" dt="2025-09-13T05:11:24.686" v="3810" actId="47"/>
        <pc:sldMkLst>
          <pc:docMk/>
          <pc:sldMk cId="494517937" sldId="282"/>
        </pc:sldMkLst>
        <pc:spChg chg="del">
          <ac:chgData name="JHEYSON FABIAN VILLAVISAN BUITRAGO" userId="e5ced5c2-d787-455d-b115-4f08a699b8c8" providerId="ADAL" clId="{346ECE53-D0EE-4664-97A2-EE5ED4BD15CE}" dt="2025-09-12T15:51:12.114" v="1205" actId="478"/>
          <ac:spMkLst>
            <pc:docMk/>
            <pc:sldMk cId="494517937" sldId="282"/>
            <ac:spMk id="2" creationId="{4187095E-3E17-6587-985F-CD08B50930C6}"/>
          </ac:spMkLst>
        </pc:spChg>
        <pc:spChg chg="mod">
          <ac:chgData name="JHEYSON FABIAN VILLAVISAN BUITRAGO" userId="e5ced5c2-d787-455d-b115-4f08a699b8c8" providerId="ADAL" clId="{346ECE53-D0EE-4664-97A2-EE5ED4BD15CE}" dt="2025-09-12T15:45:21.628" v="1173" actId="20577"/>
          <ac:spMkLst>
            <pc:docMk/>
            <pc:sldMk cId="494517937" sldId="282"/>
            <ac:spMk id="4" creationId="{C3211D91-0E87-8980-10BC-806687D82ABF}"/>
          </ac:spMkLst>
        </pc:spChg>
        <pc:spChg chg="mod">
          <ac:chgData name="JHEYSON FABIAN VILLAVISAN BUITRAGO" userId="e5ced5c2-d787-455d-b115-4f08a699b8c8" providerId="ADAL" clId="{346ECE53-D0EE-4664-97A2-EE5ED4BD15CE}" dt="2025-09-12T15:46:28.431" v="1190" actId="1076"/>
          <ac:spMkLst>
            <pc:docMk/>
            <pc:sldMk cId="494517937" sldId="282"/>
            <ac:spMk id="6" creationId="{69BB5EE8-BC56-2D19-38B8-4DE17909746E}"/>
          </ac:spMkLst>
        </pc:spChg>
        <pc:spChg chg="mod">
          <ac:chgData name="JHEYSON FABIAN VILLAVISAN BUITRAGO" userId="e5ced5c2-d787-455d-b115-4f08a699b8c8" providerId="ADAL" clId="{346ECE53-D0EE-4664-97A2-EE5ED4BD15CE}" dt="2025-09-12T15:46:50.591" v="1196" actId="20577"/>
          <ac:spMkLst>
            <pc:docMk/>
            <pc:sldMk cId="494517937" sldId="282"/>
            <ac:spMk id="10" creationId="{36245763-A174-DCFD-F6D2-623CAB23B62B}"/>
          </ac:spMkLst>
        </pc:spChg>
      </pc:sldChg>
      <pc:sldChg chg="del">
        <pc:chgData name="JHEYSON FABIAN VILLAVISAN BUITRAGO" userId="e5ced5c2-d787-455d-b115-4f08a699b8c8" providerId="ADAL" clId="{346ECE53-D0EE-4664-97A2-EE5ED4BD15CE}" dt="2025-09-12T14:39:17.290" v="15" actId="47"/>
        <pc:sldMkLst>
          <pc:docMk/>
          <pc:sldMk cId="1249203809" sldId="283"/>
        </pc:sldMkLst>
      </pc:sldChg>
      <pc:sldChg chg="delSp modSp add del mod">
        <pc:chgData name="JHEYSON FABIAN VILLAVISAN BUITRAGO" userId="e5ced5c2-d787-455d-b115-4f08a699b8c8" providerId="ADAL" clId="{346ECE53-D0EE-4664-97A2-EE5ED4BD15CE}" dt="2025-09-13T05:11:24.686" v="3810" actId="47"/>
        <pc:sldMkLst>
          <pc:docMk/>
          <pc:sldMk cId="3663197592" sldId="283"/>
        </pc:sldMkLst>
        <pc:spChg chg="del">
          <ac:chgData name="JHEYSON FABIAN VILLAVISAN BUITRAGO" userId="e5ced5c2-d787-455d-b115-4f08a699b8c8" providerId="ADAL" clId="{346ECE53-D0EE-4664-97A2-EE5ED4BD15CE}" dt="2025-09-12T15:51:10.154" v="1204" actId="478"/>
          <ac:spMkLst>
            <pc:docMk/>
            <pc:sldMk cId="3663197592" sldId="283"/>
            <ac:spMk id="2" creationId="{577DE7DC-BE2E-3D0A-B670-DB86C9DE436A}"/>
          </ac:spMkLst>
        </pc:spChg>
        <pc:spChg chg="mod">
          <ac:chgData name="JHEYSON FABIAN VILLAVISAN BUITRAGO" userId="e5ced5c2-d787-455d-b115-4f08a699b8c8" providerId="ADAL" clId="{346ECE53-D0EE-4664-97A2-EE5ED4BD15CE}" dt="2025-09-13T03:12:48.842" v="1274" actId="20577"/>
          <ac:spMkLst>
            <pc:docMk/>
            <pc:sldMk cId="3663197592" sldId="283"/>
            <ac:spMk id="6" creationId="{67E0E06F-60DF-7EB8-8D4E-30A04AD53DF8}"/>
          </ac:spMkLst>
        </pc:spChg>
        <pc:spChg chg="mod">
          <ac:chgData name="JHEYSON FABIAN VILLAVISAN BUITRAGO" userId="e5ced5c2-d787-455d-b115-4f08a699b8c8" providerId="ADAL" clId="{346ECE53-D0EE-4664-97A2-EE5ED4BD15CE}" dt="2025-09-12T15:59:02.983" v="1211" actId="20577"/>
          <ac:spMkLst>
            <pc:docMk/>
            <pc:sldMk cId="3663197592" sldId="283"/>
            <ac:spMk id="10" creationId="{10ADF9DA-FBCD-36FD-AF1E-36FEE49C35F1}"/>
          </ac:spMkLst>
        </pc:spChg>
      </pc:sldChg>
      <pc:sldChg chg="del">
        <pc:chgData name="JHEYSON FABIAN VILLAVISAN BUITRAGO" userId="e5ced5c2-d787-455d-b115-4f08a699b8c8" providerId="ADAL" clId="{346ECE53-D0EE-4664-97A2-EE5ED4BD15CE}" dt="2025-09-12T14:39:17.290" v="15" actId="47"/>
        <pc:sldMkLst>
          <pc:docMk/>
          <pc:sldMk cId="834430153" sldId="284"/>
        </pc:sldMkLst>
      </pc:sldChg>
      <pc:sldChg chg="addSp modSp add del mod">
        <pc:chgData name="JHEYSON FABIAN VILLAVISAN BUITRAGO" userId="e5ced5c2-d787-455d-b115-4f08a699b8c8" providerId="ADAL" clId="{346ECE53-D0EE-4664-97A2-EE5ED4BD15CE}" dt="2025-09-13T05:11:24.686" v="3810" actId="47"/>
        <pc:sldMkLst>
          <pc:docMk/>
          <pc:sldMk cId="3099760383" sldId="284"/>
        </pc:sldMkLst>
        <pc:spChg chg="add mod">
          <ac:chgData name="JHEYSON FABIAN VILLAVISAN BUITRAGO" userId="e5ced5c2-d787-455d-b115-4f08a699b8c8" providerId="ADAL" clId="{346ECE53-D0EE-4664-97A2-EE5ED4BD15CE}" dt="2025-09-13T03:17:41.624" v="1396" actId="1076"/>
          <ac:spMkLst>
            <pc:docMk/>
            <pc:sldMk cId="3099760383" sldId="284"/>
            <ac:spMk id="3" creationId="{68E8DA0E-F25E-CF22-3287-CBC3A3CF72BC}"/>
          </ac:spMkLst>
        </pc:spChg>
        <pc:spChg chg="mod">
          <ac:chgData name="JHEYSON FABIAN VILLAVISAN BUITRAGO" userId="e5ced5c2-d787-455d-b115-4f08a699b8c8" providerId="ADAL" clId="{346ECE53-D0EE-4664-97A2-EE5ED4BD15CE}" dt="2025-09-13T03:15:24.652" v="1314" actId="113"/>
          <ac:spMkLst>
            <pc:docMk/>
            <pc:sldMk cId="3099760383" sldId="284"/>
            <ac:spMk id="6" creationId="{C3650EDA-30BA-9F38-F8B1-790C3575A148}"/>
          </ac:spMkLst>
        </pc:spChg>
        <pc:spChg chg="mod">
          <ac:chgData name="JHEYSON FABIAN VILLAVISAN BUITRAGO" userId="e5ced5c2-d787-455d-b115-4f08a699b8c8" providerId="ADAL" clId="{346ECE53-D0EE-4664-97A2-EE5ED4BD15CE}" dt="2025-09-13T03:14:20.510" v="1277" actId="20577"/>
          <ac:spMkLst>
            <pc:docMk/>
            <pc:sldMk cId="3099760383" sldId="284"/>
            <ac:spMk id="10" creationId="{02B75607-D9BC-7EB7-434D-8ACF9F24D784}"/>
          </ac:spMkLst>
        </pc:spChg>
        <pc:picChg chg="add mod">
          <ac:chgData name="JHEYSON FABIAN VILLAVISAN BUITRAGO" userId="e5ced5c2-d787-455d-b115-4f08a699b8c8" providerId="ADAL" clId="{346ECE53-D0EE-4664-97A2-EE5ED4BD15CE}" dt="2025-09-13T03:18:21.778" v="1411" actId="1076"/>
          <ac:picMkLst>
            <pc:docMk/>
            <pc:sldMk cId="3099760383" sldId="284"/>
            <ac:picMk id="8" creationId="{65FB83AA-5D06-5A37-9686-EAF601183983}"/>
          </ac:picMkLst>
        </pc:picChg>
        <pc:picChg chg="add mod">
          <ac:chgData name="JHEYSON FABIAN VILLAVISAN BUITRAGO" userId="e5ced5c2-d787-455d-b115-4f08a699b8c8" providerId="ADAL" clId="{346ECE53-D0EE-4664-97A2-EE5ED4BD15CE}" dt="2025-09-13T03:18:27.313" v="1413" actId="14100"/>
          <ac:picMkLst>
            <pc:docMk/>
            <pc:sldMk cId="3099760383" sldId="284"/>
            <ac:picMk id="1026" creationId="{E84B4310-9F65-73B8-29BC-1F2767C29E05}"/>
          </ac:picMkLst>
        </pc:picChg>
      </pc:sldChg>
      <pc:sldChg chg="new del">
        <pc:chgData name="JHEYSON FABIAN VILLAVISAN BUITRAGO" userId="e5ced5c2-d787-455d-b115-4f08a699b8c8" providerId="ADAL" clId="{346ECE53-D0EE-4664-97A2-EE5ED4BD15CE}" dt="2025-09-13T03:19:13.259" v="1415" actId="680"/>
        <pc:sldMkLst>
          <pc:docMk/>
          <pc:sldMk cId="1480763866" sldId="285"/>
        </pc:sldMkLst>
      </pc:sldChg>
      <pc:sldChg chg="addSp delSp modSp add del mod">
        <pc:chgData name="JHEYSON FABIAN VILLAVISAN BUITRAGO" userId="e5ced5c2-d787-455d-b115-4f08a699b8c8" providerId="ADAL" clId="{346ECE53-D0EE-4664-97A2-EE5ED4BD15CE}" dt="2025-09-13T05:11:24.686" v="3810" actId="47"/>
        <pc:sldMkLst>
          <pc:docMk/>
          <pc:sldMk cId="2372076187" sldId="285"/>
        </pc:sldMkLst>
        <pc:spChg chg="mod">
          <ac:chgData name="JHEYSON FABIAN VILLAVISAN BUITRAGO" userId="e5ced5c2-d787-455d-b115-4f08a699b8c8" providerId="ADAL" clId="{346ECE53-D0EE-4664-97A2-EE5ED4BD15CE}" dt="2025-09-13T03:23:07.158" v="1795" actId="1076"/>
          <ac:spMkLst>
            <pc:docMk/>
            <pc:sldMk cId="2372076187" sldId="285"/>
            <ac:spMk id="3" creationId="{2722AC7A-C5C6-6808-5BDF-7600F2B62D6F}"/>
          </ac:spMkLst>
        </pc:spChg>
        <pc:spChg chg="mod">
          <ac:chgData name="JHEYSON FABIAN VILLAVISAN BUITRAGO" userId="e5ced5c2-d787-455d-b115-4f08a699b8c8" providerId="ADAL" clId="{346ECE53-D0EE-4664-97A2-EE5ED4BD15CE}" dt="2025-09-13T03:26:07.917" v="1811" actId="20577"/>
          <ac:spMkLst>
            <pc:docMk/>
            <pc:sldMk cId="2372076187" sldId="285"/>
            <ac:spMk id="6" creationId="{6525BC43-A8CA-9E96-21AB-C51CAF8F3C85}"/>
          </ac:spMkLst>
        </pc:spChg>
        <pc:spChg chg="mod">
          <ac:chgData name="JHEYSON FABIAN VILLAVISAN BUITRAGO" userId="e5ced5c2-d787-455d-b115-4f08a699b8c8" providerId="ADAL" clId="{346ECE53-D0EE-4664-97A2-EE5ED4BD15CE}" dt="2025-09-13T03:19:17.049" v="1418" actId="20577"/>
          <ac:spMkLst>
            <pc:docMk/>
            <pc:sldMk cId="2372076187" sldId="285"/>
            <ac:spMk id="10" creationId="{4CDBFCD3-73B9-47A1-36AE-A1CFCAF4C576}"/>
          </ac:spMkLst>
        </pc:spChg>
        <pc:picChg chg="del">
          <ac:chgData name="JHEYSON FABIAN VILLAVISAN BUITRAGO" userId="e5ced5c2-d787-455d-b115-4f08a699b8c8" providerId="ADAL" clId="{346ECE53-D0EE-4664-97A2-EE5ED4BD15CE}" dt="2025-09-13T03:19:57.243" v="1490" actId="478"/>
          <ac:picMkLst>
            <pc:docMk/>
            <pc:sldMk cId="2372076187" sldId="285"/>
            <ac:picMk id="8" creationId="{2C9289E9-4807-375D-29B9-130EE3E1FE97}"/>
          </ac:picMkLst>
        </pc:picChg>
        <pc:picChg chg="del">
          <ac:chgData name="JHEYSON FABIAN VILLAVISAN BUITRAGO" userId="e5ced5c2-d787-455d-b115-4f08a699b8c8" providerId="ADAL" clId="{346ECE53-D0EE-4664-97A2-EE5ED4BD15CE}" dt="2025-09-13T03:19:56.166" v="1489" actId="478"/>
          <ac:picMkLst>
            <pc:docMk/>
            <pc:sldMk cId="2372076187" sldId="285"/>
            <ac:picMk id="1026" creationId="{D84AC573-7E7A-5340-8654-5543BC21C63D}"/>
          </ac:picMkLst>
        </pc:picChg>
        <pc:picChg chg="add del mod">
          <ac:chgData name="JHEYSON FABIAN VILLAVISAN BUITRAGO" userId="e5ced5c2-d787-455d-b115-4f08a699b8c8" providerId="ADAL" clId="{346ECE53-D0EE-4664-97A2-EE5ED4BD15CE}" dt="2025-09-13T03:24:02.503" v="1800" actId="478"/>
          <ac:picMkLst>
            <pc:docMk/>
            <pc:sldMk cId="2372076187" sldId="285"/>
            <ac:picMk id="2050" creationId="{FB1C132C-07B0-BE65-DD9F-5CD3A3CA5B5A}"/>
          </ac:picMkLst>
        </pc:picChg>
        <pc:picChg chg="add mod">
          <ac:chgData name="JHEYSON FABIAN VILLAVISAN BUITRAGO" userId="e5ced5c2-d787-455d-b115-4f08a699b8c8" providerId="ADAL" clId="{346ECE53-D0EE-4664-97A2-EE5ED4BD15CE}" dt="2025-09-13T03:24:47.286" v="1803" actId="1076"/>
          <ac:picMkLst>
            <pc:docMk/>
            <pc:sldMk cId="2372076187" sldId="285"/>
            <ac:picMk id="2052" creationId="{C0974DFB-289E-26FA-6CDE-8F42D25BAAB8}"/>
          </ac:picMkLst>
        </pc:picChg>
        <pc:picChg chg="add mod">
          <ac:chgData name="JHEYSON FABIAN VILLAVISAN BUITRAGO" userId="e5ced5c2-d787-455d-b115-4f08a699b8c8" providerId="ADAL" clId="{346ECE53-D0EE-4664-97A2-EE5ED4BD15CE}" dt="2025-09-13T03:25:07.475" v="1806" actId="1076"/>
          <ac:picMkLst>
            <pc:docMk/>
            <pc:sldMk cId="2372076187" sldId="285"/>
            <ac:picMk id="2054" creationId="{8A3C638C-7E65-A40A-4104-0D9CAA00F638}"/>
          </ac:picMkLst>
        </pc:picChg>
      </pc:sldChg>
      <pc:sldChg chg="del">
        <pc:chgData name="JHEYSON FABIAN VILLAVISAN BUITRAGO" userId="e5ced5c2-d787-455d-b115-4f08a699b8c8" providerId="ADAL" clId="{346ECE53-D0EE-4664-97A2-EE5ED4BD15CE}" dt="2025-09-12T14:39:17.290" v="15" actId="47"/>
        <pc:sldMkLst>
          <pc:docMk/>
          <pc:sldMk cId="2871355928" sldId="285"/>
        </pc:sldMkLst>
      </pc:sldChg>
      <pc:sldChg chg="addSp delSp modSp add del mod">
        <pc:chgData name="JHEYSON FABIAN VILLAVISAN BUITRAGO" userId="e5ced5c2-d787-455d-b115-4f08a699b8c8" providerId="ADAL" clId="{346ECE53-D0EE-4664-97A2-EE5ED4BD15CE}" dt="2025-09-13T05:11:24.686" v="3810" actId="47"/>
        <pc:sldMkLst>
          <pc:docMk/>
          <pc:sldMk cId="884579945" sldId="286"/>
        </pc:sldMkLst>
        <pc:spChg chg="add mod">
          <ac:chgData name="JHEYSON FABIAN VILLAVISAN BUITRAGO" userId="e5ced5c2-d787-455d-b115-4f08a699b8c8" providerId="ADAL" clId="{346ECE53-D0EE-4664-97A2-EE5ED4BD15CE}" dt="2025-09-13T03:29:34.987" v="1869" actId="207"/>
          <ac:spMkLst>
            <pc:docMk/>
            <pc:sldMk cId="884579945" sldId="286"/>
            <ac:spMk id="2" creationId="{1079C164-90B4-2CFB-9C18-E474059766EA}"/>
          </ac:spMkLst>
        </pc:spChg>
        <pc:spChg chg="del">
          <ac:chgData name="JHEYSON FABIAN VILLAVISAN BUITRAGO" userId="e5ced5c2-d787-455d-b115-4f08a699b8c8" providerId="ADAL" clId="{346ECE53-D0EE-4664-97A2-EE5ED4BD15CE}" dt="2025-09-13T03:27:40.528" v="1856" actId="478"/>
          <ac:spMkLst>
            <pc:docMk/>
            <pc:sldMk cId="884579945" sldId="286"/>
            <ac:spMk id="3" creationId="{128D039A-1CAA-DA1E-8C84-24DB5188196D}"/>
          </ac:spMkLst>
        </pc:spChg>
        <pc:spChg chg="mod">
          <ac:chgData name="JHEYSON FABIAN VILLAVISAN BUITRAGO" userId="e5ced5c2-d787-455d-b115-4f08a699b8c8" providerId="ADAL" clId="{346ECE53-D0EE-4664-97A2-EE5ED4BD15CE}" dt="2025-09-13T03:38:18.281" v="2225" actId="113"/>
          <ac:spMkLst>
            <pc:docMk/>
            <pc:sldMk cId="884579945" sldId="286"/>
            <ac:spMk id="6" creationId="{9C89D0C1-4C43-2601-B8DE-32CD4E23BEEB}"/>
          </ac:spMkLst>
        </pc:spChg>
        <pc:spChg chg="add mod">
          <ac:chgData name="JHEYSON FABIAN VILLAVISAN BUITRAGO" userId="e5ced5c2-d787-455d-b115-4f08a699b8c8" providerId="ADAL" clId="{346ECE53-D0EE-4664-97A2-EE5ED4BD15CE}" dt="2025-09-13T03:29:39.858" v="1871" actId="1076"/>
          <ac:spMkLst>
            <pc:docMk/>
            <pc:sldMk cId="884579945" sldId="286"/>
            <ac:spMk id="7" creationId="{0B027638-5B83-DF0C-2F4C-C5796EC549FD}"/>
          </ac:spMkLst>
        </pc:spChg>
        <pc:spChg chg="mod">
          <ac:chgData name="JHEYSON FABIAN VILLAVISAN BUITRAGO" userId="e5ced5c2-d787-455d-b115-4f08a699b8c8" providerId="ADAL" clId="{346ECE53-D0EE-4664-97A2-EE5ED4BD15CE}" dt="2025-09-13T03:28:21.533" v="1865" actId="20577"/>
          <ac:spMkLst>
            <pc:docMk/>
            <pc:sldMk cId="884579945" sldId="286"/>
            <ac:spMk id="10" creationId="{C5C577E2-63E3-56E8-BB1E-314F4866D684}"/>
          </ac:spMkLst>
        </pc:spChg>
        <pc:picChg chg="del">
          <ac:chgData name="JHEYSON FABIAN VILLAVISAN BUITRAGO" userId="e5ced5c2-d787-455d-b115-4f08a699b8c8" providerId="ADAL" clId="{346ECE53-D0EE-4664-97A2-EE5ED4BD15CE}" dt="2025-09-13T03:27:41.999" v="1858" actId="478"/>
          <ac:picMkLst>
            <pc:docMk/>
            <pc:sldMk cId="884579945" sldId="286"/>
            <ac:picMk id="2052" creationId="{3BE5ED93-FB78-9FF7-CD57-663E6C1FAC86}"/>
          </ac:picMkLst>
        </pc:picChg>
        <pc:picChg chg="del">
          <ac:chgData name="JHEYSON FABIAN VILLAVISAN BUITRAGO" userId="e5ced5c2-d787-455d-b115-4f08a699b8c8" providerId="ADAL" clId="{346ECE53-D0EE-4664-97A2-EE5ED4BD15CE}" dt="2025-09-13T03:27:41.320" v="1857" actId="478"/>
          <ac:picMkLst>
            <pc:docMk/>
            <pc:sldMk cId="884579945" sldId="286"/>
            <ac:picMk id="2054" creationId="{6C6ED1CB-B5CE-A186-E962-15B3948DE1DC}"/>
          </ac:picMkLst>
        </pc:picChg>
        <pc:picChg chg="add mod">
          <ac:chgData name="JHEYSON FABIAN VILLAVISAN BUITRAGO" userId="e5ced5c2-d787-455d-b115-4f08a699b8c8" providerId="ADAL" clId="{346ECE53-D0EE-4664-97A2-EE5ED4BD15CE}" dt="2025-09-13T03:28:40.140" v="1866" actId="1076"/>
          <ac:picMkLst>
            <pc:docMk/>
            <pc:sldMk cId="884579945" sldId="286"/>
            <ac:picMk id="3074" creationId="{4D048334-F1FE-EB2E-BB21-CD5EB0BFC073}"/>
          </ac:picMkLst>
        </pc:picChg>
      </pc:sldChg>
      <pc:sldChg chg="del">
        <pc:chgData name="JHEYSON FABIAN VILLAVISAN BUITRAGO" userId="e5ced5c2-d787-455d-b115-4f08a699b8c8" providerId="ADAL" clId="{346ECE53-D0EE-4664-97A2-EE5ED4BD15CE}" dt="2025-09-12T14:39:17.290" v="15" actId="47"/>
        <pc:sldMkLst>
          <pc:docMk/>
          <pc:sldMk cId="2664902677" sldId="286"/>
        </pc:sldMkLst>
      </pc:sldChg>
      <pc:sldChg chg="del">
        <pc:chgData name="JHEYSON FABIAN VILLAVISAN BUITRAGO" userId="e5ced5c2-d787-455d-b115-4f08a699b8c8" providerId="ADAL" clId="{346ECE53-D0EE-4664-97A2-EE5ED4BD15CE}" dt="2025-09-12T14:39:17.290" v="15" actId="47"/>
        <pc:sldMkLst>
          <pc:docMk/>
          <pc:sldMk cId="1073089991" sldId="287"/>
        </pc:sldMkLst>
      </pc:sldChg>
      <pc:sldChg chg="addSp delSp modSp add del mod">
        <pc:chgData name="JHEYSON FABIAN VILLAVISAN BUITRAGO" userId="e5ced5c2-d787-455d-b115-4f08a699b8c8" providerId="ADAL" clId="{346ECE53-D0EE-4664-97A2-EE5ED4BD15CE}" dt="2025-09-13T05:11:24.686" v="3810" actId="47"/>
        <pc:sldMkLst>
          <pc:docMk/>
          <pc:sldMk cId="1441206610" sldId="287"/>
        </pc:sldMkLst>
        <pc:spChg chg="del">
          <ac:chgData name="JHEYSON FABIAN VILLAVISAN BUITRAGO" userId="e5ced5c2-d787-455d-b115-4f08a699b8c8" providerId="ADAL" clId="{346ECE53-D0EE-4664-97A2-EE5ED4BD15CE}" dt="2025-09-13T03:30:38.742" v="1906" actId="478"/>
          <ac:spMkLst>
            <pc:docMk/>
            <pc:sldMk cId="1441206610" sldId="287"/>
            <ac:spMk id="2" creationId="{B4A5D48A-4A95-581B-11E0-54D1BA909999}"/>
          </ac:spMkLst>
        </pc:spChg>
        <pc:spChg chg="add">
          <ac:chgData name="JHEYSON FABIAN VILLAVISAN BUITRAGO" userId="e5ced5c2-d787-455d-b115-4f08a699b8c8" providerId="ADAL" clId="{346ECE53-D0EE-4664-97A2-EE5ED4BD15CE}" dt="2025-09-13T03:30:40.423" v="1907"/>
          <ac:spMkLst>
            <pc:docMk/>
            <pc:sldMk cId="1441206610" sldId="287"/>
            <ac:spMk id="3" creationId="{6468731B-FA8B-EFD4-41B4-B705EB0662BF}"/>
          </ac:spMkLst>
        </pc:spChg>
        <pc:spChg chg="mod">
          <ac:chgData name="JHEYSON FABIAN VILLAVISAN BUITRAGO" userId="e5ced5c2-d787-455d-b115-4f08a699b8c8" providerId="ADAL" clId="{346ECE53-D0EE-4664-97A2-EE5ED4BD15CE}" dt="2025-09-13T03:32:31.183" v="2144" actId="20577"/>
          <ac:spMkLst>
            <pc:docMk/>
            <pc:sldMk cId="1441206610" sldId="287"/>
            <ac:spMk id="6" creationId="{3DB5E809-A8ED-6A5F-BD47-3EBE59047B28}"/>
          </ac:spMkLst>
        </pc:spChg>
        <pc:spChg chg="del">
          <ac:chgData name="JHEYSON FABIAN VILLAVISAN BUITRAGO" userId="e5ced5c2-d787-455d-b115-4f08a699b8c8" providerId="ADAL" clId="{346ECE53-D0EE-4664-97A2-EE5ED4BD15CE}" dt="2025-09-13T03:30:37.988" v="1905" actId="478"/>
          <ac:spMkLst>
            <pc:docMk/>
            <pc:sldMk cId="1441206610" sldId="287"/>
            <ac:spMk id="7" creationId="{5AFC1434-D130-B668-6771-5D365FBC290C}"/>
          </ac:spMkLst>
        </pc:spChg>
        <pc:spChg chg="add del">
          <ac:chgData name="JHEYSON FABIAN VILLAVISAN BUITRAGO" userId="e5ced5c2-d787-455d-b115-4f08a699b8c8" providerId="ADAL" clId="{346ECE53-D0EE-4664-97A2-EE5ED4BD15CE}" dt="2025-09-13T03:30:46.181" v="1909" actId="478"/>
          <ac:spMkLst>
            <pc:docMk/>
            <pc:sldMk cId="1441206610" sldId="287"/>
            <ac:spMk id="8" creationId="{63C23739-6CE2-1611-1390-91AB5AC7EBA2}"/>
          </ac:spMkLst>
        </pc:spChg>
        <pc:spChg chg="add">
          <ac:chgData name="JHEYSON FABIAN VILLAVISAN BUITRAGO" userId="e5ced5c2-d787-455d-b115-4f08a699b8c8" providerId="ADAL" clId="{346ECE53-D0EE-4664-97A2-EE5ED4BD15CE}" dt="2025-09-13T03:31:04.091" v="1910"/>
          <ac:spMkLst>
            <pc:docMk/>
            <pc:sldMk cId="1441206610" sldId="287"/>
            <ac:spMk id="9" creationId="{2B2BF2A7-ABE2-C12D-43CD-7663F7693691}"/>
          </ac:spMkLst>
        </pc:spChg>
        <pc:spChg chg="mod">
          <ac:chgData name="JHEYSON FABIAN VILLAVISAN BUITRAGO" userId="e5ced5c2-d787-455d-b115-4f08a699b8c8" providerId="ADAL" clId="{346ECE53-D0EE-4664-97A2-EE5ED4BD15CE}" dt="2025-09-13T03:32:35.848" v="2146" actId="20577"/>
          <ac:spMkLst>
            <pc:docMk/>
            <pc:sldMk cId="1441206610" sldId="287"/>
            <ac:spMk id="10" creationId="{D6EA273E-F2BF-8D5A-267C-DF5BB77741B6}"/>
          </ac:spMkLst>
        </pc:spChg>
        <pc:picChg chg="add mod">
          <ac:chgData name="JHEYSON FABIAN VILLAVISAN BUITRAGO" userId="e5ced5c2-d787-455d-b115-4f08a699b8c8" providerId="ADAL" clId="{346ECE53-D0EE-4664-97A2-EE5ED4BD15CE}" dt="2025-09-13T03:31:19.332" v="1914" actId="1076"/>
          <ac:picMkLst>
            <pc:docMk/>
            <pc:sldMk cId="1441206610" sldId="287"/>
            <ac:picMk id="12" creationId="{929FFF2C-4CC4-AED5-0655-27A72112F1B3}"/>
          </ac:picMkLst>
        </pc:picChg>
        <pc:picChg chg="del">
          <ac:chgData name="JHEYSON FABIAN VILLAVISAN BUITRAGO" userId="e5ced5c2-d787-455d-b115-4f08a699b8c8" providerId="ADAL" clId="{346ECE53-D0EE-4664-97A2-EE5ED4BD15CE}" dt="2025-09-13T03:30:13.901" v="1904" actId="478"/>
          <ac:picMkLst>
            <pc:docMk/>
            <pc:sldMk cId="1441206610" sldId="287"/>
            <ac:picMk id="3074" creationId="{DFF79291-B1B4-7504-6400-CDBFCBA264F1}"/>
          </ac:picMkLst>
        </pc:picChg>
      </pc:sldChg>
      <pc:sldChg chg="delSp modSp add del mod">
        <pc:chgData name="JHEYSON FABIAN VILLAVISAN BUITRAGO" userId="e5ced5c2-d787-455d-b115-4f08a699b8c8" providerId="ADAL" clId="{346ECE53-D0EE-4664-97A2-EE5ED4BD15CE}" dt="2025-09-13T05:11:24.686" v="3810" actId="47"/>
        <pc:sldMkLst>
          <pc:docMk/>
          <pc:sldMk cId="1620504128" sldId="288"/>
        </pc:sldMkLst>
        <pc:spChg chg="mod">
          <ac:chgData name="JHEYSON FABIAN VILLAVISAN BUITRAGO" userId="e5ced5c2-d787-455d-b115-4f08a699b8c8" providerId="ADAL" clId="{346ECE53-D0EE-4664-97A2-EE5ED4BD15CE}" dt="2025-09-13T03:35:24.208" v="2222" actId="113"/>
          <ac:spMkLst>
            <pc:docMk/>
            <pc:sldMk cId="1620504128" sldId="288"/>
            <ac:spMk id="6" creationId="{320B4B20-943E-B532-006E-178AF4872D88}"/>
          </ac:spMkLst>
        </pc:spChg>
        <pc:spChg chg="mod">
          <ac:chgData name="JHEYSON FABIAN VILLAVISAN BUITRAGO" userId="e5ced5c2-d787-455d-b115-4f08a699b8c8" providerId="ADAL" clId="{346ECE53-D0EE-4664-97A2-EE5ED4BD15CE}" dt="2025-09-13T03:35:28.533" v="2224" actId="20577"/>
          <ac:spMkLst>
            <pc:docMk/>
            <pc:sldMk cId="1620504128" sldId="288"/>
            <ac:spMk id="10" creationId="{E201037E-1DA4-D08F-EF3A-F291F587B5EF}"/>
          </ac:spMkLst>
        </pc:spChg>
        <pc:picChg chg="del">
          <ac:chgData name="JHEYSON FABIAN VILLAVISAN BUITRAGO" userId="e5ced5c2-d787-455d-b115-4f08a699b8c8" providerId="ADAL" clId="{346ECE53-D0EE-4664-97A2-EE5ED4BD15CE}" dt="2025-09-13T03:34:11.842" v="2148" actId="478"/>
          <ac:picMkLst>
            <pc:docMk/>
            <pc:sldMk cId="1620504128" sldId="288"/>
            <ac:picMk id="12" creationId="{59E31658-858D-6950-EF0E-306BDEBA4974}"/>
          </ac:picMkLst>
        </pc:picChg>
      </pc:sldChg>
      <pc:sldChg chg="del">
        <pc:chgData name="JHEYSON FABIAN VILLAVISAN BUITRAGO" userId="e5ced5c2-d787-455d-b115-4f08a699b8c8" providerId="ADAL" clId="{346ECE53-D0EE-4664-97A2-EE5ED4BD15CE}" dt="2025-09-12T14:39:17.290" v="15" actId="47"/>
        <pc:sldMkLst>
          <pc:docMk/>
          <pc:sldMk cId="3711119762" sldId="288"/>
        </pc:sldMkLst>
      </pc:sldChg>
      <pc:sldChg chg="del">
        <pc:chgData name="JHEYSON FABIAN VILLAVISAN BUITRAGO" userId="e5ced5c2-d787-455d-b115-4f08a699b8c8" providerId="ADAL" clId="{346ECE53-D0EE-4664-97A2-EE5ED4BD15CE}" dt="2025-09-12T14:39:17.290" v="15" actId="47"/>
        <pc:sldMkLst>
          <pc:docMk/>
          <pc:sldMk cId="1844154036" sldId="289"/>
        </pc:sldMkLst>
      </pc:sldChg>
      <pc:sldChg chg="addSp delSp modSp add del mod">
        <pc:chgData name="JHEYSON FABIAN VILLAVISAN BUITRAGO" userId="e5ced5c2-d787-455d-b115-4f08a699b8c8" providerId="ADAL" clId="{346ECE53-D0EE-4664-97A2-EE5ED4BD15CE}" dt="2025-09-13T05:11:24.686" v="3810" actId="47"/>
        <pc:sldMkLst>
          <pc:docMk/>
          <pc:sldMk cId="3874451147" sldId="289"/>
        </pc:sldMkLst>
        <pc:spChg chg="mod">
          <ac:chgData name="JHEYSON FABIAN VILLAVISAN BUITRAGO" userId="e5ced5c2-d787-455d-b115-4f08a699b8c8" providerId="ADAL" clId="{346ECE53-D0EE-4664-97A2-EE5ED4BD15CE}" dt="2025-09-13T03:38:32.923" v="2237" actId="20577"/>
          <ac:spMkLst>
            <pc:docMk/>
            <pc:sldMk cId="3874451147" sldId="289"/>
            <ac:spMk id="4" creationId="{85F96B76-9DC3-733E-9551-529BA3080877}"/>
          </ac:spMkLst>
        </pc:spChg>
        <pc:spChg chg="mod">
          <ac:chgData name="JHEYSON FABIAN VILLAVISAN BUITRAGO" userId="e5ced5c2-d787-455d-b115-4f08a699b8c8" providerId="ADAL" clId="{346ECE53-D0EE-4664-97A2-EE5ED4BD15CE}" dt="2025-09-13T03:44:41.363" v="2266" actId="403"/>
          <ac:spMkLst>
            <pc:docMk/>
            <pc:sldMk cId="3874451147" sldId="289"/>
            <ac:spMk id="6" creationId="{97AE601D-86F5-C2F0-2D47-283341152B04}"/>
          </ac:spMkLst>
        </pc:spChg>
        <pc:spChg chg="mod">
          <ac:chgData name="JHEYSON FABIAN VILLAVISAN BUITRAGO" userId="e5ced5c2-d787-455d-b115-4f08a699b8c8" providerId="ADAL" clId="{346ECE53-D0EE-4664-97A2-EE5ED4BD15CE}" dt="2025-09-13T03:42:19.352" v="2245" actId="20577"/>
          <ac:spMkLst>
            <pc:docMk/>
            <pc:sldMk cId="3874451147" sldId="289"/>
            <ac:spMk id="10" creationId="{E5800FF2-D075-CB4F-38AF-3ECBEAA017A1}"/>
          </ac:spMkLst>
        </pc:spChg>
        <pc:picChg chg="add del mod">
          <ac:chgData name="JHEYSON FABIAN VILLAVISAN BUITRAGO" userId="e5ced5c2-d787-455d-b115-4f08a699b8c8" providerId="ADAL" clId="{346ECE53-D0EE-4664-97A2-EE5ED4BD15CE}" dt="2025-09-13T03:43:16.084" v="2253" actId="478"/>
          <ac:picMkLst>
            <pc:docMk/>
            <pc:sldMk cId="3874451147" sldId="289"/>
            <ac:picMk id="5122" creationId="{CA824B2E-2B2C-71A9-4071-DF2498FFDC3B}"/>
          </ac:picMkLst>
        </pc:picChg>
        <pc:picChg chg="add del mod">
          <ac:chgData name="JHEYSON FABIAN VILLAVISAN BUITRAGO" userId="e5ced5c2-d787-455d-b115-4f08a699b8c8" providerId="ADAL" clId="{346ECE53-D0EE-4664-97A2-EE5ED4BD15CE}" dt="2025-09-13T03:49:32.920" v="2309" actId="478"/>
          <ac:picMkLst>
            <pc:docMk/>
            <pc:sldMk cId="3874451147" sldId="289"/>
            <ac:picMk id="5124" creationId="{A582EA95-5173-D571-7945-34AE356439FF}"/>
          </ac:picMkLst>
        </pc:picChg>
        <pc:picChg chg="add mod">
          <ac:chgData name="JHEYSON FABIAN VILLAVISAN BUITRAGO" userId="e5ced5c2-d787-455d-b115-4f08a699b8c8" providerId="ADAL" clId="{346ECE53-D0EE-4664-97A2-EE5ED4BD15CE}" dt="2025-09-13T03:49:44.013" v="2317" actId="1076"/>
          <ac:picMkLst>
            <pc:docMk/>
            <pc:sldMk cId="3874451147" sldId="289"/>
            <ac:picMk id="5126" creationId="{A88634BA-3C09-8EC5-2E3F-12728C82041F}"/>
          </ac:picMkLst>
        </pc:picChg>
      </pc:sldChg>
      <pc:sldChg chg="addSp delSp modSp add del mod">
        <pc:chgData name="JHEYSON FABIAN VILLAVISAN BUITRAGO" userId="e5ced5c2-d787-455d-b115-4f08a699b8c8" providerId="ADAL" clId="{346ECE53-D0EE-4664-97A2-EE5ED4BD15CE}" dt="2025-09-13T05:11:24.686" v="3810" actId="47"/>
        <pc:sldMkLst>
          <pc:docMk/>
          <pc:sldMk cId="1838750615" sldId="290"/>
        </pc:sldMkLst>
        <pc:spChg chg="mod">
          <ac:chgData name="JHEYSON FABIAN VILLAVISAN BUITRAGO" userId="e5ced5c2-d787-455d-b115-4f08a699b8c8" providerId="ADAL" clId="{346ECE53-D0EE-4664-97A2-EE5ED4BD15CE}" dt="2025-09-13T03:45:35.789" v="2274" actId="20577"/>
          <ac:spMkLst>
            <pc:docMk/>
            <pc:sldMk cId="1838750615" sldId="290"/>
            <ac:spMk id="6" creationId="{8EAED660-5085-6B2A-E15F-EF6792A118C6}"/>
          </ac:spMkLst>
        </pc:spChg>
        <pc:spChg chg="mod">
          <ac:chgData name="JHEYSON FABIAN VILLAVISAN BUITRAGO" userId="e5ced5c2-d787-455d-b115-4f08a699b8c8" providerId="ADAL" clId="{346ECE53-D0EE-4664-97A2-EE5ED4BD15CE}" dt="2025-09-13T03:45:31.359" v="2273" actId="20577"/>
          <ac:spMkLst>
            <pc:docMk/>
            <pc:sldMk cId="1838750615" sldId="290"/>
            <ac:spMk id="10" creationId="{92321D03-824C-B16A-4204-0EF70CD36654}"/>
          </ac:spMkLst>
        </pc:spChg>
        <pc:picChg chg="add mod">
          <ac:chgData name="JHEYSON FABIAN VILLAVISAN BUITRAGO" userId="e5ced5c2-d787-455d-b115-4f08a699b8c8" providerId="ADAL" clId="{346ECE53-D0EE-4664-97A2-EE5ED4BD15CE}" dt="2025-09-13T03:49:48.131" v="2319"/>
          <ac:picMkLst>
            <pc:docMk/>
            <pc:sldMk cId="1838750615" sldId="290"/>
            <ac:picMk id="2" creationId="{E99EFF56-FBC8-8B7F-C555-46DB49933BCF}"/>
          </ac:picMkLst>
        </pc:picChg>
        <pc:picChg chg="del mod">
          <ac:chgData name="JHEYSON FABIAN VILLAVISAN BUITRAGO" userId="e5ced5c2-d787-455d-b115-4f08a699b8c8" providerId="ADAL" clId="{346ECE53-D0EE-4664-97A2-EE5ED4BD15CE}" dt="2025-09-13T03:49:46.062" v="2318" actId="478"/>
          <ac:picMkLst>
            <pc:docMk/>
            <pc:sldMk cId="1838750615" sldId="290"/>
            <ac:picMk id="5124" creationId="{DA9D2396-C70F-9EE6-3D27-5C9F9B42BC53}"/>
          </ac:picMkLst>
        </pc:picChg>
      </pc:sldChg>
      <pc:sldChg chg="add del">
        <pc:chgData name="JHEYSON FABIAN VILLAVISAN BUITRAGO" userId="e5ced5c2-d787-455d-b115-4f08a699b8c8" providerId="ADAL" clId="{346ECE53-D0EE-4664-97A2-EE5ED4BD15CE}" dt="2025-09-13T03:44:30.970" v="2262" actId="2696"/>
        <pc:sldMkLst>
          <pc:docMk/>
          <pc:sldMk cId="2920125484" sldId="290"/>
        </pc:sldMkLst>
      </pc:sldChg>
      <pc:sldChg chg="addSp delSp modSp add del mod">
        <pc:chgData name="JHEYSON FABIAN VILLAVISAN BUITRAGO" userId="e5ced5c2-d787-455d-b115-4f08a699b8c8" providerId="ADAL" clId="{346ECE53-D0EE-4664-97A2-EE5ED4BD15CE}" dt="2025-09-13T05:11:24.686" v="3810" actId="47"/>
        <pc:sldMkLst>
          <pc:docMk/>
          <pc:sldMk cId="960353526" sldId="291"/>
        </pc:sldMkLst>
        <pc:spChg chg="mod">
          <ac:chgData name="JHEYSON FABIAN VILLAVISAN BUITRAGO" userId="e5ced5c2-d787-455d-b115-4f08a699b8c8" providerId="ADAL" clId="{346ECE53-D0EE-4664-97A2-EE5ED4BD15CE}" dt="2025-09-13T04:03:54.524" v="2408"/>
          <ac:spMkLst>
            <pc:docMk/>
            <pc:sldMk cId="960353526" sldId="291"/>
            <ac:spMk id="6" creationId="{5535565A-8CD5-B3B0-372C-362D9022850F}"/>
          </ac:spMkLst>
        </pc:spChg>
        <pc:spChg chg="mod">
          <ac:chgData name="JHEYSON FABIAN VILLAVISAN BUITRAGO" userId="e5ced5c2-d787-455d-b115-4f08a699b8c8" providerId="ADAL" clId="{346ECE53-D0EE-4664-97A2-EE5ED4BD15CE}" dt="2025-09-13T03:50:39.214" v="2324" actId="1076"/>
          <ac:spMkLst>
            <pc:docMk/>
            <pc:sldMk cId="960353526" sldId="291"/>
            <ac:spMk id="10" creationId="{3FAEC302-C4CC-50A1-0A98-750F9BEE3884}"/>
          </ac:spMkLst>
        </pc:spChg>
        <pc:picChg chg="del">
          <ac:chgData name="JHEYSON FABIAN VILLAVISAN BUITRAGO" userId="e5ced5c2-d787-455d-b115-4f08a699b8c8" providerId="ADAL" clId="{346ECE53-D0EE-4664-97A2-EE5ED4BD15CE}" dt="2025-09-13T03:48:00.026" v="2303" actId="478"/>
          <ac:picMkLst>
            <pc:docMk/>
            <pc:sldMk cId="960353526" sldId="291"/>
            <ac:picMk id="5124" creationId="{6BA38966-8B00-B262-3B49-91E543C96499}"/>
          </ac:picMkLst>
        </pc:picChg>
        <pc:picChg chg="add mod">
          <ac:chgData name="JHEYSON FABIAN VILLAVISAN BUITRAGO" userId="e5ced5c2-d787-455d-b115-4f08a699b8c8" providerId="ADAL" clId="{346ECE53-D0EE-4664-97A2-EE5ED4BD15CE}" dt="2025-09-13T03:48:23.969" v="2308" actId="1076"/>
          <ac:picMkLst>
            <pc:docMk/>
            <pc:sldMk cId="960353526" sldId="291"/>
            <ac:picMk id="6146" creationId="{DA271F10-8AEE-2406-6F79-E2EFAE4C9806}"/>
          </ac:picMkLst>
        </pc:picChg>
        <pc:picChg chg="add mod">
          <ac:chgData name="JHEYSON FABIAN VILLAVISAN BUITRAGO" userId="e5ced5c2-d787-455d-b115-4f08a699b8c8" providerId="ADAL" clId="{346ECE53-D0EE-4664-97A2-EE5ED4BD15CE}" dt="2025-09-13T03:50:42.205" v="2325" actId="1076"/>
          <ac:picMkLst>
            <pc:docMk/>
            <pc:sldMk cId="960353526" sldId="291"/>
            <ac:picMk id="6148" creationId="{8E8A0261-0A2A-1A35-7AEE-C5BA5B09D896}"/>
          </ac:picMkLst>
        </pc:picChg>
      </pc:sldChg>
      <pc:sldChg chg="addSp delSp modSp add del mod">
        <pc:chgData name="JHEYSON FABIAN VILLAVISAN BUITRAGO" userId="e5ced5c2-d787-455d-b115-4f08a699b8c8" providerId="ADAL" clId="{346ECE53-D0EE-4664-97A2-EE5ED4BD15CE}" dt="2025-09-13T05:11:24.686" v="3810" actId="47"/>
        <pc:sldMkLst>
          <pc:docMk/>
          <pc:sldMk cId="1210700863" sldId="292"/>
        </pc:sldMkLst>
        <pc:spChg chg="mod">
          <ac:chgData name="JHEYSON FABIAN VILLAVISAN BUITRAGO" userId="e5ced5c2-d787-455d-b115-4f08a699b8c8" providerId="ADAL" clId="{346ECE53-D0EE-4664-97A2-EE5ED4BD15CE}" dt="2025-09-13T03:57:22.693" v="2360" actId="20577"/>
          <ac:spMkLst>
            <pc:docMk/>
            <pc:sldMk cId="1210700863" sldId="292"/>
            <ac:spMk id="6" creationId="{0C93BB4E-EEEB-E676-F4E7-75DFF65E7847}"/>
          </ac:spMkLst>
        </pc:spChg>
        <pc:spChg chg="mod">
          <ac:chgData name="JHEYSON FABIAN VILLAVISAN BUITRAGO" userId="e5ced5c2-d787-455d-b115-4f08a699b8c8" providerId="ADAL" clId="{346ECE53-D0EE-4664-97A2-EE5ED4BD15CE}" dt="2025-09-13T03:57:31.864" v="2362" actId="20577"/>
          <ac:spMkLst>
            <pc:docMk/>
            <pc:sldMk cId="1210700863" sldId="292"/>
            <ac:spMk id="10" creationId="{69626540-79CC-5DBB-D872-18D58F202673}"/>
          </ac:spMkLst>
        </pc:spChg>
        <pc:picChg chg="del">
          <ac:chgData name="JHEYSON FABIAN VILLAVISAN BUITRAGO" userId="e5ced5c2-d787-455d-b115-4f08a699b8c8" providerId="ADAL" clId="{346ECE53-D0EE-4664-97A2-EE5ED4BD15CE}" dt="2025-09-13T03:53:21.050" v="2336" actId="478"/>
          <ac:picMkLst>
            <pc:docMk/>
            <pc:sldMk cId="1210700863" sldId="292"/>
            <ac:picMk id="6148" creationId="{8687B22A-70E8-557A-6FAF-E3C101260BAE}"/>
          </ac:picMkLst>
        </pc:picChg>
        <pc:picChg chg="add mod">
          <ac:chgData name="JHEYSON FABIAN VILLAVISAN BUITRAGO" userId="e5ced5c2-d787-455d-b115-4f08a699b8c8" providerId="ADAL" clId="{346ECE53-D0EE-4664-97A2-EE5ED4BD15CE}" dt="2025-09-13T03:55:26.742" v="2350" actId="1076"/>
          <ac:picMkLst>
            <pc:docMk/>
            <pc:sldMk cId="1210700863" sldId="292"/>
            <ac:picMk id="8194" creationId="{50DD33BF-0153-AD2F-36DC-59C3EA3A1541}"/>
          </ac:picMkLst>
        </pc:picChg>
        <pc:picChg chg="add del">
          <ac:chgData name="JHEYSON FABIAN VILLAVISAN BUITRAGO" userId="e5ced5c2-d787-455d-b115-4f08a699b8c8" providerId="ADAL" clId="{346ECE53-D0EE-4664-97A2-EE5ED4BD15CE}" dt="2025-09-13T03:55:54.533" v="2352" actId="478"/>
          <ac:picMkLst>
            <pc:docMk/>
            <pc:sldMk cId="1210700863" sldId="292"/>
            <ac:picMk id="8196" creationId="{A5B54A96-1523-4FDD-F32D-E1B3A54EA09F}"/>
          </ac:picMkLst>
        </pc:picChg>
        <pc:picChg chg="add mod">
          <ac:chgData name="JHEYSON FABIAN VILLAVISAN BUITRAGO" userId="e5ced5c2-d787-455d-b115-4f08a699b8c8" providerId="ADAL" clId="{346ECE53-D0EE-4664-97A2-EE5ED4BD15CE}" dt="2025-09-13T03:57:05.739" v="2359" actId="1076"/>
          <ac:picMkLst>
            <pc:docMk/>
            <pc:sldMk cId="1210700863" sldId="292"/>
            <ac:picMk id="8198" creationId="{C5889BCC-BCB6-C558-1EB9-2D9C0D7837D7}"/>
          </ac:picMkLst>
        </pc:picChg>
      </pc:sldChg>
      <pc:sldChg chg="addSp delSp modSp add del mod">
        <pc:chgData name="JHEYSON FABIAN VILLAVISAN BUITRAGO" userId="e5ced5c2-d787-455d-b115-4f08a699b8c8" providerId="ADAL" clId="{346ECE53-D0EE-4664-97A2-EE5ED4BD15CE}" dt="2025-09-13T05:11:24.686" v="3810" actId="47"/>
        <pc:sldMkLst>
          <pc:docMk/>
          <pc:sldMk cId="406270927" sldId="293"/>
        </pc:sldMkLst>
        <pc:spChg chg="mod">
          <ac:chgData name="JHEYSON FABIAN VILLAVISAN BUITRAGO" userId="e5ced5c2-d787-455d-b115-4f08a699b8c8" providerId="ADAL" clId="{346ECE53-D0EE-4664-97A2-EE5ED4BD15CE}" dt="2025-09-13T04:04:03.264" v="2409" actId="113"/>
          <ac:spMkLst>
            <pc:docMk/>
            <pc:sldMk cId="406270927" sldId="293"/>
            <ac:spMk id="6" creationId="{4CC882D1-0AA1-8AFE-3009-F96162772D5C}"/>
          </ac:spMkLst>
        </pc:spChg>
        <pc:spChg chg="mod">
          <ac:chgData name="JHEYSON FABIAN VILLAVISAN BUITRAGO" userId="e5ced5c2-d787-455d-b115-4f08a699b8c8" providerId="ADAL" clId="{346ECE53-D0EE-4664-97A2-EE5ED4BD15CE}" dt="2025-09-13T03:58:14.513" v="2365" actId="20577"/>
          <ac:spMkLst>
            <pc:docMk/>
            <pc:sldMk cId="406270927" sldId="293"/>
            <ac:spMk id="10" creationId="{00CF3AA0-B3FF-1D53-ADAB-A70C0BC8D5FD}"/>
          </ac:spMkLst>
        </pc:spChg>
        <pc:graphicFrameChg chg="add mod">
          <ac:chgData name="JHEYSON FABIAN VILLAVISAN BUITRAGO" userId="e5ced5c2-d787-455d-b115-4f08a699b8c8" providerId="ADAL" clId="{346ECE53-D0EE-4664-97A2-EE5ED4BD15CE}" dt="2025-09-13T03:58:20.706" v="2366"/>
          <ac:graphicFrameMkLst>
            <pc:docMk/>
            <pc:sldMk cId="406270927" sldId="293"/>
            <ac:graphicFrameMk id="2" creationId="{B60F27A3-4A63-8AF6-699B-BB2BF795AF1D}"/>
          </ac:graphicFrameMkLst>
        </pc:graphicFrameChg>
        <pc:picChg chg="del">
          <ac:chgData name="JHEYSON FABIAN VILLAVISAN BUITRAGO" userId="e5ced5c2-d787-455d-b115-4f08a699b8c8" providerId="ADAL" clId="{346ECE53-D0EE-4664-97A2-EE5ED4BD15CE}" dt="2025-09-13T03:59:11.913" v="2382" actId="478"/>
          <ac:picMkLst>
            <pc:docMk/>
            <pc:sldMk cId="406270927" sldId="293"/>
            <ac:picMk id="8194" creationId="{549EC861-FF82-2555-9563-281E3C2BFE8C}"/>
          </ac:picMkLst>
        </pc:picChg>
        <pc:picChg chg="del">
          <ac:chgData name="JHEYSON FABIAN VILLAVISAN BUITRAGO" userId="e5ced5c2-d787-455d-b115-4f08a699b8c8" providerId="ADAL" clId="{346ECE53-D0EE-4664-97A2-EE5ED4BD15CE}" dt="2025-09-13T03:59:11.402" v="2381" actId="478"/>
          <ac:picMkLst>
            <pc:docMk/>
            <pc:sldMk cId="406270927" sldId="293"/>
            <ac:picMk id="8198" creationId="{F42D6509-2DEA-C157-B8FF-6868E00DC333}"/>
          </ac:picMkLst>
        </pc:picChg>
      </pc:sldChg>
      <pc:sldChg chg="modSp add del mod ord">
        <pc:chgData name="JHEYSON FABIAN VILLAVISAN BUITRAGO" userId="e5ced5c2-d787-455d-b115-4f08a699b8c8" providerId="ADAL" clId="{346ECE53-D0EE-4664-97A2-EE5ED4BD15CE}" dt="2025-09-13T05:11:24.686" v="3810" actId="47"/>
        <pc:sldMkLst>
          <pc:docMk/>
          <pc:sldMk cId="1152748006" sldId="294"/>
        </pc:sldMkLst>
        <pc:spChg chg="mod">
          <ac:chgData name="JHEYSON FABIAN VILLAVISAN BUITRAGO" userId="e5ced5c2-d787-455d-b115-4f08a699b8c8" providerId="ADAL" clId="{346ECE53-D0EE-4664-97A2-EE5ED4BD15CE}" dt="2025-09-13T04:04:37.862" v="2427" actId="20577"/>
          <ac:spMkLst>
            <pc:docMk/>
            <pc:sldMk cId="1152748006" sldId="294"/>
            <ac:spMk id="4" creationId="{C99219BE-15F6-E2F9-28B8-4B8CC8EEFA34}"/>
          </ac:spMkLst>
        </pc:spChg>
        <pc:spChg chg="mod">
          <ac:chgData name="JHEYSON FABIAN VILLAVISAN BUITRAGO" userId="e5ced5c2-d787-455d-b115-4f08a699b8c8" providerId="ADAL" clId="{346ECE53-D0EE-4664-97A2-EE5ED4BD15CE}" dt="2025-09-13T04:05:16.493" v="2431" actId="113"/>
          <ac:spMkLst>
            <pc:docMk/>
            <pc:sldMk cId="1152748006" sldId="294"/>
            <ac:spMk id="6" creationId="{99CB5B52-7E7E-8C93-B1DE-FEDC349D9108}"/>
          </ac:spMkLst>
        </pc:spChg>
        <pc:spChg chg="mod">
          <ac:chgData name="JHEYSON FABIAN VILLAVISAN BUITRAGO" userId="e5ced5c2-d787-455d-b115-4f08a699b8c8" providerId="ADAL" clId="{346ECE53-D0EE-4664-97A2-EE5ED4BD15CE}" dt="2025-09-13T04:04:33.826" v="2414" actId="20577"/>
          <ac:spMkLst>
            <pc:docMk/>
            <pc:sldMk cId="1152748006" sldId="294"/>
            <ac:spMk id="10" creationId="{DBBA2A39-7469-A89E-5A50-682B4419A56D}"/>
          </ac:spMkLst>
        </pc:spChg>
      </pc:sldChg>
      <pc:sldChg chg="modSp add del mod">
        <pc:chgData name="JHEYSON FABIAN VILLAVISAN BUITRAGO" userId="e5ced5c2-d787-455d-b115-4f08a699b8c8" providerId="ADAL" clId="{346ECE53-D0EE-4664-97A2-EE5ED4BD15CE}" dt="2025-09-13T05:11:24.686" v="3810" actId="47"/>
        <pc:sldMkLst>
          <pc:docMk/>
          <pc:sldMk cId="2860410823" sldId="295"/>
        </pc:sldMkLst>
        <pc:spChg chg="mod">
          <ac:chgData name="JHEYSON FABIAN VILLAVISAN BUITRAGO" userId="e5ced5c2-d787-455d-b115-4f08a699b8c8" providerId="ADAL" clId="{346ECE53-D0EE-4664-97A2-EE5ED4BD15CE}" dt="2025-09-13T04:10:40.313" v="2444" actId="20577"/>
          <ac:spMkLst>
            <pc:docMk/>
            <pc:sldMk cId="2860410823" sldId="295"/>
            <ac:spMk id="4" creationId="{B0B40BF8-76B4-E539-201C-F4A455A15DF1}"/>
          </ac:spMkLst>
        </pc:spChg>
        <pc:spChg chg="mod">
          <ac:chgData name="JHEYSON FABIAN VILLAVISAN BUITRAGO" userId="e5ced5c2-d787-455d-b115-4f08a699b8c8" providerId="ADAL" clId="{346ECE53-D0EE-4664-97A2-EE5ED4BD15CE}" dt="2025-09-13T04:12:52.484" v="2447"/>
          <ac:spMkLst>
            <pc:docMk/>
            <pc:sldMk cId="2860410823" sldId="295"/>
            <ac:spMk id="6" creationId="{A4712743-4AF9-7144-9A84-C1164478F581}"/>
          </ac:spMkLst>
        </pc:spChg>
        <pc:spChg chg="mod">
          <ac:chgData name="JHEYSON FABIAN VILLAVISAN BUITRAGO" userId="e5ced5c2-d787-455d-b115-4f08a699b8c8" providerId="ADAL" clId="{346ECE53-D0EE-4664-97A2-EE5ED4BD15CE}" dt="2025-09-13T04:12:06.466" v="2446" actId="20577"/>
          <ac:spMkLst>
            <pc:docMk/>
            <pc:sldMk cId="2860410823" sldId="295"/>
            <ac:spMk id="10" creationId="{1BF5CBD4-31D0-7A47-5E22-9215620D4D23}"/>
          </ac:spMkLst>
        </pc:spChg>
      </pc:sldChg>
      <pc:sldChg chg="addSp delSp modSp add del mod">
        <pc:chgData name="JHEYSON FABIAN VILLAVISAN BUITRAGO" userId="e5ced5c2-d787-455d-b115-4f08a699b8c8" providerId="ADAL" clId="{346ECE53-D0EE-4664-97A2-EE5ED4BD15CE}" dt="2025-09-13T05:11:24.686" v="3810" actId="47"/>
        <pc:sldMkLst>
          <pc:docMk/>
          <pc:sldMk cId="1584679968" sldId="296"/>
        </pc:sldMkLst>
        <pc:spChg chg="mod">
          <ac:chgData name="JHEYSON FABIAN VILLAVISAN BUITRAGO" userId="e5ced5c2-d787-455d-b115-4f08a699b8c8" providerId="ADAL" clId="{346ECE53-D0EE-4664-97A2-EE5ED4BD15CE}" dt="2025-09-13T04:33:20.842" v="2505" actId="20577"/>
          <ac:spMkLst>
            <pc:docMk/>
            <pc:sldMk cId="1584679968" sldId="296"/>
            <ac:spMk id="6" creationId="{CDEF2F7C-092B-F6D7-F43D-939D803C1B1A}"/>
          </ac:spMkLst>
        </pc:spChg>
        <pc:spChg chg="mod">
          <ac:chgData name="JHEYSON FABIAN VILLAVISAN BUITRAGO" userId="e5ced5c2-d787-455d-b115-4f08a699b8c8" providerId="ADAL" clId="{346ECE53-D0EE-4664-97A2-EE5ED4BD15CE}" dt="2025-09-13T04:33:36.103" v="2511" actId="20577"/>
          <ac:spMkLst>
            <pc:docMk/>
            <pc:sldMk cId="1584679968" sldId="296"/>
            <ac:spMk id="10" creationId="{9948FBD5-4969-62BE-F940-5DD9840958F7}"/>
          </ac:spMkLst>
        </pc:spChg>
        <pc:picChg chg="add del mod">
          <ac:chgData name="JHEYSON FABIAN VILLAVISAN BUITRAGO" userId="e5ced5c2-d787-455d-b115-4f08a699b8c8" providerId="ADAL" clId="{346ECE53-D0EE-4664-97A2-EE5ED4BD15CE}" dt="2025-09-13T04:32:39.707" v="2465" actId="478"/>
          <ac:picMkLst>
            <pc:docMk/>
            <pc:sldMk cId="1584679968" sldId="296"/>
            <ac:picMk id="10242" creationId="{81E6025E-E7C4-F6C8-4897-D8C8749A73B3}"/>
          </ac:picMkLst>
        </pc:picChg>
        <pc:picChg chg="add del mod">
          <ac:chgData name="JHEYSON FABIAN VILLAVISAN BUITRAGO" userId="e5ced5c2-d787-455d-b115-4f08a699b8c8" providerId="ADAL" clId="{346ECE53-D0EE-4664-97A2-EE5ED4BD15CE}" dt="2025-09-13T04:32:40.107" v="2466" actId="478"/>
          <ac:picMkLst>
            <pc:docMk/>
            <pc:sldMk cId="1584679968" sldId="296"/>
            <ac:picMk id="10244" creationId="{5FF646EF-3861-FF7F-7DF8-6204E317652B}"/>
          </ac:picMkLst>
        </pc:picChg>
      </pc:sldChg>
      <pc:sldChg chg="modSp add del mod ord">
        <pc:chgData name="JHEYSON FABIAN VILLAVISAN BUITRAGO" userId="e5ced5c2-d787-455d-b115-4f08a699b8c8" providerId="ADAL" clId="{346ECE53-D0EE-4664-97A2-EE5ED4BD15CE}" dt="2025-09-13T05:11:24.686" v="3810" actId="47"/>
        <pc:sldMkLst>
          <pc:docMk/>
          <pc:sldMk cId="1419936985" sldId="297"/>
        </pc:sldMkLst>
        <pc:spChg chg="mod">
          <ac:chgData name="JHEYSON FABIAN VILLAVISAN BUITRAGO" userId="e5ced5c2-d787-455d-b115-4f08a699b8c8" providerId="ADAL" clId="{346ECE53-D0EE-4664-97A2-EE5ED4BD15CE}" dt="2025-09-13T04:33:33.843" v="2509" actId="20577"/>
          <ac:spMkLst>
            <pc:docMk/>
            <pc:sldMk cId="1419936985" sldId="297"/>
            <ac:spMk id="10" creationId="{15FA4C49-B1DE-4900-9A7E-EFFC1B406D55}"/>
          </ac:spMkLst>
        </pc:spChg>
      </pc:sldChg>
      <pc:sldChg chg="modSp add del mod">
        <pc:chgData name="JHEYSON FABIAN VILLAVISAN BUITRAGO" userId="e5ced5c2-d787-455d-b115-4f08a699b8c8" providerId="ADAL" clId="{346ECE53-D0EE-4664-97A2-EE5ED4BD15CE}" dt="2025-09-13T05:11:24.686" v="3810" actId="47"/>
        <pc:sldMkLst>
          <pc:docMk/>
          <pc:sldMk cId="467175700" sldId="298"/>
        </pc:sldMkLst>
        <pc:spChg chg="mod">
          <ac:chgData name="JHEYSON FABIAN VILLAVISAN BUITRAGO" userId="e5ced5c2-d787-455d-b115-4f08a699b8c8" providerId="ADAL" clId="{346ECE53-D0EE-4664-97A2-EE5ED4BD15CE}" dt="2025-09-13T04:36:10.013" v="2569" actId="20577"/>
          <ac:spMkLst>
            <pc:docMk/>
            <pc:sldMk cId="467175700" sldId="298"/>
            <ac:spMk id="6" creationId="{0AAE6FB7-7E2C-4882-8D02-907A42322428}"/>
          </ac:spMkLst>
        </pc:spChg>
        <pc:spChg chg="mod">
          <ac:chgData name="JHEYSON FABIAN VILLAVISAN BUITRAGO" userId="e5ced5c2-d787-455d-b115-4f08a699b8c8" providerId="ADAL" clId="{346ECE53-D0EE-4664-97A2-EE5ED4BD15CE}" dt="2025-09-13T04:34:28.400" v="2517" actId="20577"/>
          <ac:spMkLst>
            <pc:docMk/>
            <pc:sldMk cId="467175700" sldId="298"/>
            <ac:spMk id="10" creationId="{FA391DAE-D014-6EB6-0AAA-C4EBDDC57A2D}"/>
          </ac:spMkLst>
        </pc:spChg>
      </pc:sldChg>
      <pc:sldChg chg="del">
        <pc:chgData name="JHEYSON FABIAN VILLAVISAN BUITRAGO" userId="e5ced5c2-d787-455d-b115-4f08a699b8c8" providerId="ADAL" clId="{346ECE53-D0EE-4664-97A2-EE5ED4BD15CE}" dt="2025-09-12T14:39:17.290" v="15" actId="47"/>
        <pc:sldMkLst>
          <pc:docMk/>
          <pc:sldMk cId="3615389890" sldId="298"/>
        </pc:sldMkLst>
      </pc:sldChg>
      <pc:sldChg chg="modSp add del mod">
        <pc:chgData name="JHEYSON FABIAN VILLAVISAN BUITRAGO" userId="e5ced5c2-d787-455d-b115-4f08a699b8c8" providerId="ADAL" clId="{346ECE53-D0EE-4664-97A2-EE5ED4BD15CE}" dt="2025-09-13T05:11:24.686" v="3810" actId="47"/>
        <pc:sldMkLst>
          <pc:docMk/>
          <pc:sldMk cId="3294748194" sldId="299"/>
        </pc:sldMkLst>
        <pc:spChg chg="mod">
          <ac:chgData name="JHEYSON FABIAN VILLAVISAN BUITRAGO" userId="e5ced5c2-d787-455d-b115-4f08a699b8c8" providerId="ADAL" clId="{346ECE53-D0EE-4664-97A2-EE5ED4BD15CE}" dt="2025-09-13T04:52:30.691" v="2706" actId="21"/>
          <ac:spMkLst>
            <pc:docMk/>
            <pc:sldMk cId="3294748194" sldId="299"/>
            <ac:spMk id="6" creationId="{16EB0CEE-0A27-1147-8824-25C17B08DA55}"/>
          </ac:spMkLst>
        </pc:spChg>
        <pc:spChg chg="mod">
          <ac:chgData name="JHEYSON FABIAN VILLAVISAN BUITRAGO" userId="e5ced5c2-d787-455d-b115-4f08a699b8c8" providerId="ADAL" clId="{346ECE53-D0EE-4664-97A2-EE5ED4BD15CE}" dt="2025-09-13T04:39:11.851" v="2571" actId="20577"/>
          <ac:spMkLst>
            <pc:docMk/>
            <pc:sldMk cId="3294748194" sldId="299"/>
            <ac:spMk id="10" creationId="{FA64C5A6-5D58-EC48-782E-0F6BB7B4880C}"/>
          </ac:spMkLst>
        </pc:spChg>
      </pc:sldChg>
      <pc:sldChg chg="del">
        <pc:chgData name="JHEYSON FABIAN VILLAVISAN BUITRAGO" userId="e5ced5c2-d787-455d-b115-4f08a699b8c8" providerId="ADAL" clId="{346ECE53-D0EE-4664-97A2-EE5ED4BD15CE}" dt="2025-09-12T14:39:17.290" v="15" actId="47"/>
        <pc:sldMkLst>
          <pc:docMk/>
          <pc:sldMk cId="3420418071" sldId="299"/>
        </pc:sldMkLst>
      </pc:sldChg>
      <pc:sldChg chg="addSp modSp add del mod modAnim">
        <pc:chgData name="JHEYSON FABIAN VILLAVISAN BUITRAGO" userId="e5ced5c2-d787-455d-b115-4f08a699b8c8" providerId="ADAL" clId="{346ECE53-D0EE-4664-97A2-EE5ED4BD15CE}" dt="2025-09-13T05:11:24.686" v="3810" actId="47"/>
        <pc:sldMkLst>
          <pc:docMk/>
          <pc:sldMk cId="2042207119" sldId="300"/>
        </pc:sldMkLst>
        <pc:spChg chg="mod">
          <ac:chgData name="JHEYSON FABIAN VILLAVISAN BUITRAGO" userId="e5ced5c2-d787-455d-b115-4f08a699b8c8" providerId="ADAL" clId="{346ECE53-D0EE-4664-97A2-EE5ED4BD15CE}" dt="2025-09-13T04:48:50.775" v="2697" actId="1076"/>
          <ac:spMkLst>
            <pc:docMk/>
            <pc:sldMk cId="2042207119" sldId="300"/>
            <ac:spMk id="6" creationId="{492BA95A-2C63-8F22-7BF8-CA841D1BD244}"/>
          </ac:spMkLst>
        </pc:spChg>
        <pc:spChg chg="mod">
          <ac:chgData name="JHEYSON FABIAN VILLAVISAN BUITRAGO" userId="e5ced5c2-d787-455d-b115-4f08a699b8c8" providerId="ADAL" clId="{346ECE53-D0EE-4664-97A2-EE5ED4BD15CE}" dt="2025-09-13T04:48:54.599" v="2699" actId="20577"/>
          <ac:spMkLst>
            <pc:docMk/>
            <pc:sldMk cId="2042207119" sldId="300"/>
            <ac:spMk id="10" creationId="{D0C7E204-6B4D-5DCD-1F20-A06FB1CE361A}"/>
          </ac:spMkLst>
        </pc:spChg>
        <pc:picChg chg="add mod">
          <ac:chgData name="JHEYSON FABIAN VILLAVISAN BUITRAGO" userId="e5ced5c2-d787-455d-b115-4f08a699b8c8" providerId="ADAL" clId="{346ECE53-D0EE-4664-97A2-EE5ED4BD15CE}" dt="2025-09-13T04:49:28.685" v="2704" actId="14100"/>
          <ac:picMkLst>
            <pc:docMk/>
            <pc:sldMk cId="2042207119" sldId="300"/>
            <ac:picMk id="2" creationId="{42628D9E-ED3F-C3F9-E869-73F0C85D6403}"/>
          </ac:picMkLst>
        </pc:picChg>
      </pc:sldChg>
      <pc:sldChg chg="del">
        <pc:chgData name="JHEYSON FABIAN VILLAVISAN BUITRAGO" userId="e5ced5c2-d787-455d-b115-4f08a699b8c8" providerId="ADAL" clId="{346ECE53-D0EE-4664-97A2-EE5ED4BD15CE}" dt="2025-09-12T14:39:17.290" v="15" actId="47"/>
        <pc:sldMkLst>
          <pc:docMk/>
          <pc:sldMk cId="3504482196" sldId="300"/>
        </pc:sldMkLst>
      </pc:sldChg>
      <pc:sldChg chg="addSp delSp modSp add del mod delAnim">
        <pc:chgData name="JHEYSON FABIAN VILLAVISAN BUITRAGO" userId="e5ced5c2-d787-455d-b115-4f08a699b8c8" providerId="ADAL" clId="{346ECE53-D0EE-4664-97A2-EE5ED4BD15CE}" dt="2025-09-13T05:11:24.686" v="3810" actId="47"/>
        <pc:sldMkLst>
          <pc:docMk/>
          <pc:sldMk cId="45021175" sldId="301"/>
        </pc:sldMkLst>
        <pc:spChg chg="mod">
          <ac:chgData name="JHEYSON FABIAN VILLAVISAN BUITRAGO" userId="e5ced5c2-d787-455d-b115-4f08a699b8c8" providerId="ADAL" clId="{346ECE53-D0EE-4664-97A2-EE5ED4BD15CE}" dt="2025-09-13T04:56:44.626" v="2718" actId="20577"/>
          <ac:spMkLst>
            <pc:docMk/>
            <pc:sldMk cId="45021175" sldId="301"/>
            <ac:spMk id="4" creationId="{58C748AB-39C2-3E5B-63AA-2DA64DC685C8}"/>
          </ac:spMkLst>
        </pc:spChg>
        <pc:spChg chg="mod">
          <ac:chgData name="JHEYSON FABIAN VILLAVISAN BUITRAGO" userId="e5ced5c2-d787-455d-b115-4f08a699b8c8" providerId="ADAL" clId="{346ECE53-D0EE-4664-97A2-EE5ED4BD15CE}" dt="2025-09-13T04:59:41.797" v="3301" actId="20577"/>
          <ac:spMkLst>
            <pc:docMk/>
            <pc:sldMk cId="45021175" sldId="301"/>
            <ac:spMk id="6" creationId="{492BA95A-2C63-8F22-7BF8-CA841D1BD244}"/>
          </ac:spMkLst>
        </pc:spChg>
        <pc:spChg chg="mod">
          <ac:chgData name="JHEYSON FABIAN VILLAVISAN BUITRAGO" userId="e5ced5c2-d787-455d-b115-4f08a699b8c8" providerId="ADAL" clId="{346ECE53-D0EE-4664-97A2-EE5ED4BD15CE}" dt="2025-09-13T05:00:00.573" v="3303" actId="20577"/>
          <ac:spMkLst>
            <pc:docMk/>
            <pc:sldMk cId="45021175" sldId="301"/>
            <ac:spMk id="10" creationId="{D0C7E204-6B4D-5DCD-1F20-A06FB1CE361A}"/>
          </ac:spMkLst>
        </pc:spChg>
        <pc:picChg chg="del">
          <ac:chgData name="JHEYSON FABIAN VILLAVISAN BUITRAGO" userId="e5ced5c2-d787-455d-b115-4f08a699b8c8" providerId="ADAL" clId="{346ECE53-D0EE-4664-97A2-EE5ED4BD15CE}" dt="2025-09-13T04:56:41.273" v="2708" actId="478"/>
          <ac:picMkLst>
            <pc:docMk/>
            <pc:sldMk cId="45021175" sldId="301"/>
            <ac:picMk id="2" creationId="{42628D9E-ED3F-C3F9-E869-73F0C85D6403}"/>
          </ac:picMkLst>
        </pc:picChg>
        <pc:picChg chg="add mod">
          <ac:chgData name="JHEYSON FABIAN VILLAVISAN BUITRAGO" userId="e5ced5c2-d787-455d-b115-4f08a699b8c8" providerId="ADAL" clId="{346ECE53-D0EE-4664-97A2-EE5ED4BD15CE}" dt="2025-09-13T04:59:27.164" v="3298" actId="1076"/>
          <ac:picMkLst>
            <pc:docMk/>
            <pc:sldMk cId="45021175" sldId="301"/>
            <ac:picMk id="7" creationId="{27850AE2-964E-B5A9-0177-69FE44312809}"/>
          </ac:picMkLst>
        </pc:picChg>
      </pc:sldChg>
      <pc:sldChg chg="del">
        <pc:chgData name="JHEYSON FABIAN VILLAVISAN BUITRAGO" userId="e5ced5c2-d787-455d-b115-4f08a699b8c8" providerId="ADAL" clId="{346ECE53-D0EE-4664-97A2-EE5ED4BD15CE}" dt="2025-09-12T14:39:17.290" v="15" actId="47"/>
        <pc:sldMkLst>
          <pc:docMk/>
          <pc:sldMk cId="3238592863" sldId="301"/>
        </pc:sldMkLst>
      </pc:sldChg>
      <pc:sldChg chg="del">
        <pc:chgData name="JHEYSON FABIAN VILLAVISAN BUITRAGO" userId="e5ced5c2-d787-455d-b115-4f08a699b8c8" providerId="ADAL" clId="{346ECE53-D0EE-4664-97A2-EE5ED4BD15CE}" dt="2025-09-12T14:39:17.290" v="15" actId="47"/>
        <pc:sldMkLst>
          <pc:docMk/>
          <pc:sldMk cId="1588383939" sldId="302"/>
        </pc:sldMkLst>
      </pc:sldChg>
      <pc:sldChg chg="addSp delSp modSp add del mod">
        <pc:chgData name="JHEYSON FABIAN VILLAVISAN BUITRAGO" userId="e5ced5c2-d787-455d-b115-4f08a699b8c8" providerId="ADAL" clId="{346ECE53-D0EE-4664-97A2-EE5ED4BD15CE}" dt="2025-09-13T05:11:24.686" v="3810" actId="47"/>
        <pc:sldMkLst>
          <pc:docMk/>
          <pc:sldMk cId="1696375848" sldId="302"/>
        </pc:sldMkLst>
        <pc:spChg chg="mod">
          <ac:chgData name="JHEYSON FABIAN VILLAVISAN BUITRAGO" userId="e5ced5c2-d787-455d-b115-4f08a699b8c8" providerId="ADAL" clId="{346ECE53-D0EE-4664-97A2-EE5ED4BD15CE}" dt="2025-09-13T05:09:16.635" v="3778" actId="313"/>
          <ac:spMkLst>
            <pc:docMk/>
            <pc:sldMk cId="1696375848" sldId="302"/>
            <ac:spMk id="4" creationId="{63DE7118-4C73-8A2A-B1C5-ABE4B53B0574}"/>
          </ac:spMkLst>
        </pc:spChg>
        <pc:spChg chg="mod">
          <ac:chgData name="JHEYSON FABIAN VILLAVISAN BUITRAGO" userId="e5ced5c2-d787-455d-b115-4f08a699b8c8" providerId="ADAL" clId="{346ECE53-D0EE-4664-97A2-EE5ED4BD15CE}" dt="2025-09-13T05:09:12.928" v="3777" actId="20577"/>
          <ac:spMkLst>
            <pc:docMk/>
            <pc:sldMk cId="1696375848" sldId="302"/>
            <ac:spMk id="6" creationId="{5E65C762-2C53-E3C4-7DC6-613B2D3C73F4}"/>
          </ac:spMkLst>
        </pc:spChg>
        <pc:spChg chg="mod">
          <ac:chgData name="JHEYSON FABIAN VILLAVISAN BUITRAGO" userId="e5ced5c2-d787-455d-b115-4f08a699b8c8" providerId="ADAL" clId="{346ECE53-D0EE-4664-97A2-EE5ED4BD15CE}" dt="2025-09-13T05:02:03.372" v="3326" actId="20577"/>
          <ac:spMkLst>
            <pc:docMk/>
            <pc:sldMk cId="1696375848" sldId="302"/>
            <ac:spMk id="10" creationId="{219FF730-CC58-350A-E4EC-0DCD5994825A}"/>
          </ac:spMkLst>
        </pc:spChg>
        <pc:picChg chg="add del">
          <ac:chgData name="JHEYSON FABIAN VILLAVISAN BUITRAGO" userId="e5ced5c2-d787-455d-b115-4f08a699b8c8" providerId="ADAL" clId="{346ECE53-D0EE-4664-97A2-EE5ED4BD15CE}" dt="2025-09-13T05:05:57.319" v="3481" actId="478"/>
          <ac:picMkLst>
            <pc:docMk/>
            <pc:sldMk cId="1696375848" sldId="302"/>
            <ac:picMk id="3" creationId="{011AC604-153B-A922-E2C9-11EF649F41D9}"/>
          </ac:picMkLst>
        </pc:picChg>
        <pc:picChg chg="del">
          <ac:chgData name="JHEYSON FABIAN VILLAVISAN BUITRAGO" userId="e5ced5c2-d787-455d-b115-4f08a699b8c8" providerId="ADAL" clId="{346ECE53-D0EE-4664-97A2-EE5ED4BD15CE}" dt="2025-09-13T05:04:32.400" v="3478" actId="478"/>
          <ac:picMkLst>
            <pc:docMk/>
            <pc:sldMk cId="1696375848" sldId="302"/>
            <ac:picMk id="7" creationId="{4C01EA5F-3180-B3EB-1927-4D7E73F5F9EB}"/>
          </ac:picMkLst>
        </pc:picChg>
      </pc:sldChg>
      <pc:sldChg chg="del">
        <pc:chgData name="JHEYSON FABIAN VILLAVISAN BUITRAGO" userId="e5ced5c2-d787-455d-b115-4f08a699b8c8" providerId="ADAL" clId="{346ECE53-D0EE-4664-97A2-EE5ED4BD15CE}" dt="2025-09-12T14:39:17.290" v="15" actId="47"/>
        <pc:sldMkLst>
          <pc:docMk/>
          <pc:sldMk cId="658582679" sldId="303"/>
        </pc:sldMkLst>
      </pc:sldChg>
      <pc:sldChg chg="addSp delSp modSp add del mod">
        <pc:chgData name="JHEYSON FABIAN VILLAVISAN BUITRAGO" userId="e5ced5c2-d787-455d-b115-4f08a699b8c8" providerId="ADAL" clId="{346ECE53-D0EE-4664-97A2-EE5ED4BD15CE}" dt="2025-09-13T05:11:24.686" v="3810" actId="47"/>
        <pc:sldMkLst>
          <pc:docMk/>
          <pc:sldMk cId="2881167433" sldId="303"/>
        </pc:sldMkLst>
        <pc:spChg chg="mod">
          <ac:chgData name="JHEYSON FABIAN VILLAVISAN BUITRAGO" userId="e5ced5c2-d787-455d-b115-4f08a699b8c8" providerId="ADAL" clId="{346ECE53-D0EE-4664-97A2-EE5ED4BD15CE}" dt="2025-09-13T05:06:06.040" v="3486" actId="313"/>
          <ac:spMkLst>
            <pc:docMk/>
            <pc:sldMk cId="2881167433" sldId="303"/>
            <ac:spMk id="4" creationId="{EB5BC1AC-F286-58D9-0C16-FF5BF360C91F}"/>
          </ac:spMkLst>
        </pc:spChg>
        <pc:spChg chg="del">
          <ac:chgData name="JHEYSON FABIAN VILLAVISAN BUITRAGO" userId="e5ced5c2-d787-455d-b115-4f08a699b8c8" providerId="ADAL" clId="{346ECE53-D0EE-4664-97A2-EE5ED4BD15CE}" dt="2025-09-13T05:06:01.233" v="3483" actId="478"/>
          <ac:spMkLst>
            <pc:docMk/>
            <pc:sldMk cId="2881167433" sldId="303"/>
            <ac:spMk id="6" creationId="{F3F6EFD9-F9E5-FA1A-4680-8F51175D1653}"/>
          </ac:spMkLst>
        </pc:spChg>
        <pc:spChg chg="add del mod">
          <ac:chgData name="JHEYSON FABIAN VILLAVISAN BUITRAGO" userId="e5ced5c2-d787-455d-b115-4f08a699b8c8" providerId="ADAL" clId="{346ECE53-D0EE-4664-97A2-EE5ED4BD15CE}" dt="2025-09-13T05:06:02.787" v="3484" actId="478"/>
          <ac:spMkLst>
            <pc:docMk/>
            <pc:sldMk cId="2881167433" sldId="303"/>
            <ac:spMk id="7" creationId="{61E7774F-72F2-9BA2-5416-72FD4A64FFB9}"/>
          </ac:spMkLst>
        </pc:spChg>
        <pc:spChg chg="mod">
          <ac:chgData name="JHEYSON FABIAN VILLAVISAN BUITRAGO" userId="e5ced5c2-d787-455d-b115-4f08a699b8c8" providerId="ADAL" clId="{346ECE53-D0EE-4664-97A2-EE5ED4BD15CE}" dt="2025-09-13T05:09:27.565" v="3782" actId="20577"/>
          <ac:spMkLst>
            <pc:docMk/>
            <pc:sldMk cId="2881167433" sldId="303"/>
            <ac:spMk id="10" creationId="{60465CDE-CE01-291E-4163-2C90186D153F}"/>
          </ac:spMkLst>
        </pc:spChg>
        <pc:picChg chg="mod">
          <ac:chgData name="JHEYSON FABIAN VILLAVISAN BUITRAGO" userId="e5ced5c2-d787-455d-b115-4f08a699b8c8" providerId="ADAL" clId="{346ECE53-D0EE-4664-97A2-EE5ED4BD15CE}" dt="2025-09-13T05:09:20.698" v="3780" actId="1076"/>
          <ac:picMkLst>
            <pc:docMk/>
            <pc:sldMk cId="2881167433" sldId="303"/>
            <ac:picMk id="3" creationId="{8D9D6737-820C-41F2-0213-6566DAD2CA8C}"/>
          </ac:picMkLst>
        </pc:picChg>
      </pc:sldChg>
      <pc:sldChg chg="delSp modSp add del mod">
        <pc:chgData name="JHEYSON FABIAN VILLAVISAN BUITRAGO" userId="e5ced5c2-d787-455d-b115-4f08a699b8c8" providerId="ADAL" clId="{346ECE53-D0EE-4664-97A2-EE5ED4BD15CE}" dt="2025-09-13T06:02:48.517" v="8938" actId="20577"/>
        <pc:sldMkLst>
          <pc:docMk/>
          <pc:sldMk cId="3882822646" sldId="304"/>
        </pc:sldMkLst>
        <pc:spChg chg="mod">
          <ac:chgData name="JHEYSON FABIAN VILLAVISAN BUITRAGO" userId="e5ced5c2-d787-455d-b115-4f08a699b8c8" providerId="ADAL" clId="{346ECE53-D0EE-4664-97A2-EE5ED4BD15CE}" dt="2025-09-13T05:09:48.743" v="3807" actId="1076"/>
          <ac:spMkLst>
            <pc:docMk/>
            <pc:sldMk cId="3882822646" sldId="304"/>
            <ac:spMk id="4" creationId="{39F124C8-098C-669F-4BB4-6CFDB379D9C3}"/>
          </ac:spMkLst>
        </pc:spChg>
        <pc:spChg chg="mod">
          <ac:chgData name="JHEYSON FABIAN VILLAVISAN BUITRAGO" userId="e5ced5c2-d787-455d-b115-4f08a699b8c8" providerId="ADAL" clId="{346ECE53-D0EE-4664-97A2-EE5ED4BD15CE}" dt="2025-09-13T06:02:48.517" v="8938" actId="20577"/>
          <ac:spMkLst>
            <pc:docMk/>
            <pc:sldMk cId="3882822646" sldId="304"/>
            <ac:spMk id="10" creationId="{25C0BFCC-1297-9A5E-A3A6-9E982ED1E620}"/>
          </ac:spMkLst>
        </pc:spChg>
        <pc:picChg chg="del">
          <ac:chgData name="JHEYSON FABIAN VILLAVISAN BUITRAGO" userId="e5ced5c2-d787-455d-b115-4f08a699b8c8" providerId="ADAL" clId="{346ECE53-D0EE-4664-97A2-EE5ED4BD15CE}" dt="2025-09-13T05:09:33.416" v="3784" actId="478"/>
          <ac:picMkLst>
            <pc:docMk/>
            <pc:sldMk cId="3882822646" sldId="304"/>
            <ac:picMk id="3" creationId="{22E6171F-62A9-3F56-0084-5D6F70BFA59C}"/>
          </ac:picMkLst>
        </pc:picChg>
      </pc:sldChg>
      <pc:sldChg chg="addSp modSp add mod">
        <pc:chgData name="JHEYSON FABIAN VILLAVISAN BUITRAGO" userId="e5ced5c2-d787-455d-b115-4f08a699b8c8" providerId="ADAL" clId="{346ECE53-D0EE-4664-97A2-EE5ED4BD15CE}" dt="2025-09-13T05:15:29.983" v="4274" actId="1076"/>
        <pc:sldMkLst>
          <pc:docMk/>
          <pc:sldMk cId="1297005593" sldId="305"/>
        </pc:sldMkLst>
        <pc:spChg chg="mod">
          <ac:chgData name="JHEYSON FABIAN VILLAVISAN BUITRAGO" userId="e5ced5c2-d787-455d-b115-4f08a699b8c8" providerId="ADAL" clId="{346ECE53-D0EE-4664-97A2-EE5ED4BD15CE}" dt="2025-09-13T05:13:19.317" v="3878" actId="1076"/>
          <ac:spMkLst>
            <pc:docMk/>
            <pc:sldMk cId="1297005593" sldId="305"/>
            <ac:spMk id="2" creationId="{68036ABB-4538-A1E0-9A60-F0D971D9F1A9}"/>
          </ac:spMkLst>
        </pc:spChg>
        <pc:spChg chg="add mod">
          <ac:chgData name="JHEYSON FABIAN VILLAVISAN BUITRAGO" userId="e5ced5c2-d787-455d-b115-4f08a699b8c8" providerId="ADAL" clId="{346ECE53-D0EE-4664-97A2-EE5ED4BD15CE}" dt="2025-09-13T05:15:29.983" v="4274" actId="1076"/>
          <ac:spMkLst>
            <pc:docMk/>
            <pc:sldMk cId="1297005593" sldId="305"/>
            <ac:spMk id="3" creationId="{989D4858-B99A-A0A6-854F-DEC18B7B38FB}"/>
          </ac:spMkLst>
        </pc:spChg>
        <pc:spChg chg="mod">
          <ac:chgData name="JHEYSON FABIAN VILLAVISAN BUITRAGO" userId="e5ced5c2-d787-455d-b115-4f08a699b8c8" providerId="ADAL" clId="{346ECE53-D0EE-4664-97A2-EE5ED4BD15CE}" dt="2025-09-13T05:12:51.744" v="3859" actId="20577"/>
          <ac:spMkLst>
            <pc:docMk/>
            <pc:sldMk cId="1297005593" sldId="305"/>
            <ac:spMk id="10" creationId="{E7AD6A9A-AB6A-819D-0479-2D9673E6C2DC}"/>
          </ac:spMkLst>
        </pc:spChg>
      </pc:sldChg>
      <pc:sldChg chg="modSp add mod">
        <pc:chgData name="JHEYSON FABIAN VILLAVISAN BUITRAGO" userId="e5ced5c2-d787-455d-b115-4f08a699b8c8" providerId="ADAL" clId="{346ECE53-D0EE-4664-97A2-EE5ED4BD15CE}" dt="2025-09-13T05:18:29.509" v="4686" actId="20577"/>
        <pc:sldMkLst>
          <pc:docMk/>
          <pc:sldMk cId="1406805673" sldId="306"/>
        </pc:sldMkLst>
        <pc:spChg chg="mod">
          <ac:chgData name="JHEYSON FABIAN VILLAVISAN BUITRAGO" userId="e5ced5c2-d787-455d-b115-4f08a699b8c8" providerId="ADAL" clId="{346ECE53-D0EE-4664-97A2-EE5ED4BD15CE}" dt="2025-09-13T05:18:21.471" v="4684" actId="1076"/>
          <ac:spMkLst>
            <pc:docMk/>
            <pc:sldMk cId="1406805673" sldId="306"/>
            <ac:spMk id="3" creationId="{214B947B-42D4-D410-F651-F03D00EA2C8A}"/>
          </ac:spMkLst>
        </pc:spChg>
        <pc:spChg chg="mod">
          <ac:chgData name="JHEYSON FABIAN VILLAVISAN BUITRAGO" userId="e5ced5c2-d787-455d-b115-4f08a699b8c8" providerId="ADAL" clId="{346ECE53-D0EE-4664-97A2-EE5ED4BD15CE}" dt="2025-09-13T05:18:29.509" v="4686" actId="20577"/>
          <ac:spMkLst>
            <pc:docMk/>
            <pc:sldMk cId="1406805673" sldId="306"/>
            <ac:spMk id="10" creationId="{CA83FA6F-D028-A42C-1EFE-0D42E2D02B12}"/>
          </ac:spMkLst>
        </pc:spChg>
      </pc:sldChg>
      <pc:sldChg chg="modSp add mod">
        <pc:chgData name="JHEYSON FABIAN VILLAVISAN BUITRAGO" userId="e5ced5c2-d787-455d-b115-4f08a699b8c8" providerId="ADAL" clId="{346ECE53-D0EE-4664-97A2-EE5ED4BD15CE}" dt="2025-09-13T05:27:09.600" v="5266" actId="20577"/>
        <pc:sldMkLst>
          <pc:docMk/>
          <pc:sldMk cId="3525987434" sldId="307"/>
        </pc:sldMkLst>
        <pc:spChg chg="mod">
          <ac:chgData name="JHEYSON FABIAN VILLAVISAN BUITRAGO" userId="e5ced5c2-d787-455d-b115-4f08a699b8c8" providerId="ADAL" clId="{346ECE53-D0EE-4664-97A2-EE5ED4BD15CE}" dt="2025-09-13T05:18:50.994" v="4723" actId="20577"/>
          <ac:spMkLst>
            <pc:docMk/>
            <pc:sldMk cId="3525987434" sldId="307"/>
            <ac:spMk id="2" creationId="{C22F07A5-2562-A495-D8B7-AE1648EEDC34}"/>
          </ac:spMkLst>
        </pc:spChg>
        <pc:spChg chg="mod">
          <ac:chgData name="JHEYSON FABIAN VILLAVISAN BUITRAGO" userId="e5ced5c2-d787-455d-b115-4f08a699b8c8" providerId="ADAL" clId="{346ECE53-D0EE-4664-97A2-EE5ED4BD15CE}" dt="2025-09-13T05:22:32.168" v="5069" actId="20577"/>
          <ac:spMkLst>
            <pc:docMk/>
            <pc:sldMk cId="3525987434" sldId="307"/>
            <ac:spMk id="3" creationId="{07D1295C-FD3D-AA2C-6401-1CFFB061A9A2}"/>
          </ac:spMkLst>
        </pc:spChg>
        <pc:spChg chg="mod">
          <ac:chgData name="JHEYSON FABIAN VILLAVISAN BUITRAGO" userId="e5ced5c2-d787-455d-b115-4f08a699b8c8" providerId="ADAL" clId="{346ECE53-D0EE-4664-97A2-EE5ED4BD15CE}" dt="2025-09-13T05:27:09.600" v="5266" actId="20577"/>
          <ac:spMkLst>
            <pc:docMk/>
            <pc:sldMk cId="3525987434" sldId="307"/>
            <ac:spMk id="10" creationId="{568C2664-60C9-0B77-6901-A3F93A57EBEF}"/>
          </ac:spMkLst>
        </pc:spChg>
      </pc:sldChg>
      <pc:sldChg chg="addSp modSp add mod">
        <pc:chgData name="JHEYSON FABIAN VILLAVISAN BUITRAGO" userId="e5ced5c2-d787-455d-b115-4f08a699b8c8" providerId="ADAL" clId="{346ECE53-D0EE-4664-97A2-EE5ED4BD15CE}" dt="2025-09-13T05:27:13.086" v="5268" actId="20577"/>
        <pc:sldMkLst>
          <pc:docMk/>
          <pc:sldMk cId="1442271315" sldId="308"/>
        </pc:sldMkLst>
        <pc:spChg chg="mod">
          <ac:chgData name="JHEYSON FABIAN VILLAVISAN BUITRAGO" userId="e5ced5c2-d787-455d-b115-4f08a699b8c8" providerId="ADAL" clId="{346ECE53-D0EE-4664-97A2-EE5ED4BD15CE}" dt="2025-09-13T05:23:05.009" v="5086" actId="20577"/>
          <ac:spMkLst>
            <pc:docMk/>
            <pc:sldMk cId="1442271315" sldId="308"/>
            <ac:spMk id="2" creationId="{2EAF1450-345F-CAE3-5491-A8327A19C6F4}"/>
          </ac:spMkLst>
        </pc:spChg>
        <pc:spChg chg="mod">
          <ac:chgData name="JHEYSON FABIAN VILLAVISAN BUITRAGO" userId="e5ced5c2-d787-455d-b115-4f08a699b8c8" providerId="ADAL" clId="{346ECE53-D0EE-4664-97A2-EE5ED4BD15CE}" dt="2025-09-13T05:24:22.530" v="5230" actId="20577"/>
          <ac:spMkLst>
            <pc:docMk/>
            <pc:sldMk cId="1442271315" sldId="308"/>
            <ac:spMk id="3" creationId="{95785568-0A0C-5928-6FC3-A62F847B9B22}"/>
          </ac:spMkLst>
        </pc:spChg>
        <pc:spChg chg="add mod">
          <ac:chgData name="JHEYSON FABIAN VILLAVISAN BUITRAGO" userId="e5ced5c2-d787-455d-b115-4f08a699b8c8" providerId="ADAL" clId="{346ECE53-D0EE-4664-97A2-EE5ED4BD15CE}" dt="2025-09-13T05:25:00.907" v="5236" actId="1582"/>
          <ac:spMkLst>
            <pc:docMk/>
            <pc:sldMk cId="1442271315" sldId="308"/>
            <ac:spMk id="7" creationId="{EC75DCAE-C52C-773D-E73B-A9B39EA91D8C}"/>
          </ac:spMkLst>
        </pc:spChg>
        <pc:spChg chg="add mod">
          <ac:chgData name="JHEYSON FABIAN VILLAVISAN BUITRAGO" userId="e5ced5c2-d787-455d-b115-4f08a699b8c8" providerId="ADAL" clId="{346ECE53-D0EE-4664-97A2-EE5ED4BD15CE}" dt="2025-09-13T05:25:47.596" v="5260" actId="14100"/>
          <ac:spMkLst>
            <pc:docMk/>
            <pc:sldMk cId="1442271315" sldId="308"/>
            <ac:spMk id="9" creationId="{746A59EE-F7DB-E829-763B-0369596697C7}"/>
          </ac:spMkLst>
        </pc:spChg>
        <pc:spChg chg="mod">
          <ac:chgData name="JHEYSON FABIAN VILLAVISAN BUITRAGO" userId="e5ced5c2-d787-455d-b115-4f08a699b8c8" providerId="ADAL" clId="{346ECE53-D0EE-4664-97A2-EE5ED4BD15CE}" dt="2025-09-13T05:27:13.086" v="5268" actId="20577"/>
          <ac:spMkLst>
            <pc:docMk/>
            <pc:sldMk cId="1442271315" sldId="308"/>
            <ac:spMk id="10" creationId="{819ECDE0-193B-4639-0A1F-630E8CCADE44}"/>
          </ac:spMkLst>
        </pc:spChg>
        <pc:picChg chg="add mod">
          <ac:chgData name="JHEYSON FABIAN VILLAVISAN BUITRAGO" userId="e5ced5c2-d787-455d-b115-4f08a699b8c8" providerId="ADAL" clId="{346ECE53-D0EE-4664-97A2-EE5ED4BD15CE}" dt="2025-09-13T05:24:34.734" v="5232" actId="1076"/>
          <ac:picMkLst>
            <pc:docMk/>
            <pc:sldMk cId="1442271315" sldId="308"/>
            <ac:picMk id="6" creationId="{06905205-CA7B-FF03-60AE-B737B5E59607}"/>
          </ac:picMkLst>
        </pc:picChg>
        <pc:picChg chg="add mod">
          <ac:chgData name="JHEYSON FABIAN VILLAVISAN BUITRAGO" userId="e5ced5c2-d787-455d-b115-4f08a699b8c8" providerId="ADAL" clId="{346ECE53-D0EE-4664-97A2-EE5ED4BD15CE}" dt="2025-09-13T05:25:05.769" v="5237"/>
          <ac:picMkLst>
            <pc:docMk/>
            <pc:sldMk cId="1442271315" sldId="308"/>
            <ac:picMk id="8" creationId="{8600C0B2-3ACC-B6C1-DA96-8EFD5C8C03D8}"/>
          </ac:picMkLst>
        </pc:picChg>
      </pc:sldChg>
      <pc:sldChg chg="modSp add mod ord">
        <pc:chgData name="JHEYSON FABIAN VILLAVISAN BUITRAGO" userId="e5ced5c2-d787-455d-b115-4f08a699b8c8" providerId="ADAL" clId="{346ECE53-D0EE-4664-97A2-EE5ED4BD15CE}" dt="2025-09-13T05:28:51.556" v="5642" actId="20577"/>
        <pc:sldMkLst>
          <pc:docMk/>
          <pc:sldMk cId="3921580513" sldId="309"/>
        </pc:sldMkLst>
        <pc:spChg chg="mod">
          <ac:chgData name="JHEYSON FABIAN VILLAVISAN BUITRAGO" userId="e5ced5c2-d787-455d-b115-4f08a699b8c8" providerId="ADAL" clId="{346ECE53-D0EE-4664-97A2-EE5ED4BD15CE}" dt="2025-09-13T05:27:21.571" v="5273" actId="20577"/>
          <ac:spMkLst>
            <pc:docMk/>
            <pc:sldMk cId="3921580513" sldId="309"/>
            <ac:spMk id="2" creationId="{B3E8FB97-94F2-B7EC-DE0F-8B14F5DD8877}"/>
          </ac:spMkLst>
        </pc:spChg>
        <pc:spChg chg="mod">
          <ac:chgData name="JHEYSON FABIAN VILLAVISAN BUITRAGO" userId="e5ced5c2-d787-455d-b115-4f08a699b8c8" providerId="ADAL" clId="{346ECE53-D0EE-4664-97A2-EE5ED4BD15CE}" dt="2025-09-13T05:28:51.556" v="5642" actId="20577"/>
          <ac:spMkLst>
            <pc:docMk/>
            <pc:sldMk cId="3921580513" sldId="309"/>
            <ac:spMk id="3" creationId="{33086AF3-D6B5-E1D5-1F1D-184941C4D55C}"/>
          </ac:spMkLst>
        </pc:spChg>
        <pc:spChg chg="mod">
          <ac:chgData name="JHEYSON FABIAN VILLAVISAN BUITRAGO" userId="e5ced5c2-d787-455d-b115-4f08a699b8c8" providerId="ADAL" clId="{346ECE53-D0EE-4664-97A2-EE5ED4BD15CE}" dt="2025-09-13T05:26:59.569" v="5265" actId="20577"/>
          <ac:spMkLst>
            <pc:docMk/>
            <pc:sldMk cId="3921580513" sldId="309"/>
            <ac:spMk id="10" creationId="{A8351F75-F91A-A8C0-FD46-0E464701754F}"/>
          </ac:spMkLst>
        </pc:spChg>
      </pc:sldChg>
      <pc:sldChg chg="addSp modSp add mod">
        <pc:chgData name="JHEYSON FABIAN VILLAVISAN BUITRAGO" userId="e5ced5c2-d787-455d-b115-4f08a699b8c8" providerId="ADAL" clId="{346ECE53-D0EE-4664-97A2-EE5ED4BD15CE}" dt="2025-09-13T05:49:22.627" v="7668" actId="1076"/>
        <pc:sldMkLst>
          <pc:docMk/>
          <pc:sldMk cId="3504134926" sldId="310"/>
        </pc:sldMkLst>
        <pc:spChg chg="mod">
          <ac:chgData name="JHEYSON FABIAN VILLAVISAN BUITRAGO" userId="e5ced5c2-d787-455d-b115-4f08a699b8c8" providerId="ADAL" clId="{346ECE53-D0EE-4664-97A2-EE5ED4BD15CE}" dt="2025-09-13T05:31:15.386" v="5739" actId="20577"/>
          <ac:spMkLst>
            <pc:docMk/>
            <pc:sldMk cId="3504134926" sldId="310"/>
            <ac:spMk id="3" creationId="{F41EC063-387B-B7D9-1F0D-CAC944216449}"/>
          </ac:spMkLst>
        </pc:spChg>
        <pc:spChg chg="add mod">
          <ac:chgData name="JHEYSON FABIAN VILLAVISAN BUITRAGO" userId="e5ced5c2-d787-455d-b115-4f08a699b8c8" providerId="ADAL" clId="{346ECE53-D0EE-4664-97A2-EE5ED4BD15CE}" dt="2025-09-13T05:31:41.803" v="5789" actId="20577"/>
          <ac:spMkLst>
            <pc:docMk/>
            <pc:sldMk cId="3504134926" sldId="310"/>
            <ac:spMk id="4" creationId="{DD5865A8-D049-4E6A-CAE7-EFEF14AD7F88}"/>
          </ac:spMkLst>
        </pc:spChg>
        <pc:spChg chg="mod">
          <ac:chgData name="JHEYSON FABIAN VILLAVISAN BUITRAGO" userId="e5ced5c2-d787-455d-b115-4f08a699b8c8" providerId="ADAL" clId="{346ECE53-D0EE-4664-97A2-EE5ED4BD15CE}" dt="2025-09-13T05:30:32.646" v="5704" actId="20577"/>
          <ac:spMkLst>
            <pc:docMk/>
            <pc:sldMk cId="3504134926" sldId="310"/>
            <ac:spMk id="10" creationId="{65850DC6-4A7A-96E2-C8F9-D5772C863946}"/>
          </ac:spMkLst>
        </pc:spChg>
        <pc:picChg chg="add mod">
          <ac:chgData name="JHEYSON FABIAN VILLAVISAN BUITRAGO" userId="e5ced5c2-d787-455d-b115-4f08a699b8c8" providerId="ADAL" clId="{346ECE53-D0EE-4664-97A2-EE5ED4BD15CE}" dt="2025-09-13T05:49:22.627" v="7668" actId="1076"/>
          <ac:picMkLst>
            <pc:docMk/>
            <pc:sldMk cId="3504134926" sldId="310"/>
            <ac:picMk id="7" creationId="{CBF1DE28-BCD2-7DEB-869F-EDA31DBBDEE4}"/>
          </ac:picMkLst>
        </pc:picChg>
      </pc:sldChg>
      <pc:sldChg chg="addSp delSp modSp add mod">
        <pc:chgData name="JHEYSON FABIAN VILLAVISAN BUITRAGO" userId="e5ced5c2-d787-455d-b115-4f08a699b8c8" providerId="ADAL" clId="{346ECE53-D0EE-4664-97A2-EE5ED4BD15CE}" dt="2025-09-13T05:51:34.245" v="7757" actId="20577"/>
        <pc:sldMkLst>
          <pc:docMk/>
          <pc:sldMk cId="2194387208" sldId="311"/>
        </pc:sldMkLst>
        <pc:spChg chg="mod">
          <ac:chgData name="JHEYSON FABIAN VILLAVISAN BUITRAGO" userId="e5ced5c2-d787-455d-b115-4f08a699b8c8" providerId="ADAL" clId="{346ECE53-D0EE-4664-97A2-EE5ED4BD15CE}" dt="2025-09-13T05:36:24.549" v="6415" actId="20577"/>
          <ac:spMkLst>
            <pc:docMk/>
            <pc:sldMk cId="2194387208" sldId="311"/>
            <ac:spMk id="3" creationId="{1EB33846-267D-B53C-2972-5DA313C35B9F}"/>
          </ac:spMkLst>
        </pc:spChg>
        <pc:spChg chg="del">
          <ac:chgData name="JHEYSON FABIAN VILLAVISAN BUITRAGO" userId="e5ced5c2-d787-455d-b115-4f08a699b8c8" providerId="ADAL" clId="{346ECE53-D0EE-4664-97A2-EE5ED4BD15CE}" dt="2025-09-13T05:33:38.511" v="6008" actId="478"/>
          <ac:spMkLst>
            <pc:docMk/>
            <pc:sldMk cId="2194387208" sldId="311"/>
            <ac:spMk id="4" creationId="{2B9EFAEE-DFB9-F169-C472-92BC60514C61}"/>
          </ac:spMkLst>
        </pc:spChg>
        <pc:spChg chg="mod">
          <ac:chgData name="JHEYSON FABIAN VILLAVISAN BUITRAGO" userId="e5ced5c2-d787-455d-b115-4f08a699b8c8" providerId="ADAL" clId="{346ECE53-D0EE-4664-97A2-EE5ED4BD15CE}" dt="2025-09-13T05:51:34.245" v="7757" actId="20577"/>
          <ac:spMkLst>
            <pc:docMk/>
            <pc:sldMk cId="2194387208" sldId="311"/>
            <ac:spMk id="10" creationId="{427F05D5-1B1A-28C9-6A3F-B8590635DABE}"/>
          </ac:spMkLst>
        </pc:spChg>
        <pc:picChg chg="add mod">
          <ac:chgData name="JHEYSON FABIAN VILLAVISAN BUITRAGO" userId="e5ced5c2-d787-455d-b115-4f08a699b8c8" providerId="ADAL" clId="{346ECE53-D0EE-4664-97A2-EE5ED4BD15CE}" dt="2025-09-13T05:34:17.234" v="6108" actId="1076"/>
          <ac:picMkLst>
            <pc:docMk/>
            <pc:sldMk cId="2194387208" sldId="311"/>
            <ac:picMk id="7" creationId="{21413C59-9FDD-1225-89B7-02854889821C}"/>
          </ac:picMkLst>
        </pc:picChg>
        <pc:picChg chg="add mod">
          <ac:chgData name="JHEYSON FABIAN VILLAVISAN BUITRAGO" userId="e5ced5c2-d787-455d-b115-4f08a699b8c8" providerId="ADAL" clId="{346ECE53-D0EE-4664-97A2-EE5ED4BD15CE}" dt="2025-09-13T05:36:36.226" v="6417" actId="1076"/>
          <ac:picMkLst>
            <pc:docMk/>
            <pc:sldMk cId="2194387208" sldId="311"/>
            <ac:picMk id="9" creationId="{5EF73903-4457-3EE6-D0E2-8C827C11061C}"/>
          </ac:picMkLst>
        </pc:picChg>
      </pc:sldChg>
      <pc:sldChg chg="addSp delSp modSp add mod">
        <pc:chgData name="JHEYSON FABIAN VILLAVISAN BUITRAGO" userId="e5ced5c2-d787-455d-b115-4f08a699b8c8" providerId="ADAL" clId="{346ECE53-D0EE-4664-97A2-EE5ED4BD15CE}" dt="2025-09-13T05:51:39.193" v="7763" actId="20577"/>
        <pc:sldMkLst>
          <pc:docMk/>
          <pc:sldMk cId="3938112342" sldId="312"/>
        </pc:sldMkLst>
        <pc:spChg chg="del">
          <ac:chgData name="JHEYSON FABIAN VILLAVISAN BUITRAGO" userId="e5ced5c2-d787-455d-b115-4f08a699b8c8" providerId="ADAL" clId="{346ECE53-D0EE-4664-97A2-EE5ED4BD15CE}" dt="2025-09-13T05:37:04.752" v="6420" actId="478"/>
          <ac:spMkLst>
            <pc:docMk/>
            <pc:sldMk cId="3938112342" sldId="312"/>
            <ac:spMk id="3" creationId="{BB165656-CDF8-F509-C9EE-AFCD0CC26B73}"/>
          </ac:spMkLst>
        </pc:spChg>
        <pc:spChg chg="add mod">
          <ac:chgData name="JHEYSON FABIAN VILLAVISAN BUITRAGO" userId="e5ced5c2-d787-455d-b115-4f08a699b8c8" providerId="ADAL" clId="{346ECE53-D0EE-4664-97A2-EE5ED4BD15CE}" dt="2025-09-13T05:39:06.262" v="6428"/>
          <ac:spMkLst>
            <pc:docMk/>
            <pc:sldMk cId="3938112342" sldId="312"/>
            <ac:spMk id="8" creationId="{BA681388-D065-0783-F5F6-E246DDDFA2F4}"/>
          </ac:spMkLst>
        </pc:spChg>
        <pc:spChg chg="mod">
          <ac:chgData name="JHEYSON FABIAN VILLAVISAN BUITRAGO" userId="e5ced5c2-d787-455d-b115-4f08a699b8c8" providerId="ADAL" clId="{346ECE53-D0EE-4664-97A2-EE5ED4BD15CE}" dt="2025-09-13T05:51:39.193" v="7763" actId="20577"/>
          <ac:spMkLst>
            <pc:docMk/>
            <pc:sldMk cId="3938112342" sldId="312"/>
            <ac:spMk id="10" creationId="{085D7B6D-DA55-4780-3BDA-010634654F05}"/>
          </ac:spMkLst>
        </pc:spChg>
        <pc:picChg chg="add del mod">
          <ac:chgData name="JHEYSON FABIAN VILLAVISAN BUITRAGO" userId="e5ced5c2-d787-455d-b115-4f08a699b8c8" providerId="ADAL" clId="{346ECE53-D0EE-4664-97A2-EE5ED4BD15CE}" dt="2025-09-13T05:39:10.286" v="6429" actId="478"/>
          <ac:picMkLst>
            <pc:docMk/>
            <pc:sldMk cId="3938112342" sldId="312"/>
            <ac:picMk id="6" creationId="{4B9878F0-36F5-46B8-7BFB-D9BD6F59B90D}"/>
          </ac:picMkLst>
        </pc:picChg>
        <pc:picChg chg="del">
          <ac:chgData name="JHEYSON FABIAN VILLAVISAN BUITRAGO" userId="e5ced5c2-d787-455d-b115-4f08a699b8c8" providerId="ADAL" clId="{346ECE53-D0EE-4664-97A2-EE5ED4BD15CE}" dt="2025-09-13T05:37:06.369" v="6421" actId="478"/>
          <ac:picMkLst>
            <pc:docMk/>
            <pc:sldMk cId="3938112342" sldId="312"/>
            <ac:picMk id="7" creationId="{671077A3-84F9-7603-3175-B08C338AA98F}"/>
          </ac:picMkLst>
        </pc:picChg>
        <pc:picChg chg="del">
          <ac:chgData name="JHEYSON FABIAN VILLAVISAN BUITRAGO" userId="e5ced5c2-d787-455d-b115-4f08a699b8c8" providerId="ADAL" clId="{346ECE53-D0EE-4664-97A2-EE5ED4BD15CE}" dt="2025-09-13T05:37:01.937" v="6419" actId="478"/>
          <ac:picMkLst>
            <pc:docMk/>
            <pc:sldMk cId="3938112342" sldId="312"/>
            <ac:picMk id="9" creationId="{548E2355-48B6-6600-FBB1-0A1E516A80BA}"/>
          </ac:picMkLst>
        </pc:picChg>
      </pc:sldChg>
      <pc:sldChg chg="addSp delSp modSp add mod">
        <pc:chgData name="JHEYSON FABIAN VILLAVISAN BUITRAGO" userId="e5ced5c2-d787-455d-b115-4f08a699b8c8" providerId="ADAL" clId="{346ECE53-D0EE-4664-97A2-EE5ED4BD15CE}" dt="2025-09-13T05:42:53.589" v="7030" actId="20577"/>
        <pc:sldMkLst>
          <pc:docMk/>
          <pc:sldMk cId="3332338945" sldId="313"/>
        </pc:sldMkLst>
        <pc:spChg chg="mod">
          <ac:chgData name="JHEYSON FABIAN VILLAVISAN BUITRAGO" userId="e5ced5c2-d787-455d-b115-4f08a699b8c8" providerId="ADAL" clId="{346ECE53-D0EE-4664-97A2-EE5ED4BD15CE}" dt="2025-09-13T05:39:55.698" v="6459" actId="20577"/>
          <ac:spMkLst>
            <pc:docMk/>
            <pc:sldMk cId="3332338945" sldId="313"/>
            <ac:spMk id="2" creationId="{E21150A5-9464-2391-198D-EAA179C00C63}"/>
          </ac:spMkLst>
        </pc:spChg>
        <pc:spChg chg="add mod">
          <ac:chgData name="JHEYSON FABIAN VILLAVISAN BUITRAGO" userId="e5ced5c2-d787-455d-b115-4f08a699b8c8" providerId="ADAL" clId="{346ECE53-D0EE-4664-97A2-EE5ED4BD15CE}" dt="2025-09-13T05:42:53.589" v="7030" actId="20577"/>
          <ac:spMkLst>
            <pc:docMk/>
            <pc:sldMk cId="3332338945" sldId="313"/>
            <ac:spMk id="3" creationId="{88ACE052-1627-62EC-E3A9-35006299142E}"/>
          </ac:spMkLst>
        </pc:spChg>
        <pc:spChg chg="mod">
          <ac:chgData name="JHEYSON FABIAN VILLAVISAN BUITRAGO" userId="e5ced5c2-d787-455d-b115-4f08a699b8c8" providerId="ADAL" clId="{346ECE53-D0EE-4664-97A2-EE5ED4BD15CE}" dt="2025-09-13T05:40:14.287" v="6464" actId="20577"/>
          <ac:spMkLst>
            <pc:docMk/>
            <pc:sldMk cId="3332338945" sldId="313"/>
            <ac:spMk id="10" creationId="{1B2E3C01-EEB9-8386-81C2-4FBE66509F45}"/>
          </ac:spMkLst>
        </pc:spChg>
        <pc:picChg chg="del mod">
          <ac:chgData name="JHEYSON FABIAN VILLAVISAN BUITRAGO" userId="e5ced5c2-d787-455d-b115-4f08a699b8c8" providerId="ADAL" clId="{346ECE53-D0EE-4664-97A2-EE5ED4BD15CE}" dt="2025-09-13T05:39:57.221" v="6461" actId="478"/>
          <ac:picMkLst>
            <pc:docMk/>
            <pc:sldMk cId="3332338945" sldId="313"/>
            <ac:picMk id="6" creationId="{AAD3C6EB-38AF-8BBD-81CD-5D6799DD1C73}"/>
          </ac:picMkLst>
        </pc:picChg>
      </pc:sldChg>
      <pc:sldChg chg="modSp add mod">
        <pc:chgData name="JHEYSON FABIAN VILLAVISAN BUITRAGO" userId="e5ced5c2-d787-455d-b115-4f08a699b8c8" providerId="ADAL" clId="{346ECE53-D0EE-4664-97A2-EE5ED4BD15CE}" dt="2025-09-13T05:51:43.273" v="7765" actId="20577"/>
        <pc:sldMkLst>
          <pc:docMk/>
          <pc:sldMk cId="950023935" sldId="314"/>
        </pc:sldMkLst>
        <pc:spChg chg="mod">
          <ac:chgData name="JHEYSON FABIAN VILLAVISAN BUITRAGO" userId="e5ced5c2-d787-455d-b115-4f08a699b8c8" providerId="ADAL" clId="{346ECE53-D0EE-4664-97A2-EE5ED4BD15CE}" dt="2025-09-13T05:44:11.216" v="7294" actId="20577"/>
          <ac:spMkLst>
            <pc:docMk/>
            <pc:sldMk cId="950023935" sldId="314"/>
            <ac:spMk id="3" creationId="{2B7C0518-45A4-F684-8036-3E384DD91967}"/>
          </ac:spMkLst>
        </pc:spChg>
        <pc:spChg chg="mod">
          <ac:chgData name="JHEYSON FABIAN VILLAVISAN BUITRAGO" userId="e5ced5c2-d787-455d-b115-4f08a699b8c8" providerId="ADAL" clId="{346ECE53-D0EE-4664-97A2-EE5ED4BD15CE}" dt="2025-09-13T05:51:43.273" v="7765" actId="20577"/>
          <ac:spMkLst>
            <pc:docMk/>
            <pc:sldMk cId="950023935" sldId="314"/>
            <ac:spMk id="10" creationId="{06252BC8-72E9-A44C-365B-5E990BF3DE92}"/>
          </ac:spMkLst>
        </pc:spChg>
      </pc:sldChg>
      <pc:sldChg chg="addSp modSp add mod">
        <pc:chgData name="JHEYSON FABIAN VILLAVISAN BUITRAGO" userId="e5ced5c2-d787-455d-b115-4f08a699b8c8" providerId="ADAL" clId="{346ECE53-D0EE-4664-97A2-EE5ED4BD15CE}" dt="2025-09-13T05:51:45.082" v="7767" actId="20577"/>
        <pc:sldMkLst>
          <pc:docMk/>
          <pc:sldMk cId="398823694" sldId="315"/>
        </pc:sldMkLst>
        <pc:spChg chg="mod">
          <ac:chgData name="JHEYSON FABIAN VILLAVISAN BUITRAGO" userId="e5ced5c2-d787-455d-b115-4f08a699b8c8" providerId="ADAL" clId="{346ECE53-D0EE-4664-97A2-EE5ED4BD15CE}" dt="2025-09-13T05:46:32.451" v="7327" actId="20577"/>
          <ac:spMkLst>
            <pc:docMk/>
            <pc:sldMk cId="398823694" sldId="315"/>
            <ac:spMk id="2" creationId="{C3E3B1D0-74EC-F924-D170-86B0C6D8E347}"/>
          </ac:spMkLst>
        </pc:spChg>
        <pc:spChg chg="mod">
          <ac:chgData name="JHEYSON FABIAN VILLAVISAN BUITRAGO" userId="e5ced5c2-d787-455d-b115-4f08a699b8c8" providerId="ADAL" clId="{346ECE53-D0EE-4664-97A2-EE5ED4BD15CE}" dt="2025-09-13T05:47:53.071" v="7664" actId="20577"/>
          <ac:spMkLst>
            <pc:docMk/>
            <pc:sldMk cId="398823694" sldId="315"/>
            <ac:spMk id="3" creationId="{47F0AF83-9716-CE65-767C-10BA15578BAC}"/>
          </ac:spMkLst>
        </pc:spChg>
        <pc:spChg chg="mod">
          <ac:chgData name="JHEYSON FABIAN VILLAVISAN BUITRAGO" userId="e5ced5c2-d787-455d-b115-4f08a699b8c8" providerId="ADAL" clId="{346ECE53-D0EE-4664-97A2-EE5ED4BD15CE}" dt="2025-09-13T05:51:45.082" v="7767" actId="20577"/>
          <ac:spMkLst>
            <pc:docMk/>
            <pc:sldMk cId="398823694" sldId="315"/>
            <ac:spMk id="10" creationId="{49D4E64D-3FFB-5BAE-5EBB-85CEE3AE5EA2}"/>
          </ac:spMkLst>
        </pc:spChg>
        <pc:picChg chg="add mod">
          <ac:chgData name="JHEYSON FABIAN VILLAVISAN BUITRAGO" userId="e5ced5c2-d787-455d-b115-4f08a699b8c8" providerId="ADAL" clId="{346ECE53-D0EE-4664-97A2-EE5ED4BD15CE}" dt="2025-09-13T05:50:29.996" v="7670" actId="1076"/>
          <ac:picMkLst>
            <pc:docMk/>
            <pc:sldMk cId="398823694" sldId="315"/>
            <ac:picMk id="6" creationId="{C22D5380-925E-9575-9CBA-066509C7F7F1}"/>
          </ac:picMkLst>
        </pc:picChg>
      </pc:sldChg>
      <pc:sldChg chg="modSp add mod">
        <pc:chgData name="JHEYSON FABIAN VILLAVISAN BUITRAGO" userId="e5ced5c2-d787-455d-b115-4f08a699b8c8" providerId="ADAL" clId="{346ECE53-D0EE-4664-97A2-EE5ED4BD15CE}" dt="2025-09-13T05:52:44.454" v="7995" actId="20577"/>
        <pc:sldMkLst>
          <pc:docMk/>
          <pc:sldMk cId="793656144" sldId="316"/>
        </pc:sldMkLst>
        <pc:spChg chg="mod">
          <ac:chgData name="JHEYSON FABIAN VILLAVISAN BUITRAGO" userId="e5ced5c2-d787-455d-b115-4f08a699b8c8" providerId="ADAL" clId="{346ECE53-D0EE-4664-97A2-EE5ED4BD15CE}" dt="2025-09-13T05:52:44.454" v="7995" actId="20577"/>
          <ac:spMkLst>
            <pc:docMk/>
            <pc:sldMk cId="793656144" sldId="316"/>
            <ac:spMk id="3" creationId="{74051C24-C1EF-AE87-2CD6-A6BE36D142F4}"/>
          </ac:spMkLst>
        </pc:spChg>
        <pc:spChg chg="mod">
          <ac:chgData name="JHEYSON FABIAN VILLAVISAN BUITRAGO" userId="e5ced5c2-d787-455d-b115-4f08a699b8c8" providerId="ADAL" clId="{346ECE53-D0EE-4664-97A2-EE5ED4BD15CE}" dt="2025-09-13T05:51:47.484" v="7769" actId="20577"/>
          <ac:spMkLst>
            <pc:docMk/>
            <pc:sldMk cId="793656144" sldId="316"/>
            <ac:spMk id="10" creationId="{01190E98-8C6A-8AAF-6721-0C0BA455DB2D}"/>
          </ac:spMkLst>
        </pc:spChg>
      </pc:sldChg>
      <pc:sldChg chg="modSp add mod">
        <pc:chgData name="JHEYSON FABIAN VILLAVISAN BUITRAGO" userId="e5ced5c2-d787-455d-b115-4f08a699b8c8" providerId="ADAL" clId="{346ECE53-D0EE-4664-97A2-EE5ED4BD15CE}" dt="2025-09-13T05:56:49.483" v="8415" actId="20577"/>
        <pc:sldMkLst>
          <pc:docMk/>
          <pc:sldMk cId="2338989770" sldId="317"/>
        </pc:sldMkLst>
        <pc:spChg chg="mod">
          <ac:chgData name="JHEYSON FABIAN VILLAVISAN BUITRAGO" userId="e5ced5c2-d787-455d-b115-4f08a699b8c8" providerId="ADAL" clId="{346ECE53-D0EE-4664-97A2-EE5ED4BD15CE}" dt="2025-09-13T05:56:43.660" v="8413" actId="20577"/>
          <ac:spMkLst>
            <pc:docMk/>
            <pc:sldMk cId="2338989770" sldId="317"/>
            <ac:spMk id="3" creationId="{653543F0-0898-CF3F-71B5-8A8A8D90EB78}"/>
          </ac:spMkLst>
        </pc:spChg>
        <pc:spChg chg="mod">
          <ac:chgData name="JHEYSON FABIAN VILLAVISAN BUITRAGO" userId="e5ced5c2-d787-455d-b115-4f08a699b8c8" providerId="ADAL" clId="{346ECE53-D0EE-4664-97A2-EE5ED4BD15CE}" dt="2025-09-13T05:56:49.483" v="8415" actId="20577"/>
          <ac:spMkLst>
            <pc:docMk/>
            <pc:sldMk cId="2338989770" sldId="317"/>
            <ac:spMk id="10" creationId="{40D6EA07-DF21-AC10-8BDB-54555B31D956}"/>
          </ac:spMkLst>
        </pc:spChg>
      </pc:sldChg>
      <pc:sldChg chg="addSp delSp modSp add mod">
        <pc:chgData name="JHEYSON FABIAN VILLAVISAN BUITRAGO" userId="e5ced5c2-d787-455d-b115-4f08a699b8c8" providerId="ADAL" clId="{346ECE53-D0EE-4664-97A2-EE5ED4BD15CE}" dt="2025-09-13T06:00:17" v="8731" actId="1076"/>
        <pc:sldMkLst>
          <pc:docMk/>
          <pc:sldMk cId="1866498335" sldId="318"/>
        </pc:sldMkLst>
        <pc:spChg chg="mod">
          <ac:chgData name="JHEYSON FABIAN VILLAVISAN BUITRAGO" userId="e5ced5c2-d787-455d-b115-4f08a699b8c8" providerId="ADAL" clId="{346ECE53-D0EE-4664-97A2-EE5ED4BD15CE}" dt="2025-09-13T05:56:58.500" v="8425" actId="20577"/>
          <ac:spMkLst>
            <pc:docMk/>
            <pc:sldMk cId="1866498335" sldId="318"/>
            <ac:spMk id="2" creationId="{80217B26-A73E-EDB5-4D91-74D2E306C430}"/>
          </ac:spMkLst>
        </pc:spChg>
        <pc:spChg chg="add del mod">
          <ac:chgData name="JHEYSON FABIAN VILLAVISAN BUITRAGO" userId="e5ced5c2-d787-455d-b115-4f08a699b8c8" providerId="ADAL" clId="{346ECE53-D0EE-4664-97A2-EE5ED4BD15CE}" dt="2025-09-13T06:00:14.386" v="8730" actId="20577"/>
          <ac:spMkLst>
            <pc:docMk/>
            <pc:sldMk cId="1866498335" sldId="318"/>
            <ac:spMk id="3" creationId="{97DCFB99-E6BB-1DD0-544E-182A9F21E639}"/>
          </ac:spMkLst>
        </pc:spChg>
        <pc:spChg chg="mod">
          <ac:chgData name="JHEYSON FABIAN VILLAVISAN BUITRAGO" userId="e5ced5c2-d787-455d-b115-4f08a699b8c8" providerId="ADAL" clId="{346ECE53-D0EE-4664-97A2-EE5ED4BD15CE}" dt="2025-09-13T05:57:32.684" v="8428" actId="20577"/>
          <ac:spMkLst>
            <pc:docMk/>
            <pc:sldMk cId="1866498335" sldId="318"/>
            <ac:spMk id="10" creationId="{8BB6B03C-8CB2-2527-2C35-5DD0769DDADC}"/>
          </ac:spMkLst>
        </pc:spChg>
        <pc:picChg chg="del">
          <ac:chgData name="JHEYSON FABIAN VILLAVISAN BUITRAGO" userId="e5ced5c2-d787-455d-b115-4f08a699b8c8" providerId="ADAL" clId="{346ECE53-D0EE-4664-97A2-EE5ED4BD15CE}" dt="2025-09-13T05:57:00.392" v="8426" actId="478"/>
          <ac:picMkLst>
            <pc:docMk/>
            <pc:sldMk cId="1866498335" sldId="318"/>
            <ac:picMk id="6" creationId="{C44F0267-B343-8E40-EF4F-BEBD82BB7476}"/>
          </ac:picMkLst>
        </pc:picChg>
        <pc:picChg chg="add del mod">
          <ac:chgData name="JHEYSON FABIAN VILLAVISAN BUITRAGO" userId="e5ced5c2-d787-455d-b115-4f08a699b8c8" providerId="ADAL" clId="{346ECE53-D0EE-4664-97A2-EE5ED4BD15CE}" dt="2025-09-13T05:58:45.654" v="8614" actId="1076"/>
          <ac:picMkLst>
            <pc:docMk/>
            <pc:sldMk cId="1866498335" sldId="318"/>
            <ac:picMk id="1026" creationId="{423831D6-22E8-3816-821D-B3E582348EAE}"/>
          </ac:picMkLst>
        </pc:picChg>
        <pc:picChg chg="add">
          <ac:chgData name="JHEYSON FABIAN VILLAVISAN BUITRAGO" userId="e5ced5c2-d787-455d-b115-4f08a699b8c8" providerId="ADAL" clId="{346ECE53-D0EE-4664-97A2-EE5ED4BD15CE}" dt="2025-09-13T05:58:44.512" v="8612"/>
          <ac:picMkLst>
            <pc:docMk/>
            <pc:sldMk cId="1866498335" sldId="318"/>
            <ac:picMk id="1028" creationId="{41314571-BE8C-132D-4BCF-51C993064BCE}"/>
          </ac:picMkLst>
        </pc:picChg>
        <pc:picChg chg="add del mod">
          <ac:chgData name="JHEYSON FABIAN VILLAVISAN BUITRAGO" userId="e5ced5c2-d787-455d-b115-4f08a699b8c8" providerId="ADAL" clId="{346ECE53-D0EE-4664-97A2-EE5ED4BD15CE}" dt="2025-09-13T05:58:49.856" v="8617" actId="478"/>
          <ac:picMkLst>
            <pc:docMk/>
            <pc:sldMk cId="1866498335" sldId="318"/>
            <ac:picMk id="1030" creationId="{816DC066-F914-6383-C915-0A6414F824D1}"/>
          </ac:picMkLst>
        </pc:picChg>
        <pc:picChg chg="add mod">
          <ac:chgData name="JHEYSON FABIAN VILLAVISAN BUITRAGO" userId="e5ced5c2-d787-455d-b115-4f08a699b8c8" providerId="ADAL" clId="{346ECE53-D0EE-4664-97A2-EE5ED4BD15CE}" dt="2025-09-13T06:00:17" v="8731" actId="1076"/>
          <ac:picMkLst>
            <pc:docMk/>
            <pc:sldMk cId="1866498335" sldId="318"/>
            <ac:picMk id="1032" creationId="{BB5CF945-22E1-23B6-EDB7-158ED9CBD8BD}"/>
          </ac:picMkLst>
        </pc:picChg>
      </pc:sldChg>
      <pc:sldChg chg="addSp delSp modSp add mod">
        <pc:chgData name="JHEYSON FABIAN VILLAVISAN BUITRAGO" userId="e5ced5c2-d787-455d-b115-4f08a699b8c8" providerId="ADAL" clId="{346ECE53-D0EE-4664-97A2-EE5ED4BD15CE}" dt="2025-09-13T06:02:27.386" v="8936" actId="20577"/>
        <pc:sldMkLst>
          <pc:docMk/>
          <pc:sldMk cId="3312514606" sldId="319"/>
        </pc:sldMkLst>
        <pc:spChg chg="mod">
          <ac:chgData name="JHEYSON FABIAN VILLAVISAN BUITRAGO" userId="e5ced5c2-d787-455d-b115-4f08a699b8c8" providerId="ADAL" clId="{346ECE53-D0EE-4664-97A2-EE5ED4BD15CE}" dt="2025-09-13T06:01:16.319" v="8759" actId="20577"/>
          <ac:spMkLst>
            <pc:docMk/>
            <pc:sldMk cId="3312514606" sldId="319"/>
            <ac:spMk id="2" creationId="{9B84D1D0-5397-16C9-F23F-04126319A973}"/>
          </ac:spMkLst>
        </pc:spChg>
        <pc:spChg chg="mod">
          <ac:chgData name="JHEYSON FABIAN VILLAVISAN BUITRAGO" userId="e5ced5c2-d787-455d-b115-4f08a699b8c8" providerId="ADAL" clId="{346ECE53-D0EE-4664-97A2-EE5ED4BD15CE}" dt="2025-09-13T06:01:50.248" v="8934" actId="20577"/>
          <ac:spMkLst>
            <pc:docMk/>
            <pc:sldMk cId="3312514606" sldId="319"/>
            <ac:spMk id="3" creationId="{BF06427C-44E7-66B9-DFEE-CA3EF4F94102}"/>
          </ac:spMkLst>
        </pc:spChg>
        <pc:spChg chg="mod">
          <ac:chgData name="JHEYSON FABIAN VILLAVISAN BUITRAGO" userId="e5ced5c2-d787-455d-b115-4f08a699b8c8" providerId="ADAL" clId="{346ECE53-D0EE-4664-97A2-EE5ED4BD15CE}" dt="2025-09-13T06:02:27.386" v="8936" actId="20577"/>
          <ac:spMkLst>
            <pc:docMk/>
            <pc:sldMk cId="3312514606" sldId="319"/>
            <ac:spMk id="10" creationId="{B6100D57-DBE4-F99F-17E3-E5372157A854}"/>
          </ac:spMkLst>
        </pc:spChg>
        <pc:picChg chg="del">
          <ac:chgData name="JHEYSON FABIAN VILLAVISAN BUITRAGO" userId="e5ced5c2-d787-455d-b115-4f08a699b8c8" providerId="ADAL" clId="{346ECE53-D0EE-4664-97A2-EE5ED4BD15CE}" dt="2025-09-13T06:01:00.576" v="8733" actId="478"/>
          <ac:picMkLst>
            <pc:docMk/>
            <pc:sldMk cId="3312514606" sldId="319"/>
            <ac:picMk id="1032" creationId="{B284203D-24C5-958F-B176-04C0090D84B0}"/>
          </ac:picMkLst>
        </pc:picChg>
        <pc:picChg chg="add mod">
          <ac:chgData name="JHEYSON FABIAN VILLAVISAN BUITRAGO" userId="e5ced5c2-d787-455d-b115-4f08a699b8c8" providerId="ADAL" clId="{346ECE53-D0EE-4664-97A2-EE5ED4BD15CE}" dt="2025-09-13T06:01:03.242" v="8735" actId="1076"/>
          <ac:picMkLst>
            <pc:docMk/>
            <pc:sldMk cId="3312514606" sldId="319"/>
            <ac:picMk id="2050" creationId="{7A3782BD-78A1-CDBE-A03B-8B6CC3598C4C}"/>
          </ac:picMkLst>
        </pc:picChg>
      </pc:sldChg>
    </pc:docChg>
  </pc:docChgLst>
  <pc:docChgLst>
    <pc:chgData name="DIEGO ALEJANDRO RODRIGUEZ GOMEZ" userId="S::darodriguezgo@itc.edu.co::1e2337d8-8fab-437d-a653-fa453b036901" providerId="AD" clId="Web-{C13E926A-233F-0F61-E50D-8A8162AF14F2}"/>
    <pc:docChg chg="addSld modSld sldOrd modSection">
      <pc:chgData name="DIEGO ALEJANDRO RODRIGUEZ GOMEZ" userId="S::darodriguezgo@itc.edu.co::1e2337d8-8fab-437d-a653-fa453b036901" providerId="AD" clId="Web-{C13E926A-233F-0F61-E50D-8A8162AF14F2}" dt="2024-08-28T01:30:14.005" v="6"/>
      <pc:docMkLst>
        <pc:docMk/>
      </pc:docMkLst>
      <pc:sldChg chg="ord">
        <pc:chgData name="DIEGO ALEJANDRO RODRIGUEZ GOMEZ" userId="S::darodriguezgo@itc.edu.co::1e2337d8-8fab-437d-a653-fa453b036901" providerId="AD" clId="Web-{C13E926A-233F-0F61-E50D-8A8162AF14F2}" dt="2024-08-28T00:47:08.796" v="0"/>
        <pc:sldMkLst>
          <pc:docMk/>
          <pc:sldMk cId="2984553591" sldId="289"/>
        </pc:sldMkLst>
      </pc:sldChg>
      <pc:sldChg chg="addSp delSp modSp ord">
        <pc:chgData name="DIEGO ALEJANDRO RODRIGUEZ GOMEZ" userId="S::darodriguezgo@itc.edu.co::1e2337d8-8fab-437d-a653-fa453b036901" providerId="AD" clId="Web-{C13E926A-233F-0F61-E50D-8A8162AF14F2}" dt="2024-08-28T01:30:14.005" v="6"/>
        <pc:sldMkLst>
          <pc:docMk/>
          <pc:sldMk cId="407945755" sldId="290"/>
        </pc:sldMkLst>
      </pc:sldChg>
      <pc:sldChg chg="new">
        <pc:chgData name="DIEGO ALEJANDRO RODRIGUEZ GOMEZ" userId="S::darodriguezgo@itc.edu.co::1e2337d8-8fab-437d-a653-fa453b036901" providerId="AD" clId="Web-{C13E926A-233F-0F61-E50D-8A8162AF14F2}" dt="2024-08-28T00:48:28.626" v="1"/>
        <pc:sldMkLst>
          <pc:docMk/>
          <pc:sldMk cId="3981299200" sldId="296"/>
        </pc:sldMkLst>
      </pc:sldChg>
    </pc:docChg>
  </pc:docChgLst>
  <pc:docChgLst>
    <pc:chgData name="DIEGO ALEJANDRO RODRIGUEZ GOMEZ" userId="S::darodriguezgo@itc.edu.co::1e2337d8-8fab-437d-a653-fa453b036901" providerId="AD" clId="Web-{538D1E32-CF57-9A4D-28E3-F76089058522}"/>
    <pc:docChg chg="addSld modSection">
      <pc:chgData name="DIEGO ALEJANDRO RODRIGUEZ GOMEZ" userId="S::darodriguezgo@itc.edu.co::1e2337d8-8fab-437d-a653-fa453b036901" providerId="AD" clId="Web-{538D1E32-CF57-9A4D-28E3-F76089058522}" dt="2024-08-28T02:04:32.248" v="0"/>
      <pc:docMkLst>
        <pc:docMk/>
      </pc:docMkLst>
      <pc:sldChg chg="new">
        <pc:chgData name="DIEGO ALEJANDRO RODRIGUEZ GOMEZ" userId="S::darodriguezgo@itc.edu.co::1e2337d8-8fab-437d-a653-fa453b036901" providerId="AD" clId="Web-{538D1E32-CF57-9A4D-28E3-F76089058522}" dt="2024-08-28T02:04:32.248" v="0"/>
        <pc:sldMkLst>
          <pc:docMk/>
          <pc:sldMk cId="1439744647" sldId="297"/>
        </pc:sldMkLst>
      </pc:sldChg>
    </pc:docChg>
  </pc:docChgLst>
  <pc:docChgLst>
    <pc:chgData name="JHEYSON FABIAN VILLAVISAN BUITRAGO" userId="e5ced5c2-d787-455d-b115-4f08a699b8c8" providerId="ADAL" clId="{1E2E911B-7E72-4E39-98E0-2C0EB388CD7F}"/>
    <pc:docChg chg="custSel addSld modSld modSection">
      <pc:chgData name="JHEYSON FABIAN VILLAVISAN BUITRAGO" userId="e5ced5c2-d787-455d-b115-4f08a699b8c8" providerId="ADAL" clId="{1E2E911B-7E72-4E39-98E0-2C0EB388CD7F}" dt="2024-09-03T14:29:29.165" v="211" actId="20577"/>
      <pc:docMkLst>
        <pc:docMk/>
      </pc:docMkLst>
      <pc:sldChg chg="addSp delSp modSp mod">
        <pc:chgData name="JHEYSON FABIAN VILLAVISAN BUITRAGO" userId="e5ced5c2-d787-455d-b115-4f08a699b8c8" providerId="ADAL" clId="{1E2E911B-7E72-4E39-98E0-2C0EB388CD7F}" dt="2024-08-12T16:39:02.340" v="18" actId="20577"/>
        <pc:sldMkLst>
          <pc:docMk/>
          <pc:sldMk cId="2505371292" sldId="270"/>
        </pc:sldMkLst>
      </pc:sldChg>
      <pc:sldChg chg="modSp">
        <pc:chgData name="JHEYSON FABIAN VILLAVISAN BUITRAGO" userId="e5ced5c2-d787-455d-b115-4f08a699b8c8" providerId="ADAL" clId="{1E2E911B-7E72-4E39-98E0-2C0EB388CD7F}" dt="2024-08-12T16:39:14.175" v="19" actId="20577"/>
        <pc:sldMkLst>
          <pc:docMk/>
          <pc:sldMk cId="3873222534" sldId="276"/>
        </pc:sldMkLst>
      </pc:sldChg>
      <pc:sldChg chg="modSp">
        <pc:chgData name="JHEYSON FABIAN VILLAVISAN BUITRAGO" userId="e5ced5c2-d787-455d-b115-4f08a699b8c8" providerId="ADAL" clId="{1E2E911B-7E72-4E39-98E0-2C0EB388CD7F}" dt="2024-08-12T16:39:51.260" v="22" actId="20577"/>
        <pc:sldMkLst>
          <pc:docMk/>
          <pc:sldMk cId="58491467" sldId="278"/>
        </pc:sldMkLst>
      </pc:sldChg>
      <pc:sldChg chg="modSp mod">
        <pc:chgData name="JHEYSON FABIAN VILLAVISAN BUITRAGO" userId="e5ced5c2-d787-455d-b115-4f08a699b8c8" providerId="ADAL" clId="{1E2E911B-7E72-4E39-98E0-2C0EB388CD7F}" dt="2024-08-12T16:50:01.767" v="28" actId="20577"/>
        <pc:sldMkLst>
          <pc:docMk/>
          <pc:sldMk cId="1894837781" sldId="279"/>
        </pc:sldMkLst>
      </pc:sldChg>
      <pc:sldChg chg="addSp modSp mod">
        <pc:chgData name="JHEYSON FABIAN VILLAVISAN BUITRAGO" userId="e5ced5c2-d787-455d-b115-4f08a699b8c8" providerId="ADAL" clId="{1E2E911B-7E72-4E39-98E0-2C0EB388CD7F}" dt="2024-08-12T16:58:55.987" v="53" actId="20577"/>
        <pc:sldMkLst>
          <pc:docMk/>
          <pc:sldMk cId="1064503744" sldId="280"/>
        </pc:sldMkLst>
      </pc:sldChg>
      <pc:sldChg chg="modSp mod">
        <pc:chgData name="JHEYSON FABIAN VILLAVISAN BUITRAGO" userId="e5ced5c2-d787-455d-b115-4f08a699b8c8" providerId="ADAL" clId="{1E2E911B-7E72-4E39-98E0-2C0EB388CD7F}" dt="2024-08-12T16:58:45.549" v="51" actId="20577"/>
        <pc:sldMkLst>
          <pc:docMk/>
          <pc:sldMk cId="600911693" sldId="283"/>
        </pc:sldMkLst>
      </pc:sldChg>
      <pc:sldChg chg="modSp mod">
        <pc:chgData name="JHEYSON FABIAN VILLAVISAN BUITRAGO" userId="e5ced5c2-d787-455d-b115-4f08a699b8c8" providerId="ADAL" clId="{1E2E911B-7E72-4E39-98E0-2C0EB388CD7F}" dt="2024-08-12T17:58:30.651" v="204" actId="20577"/>
        <pc:sldMkLst>
          <pc:docMk/>
          <pc:sldMk cId="1698574024" sldId="284"/>
        </pc:sldMkLst>
      </pc:sldChg>
      <pc:sldChg chg="modSp mod">
        <pc:chgData name="JHEYSON FABIAN VILLAVISAN BUITRAGO" userId="e5ced5c2-d787-455d-b115-4f08a699b8c8" providerId="ADAL" clId="{1E2E911B-7E72-4E39-98E0-2C0EB388CD7F}" dt="2024-08-12T17:58:36.581" v="208" actId="20577"/>
        <pc:sldMkLst>
          <pc:docMk/>
          <pc:sldMk cId="1499167107" sldId="285"/>
        </pc:sldMkLst>
      </pc:sldChg>
      <pc:sldChg chg="addSp modSp mod">
        <pc:chgData name="JHEYSON FABIAN VILLAVISAN BUITRAGO" userId="e5ced5c2-d787-455d-b115-4f08a699b8c8" providerId="ADAL" clId="{1E2E911B-7E72-4E39-98E0-2C0EB388CD7F}" dt="2024-08-12T17:05:04.214" v="64" actId="20577"/>
        <pc:sldMkLst>
          <pc:docMk/>
          <pc:sldMk cId="1001278451" sldId="286"/>
        </pc:sldMkLst>
      </pc:sldChg>
      <pc:sldChg chg="addSp modSp mod">
        <pc:chgData name="JHEYSON FABIAN VILLAVISAN BUITRAGO" userId="e5ced5c2-d787-455d-b115-4f08a699b8c8" providerId="ADAL" clId="{1E2E911B-7E72-4E39-98E0-2C0EB388CD7F}" dt="2024-08-20T21:47:44.001" v="209" actId="1076"/>
        <pc:sldMkLst>
          <pc:docMk/>
          <pc:sldMk cId="185654624" sldId="287"/>
        </pc:sldMkLst>
      </pc:sldChg>
      <pc:sldChg chg="modSp mod">
        <pc:chgData name="JHEYSON FABIAN VILLAVISAN BUITRAGO" userId="e5ced5c2-d787-455d-b115-4f08a699b8c8" providerId="ADAL" clId="{1E2E911B-7E72-4E39-98E0-2C0EB388CD7F}" dt="2024-08-12T17:45:05.182" v="187" actId="20577"/>
        <pc:sldMkLst>
          <pc:docMk/>
          <pc:sldMk cId="1693476339" sldId="288"/>
        </pc:sldMkLst>
      </pc:sldChg>
      <pc:sldChg chg="modSp mod">
        <pc:chgData name="JHEYSON FABIAN VILLAVISAN BUITRAGO" userId="e5ced5c2-d787-455d-b115-4f08a699b8c8" providerId="ADAL" clId="{1E2E911B-7E72-4E39-98E0-2C0EB388CD7F}" dt="2024-08-12T17:45:07.724" v="189" actId="20577"/>
        <pc:sldMkLst>
          <pc:docMk/>
          <pc:sldMk cId="2984553591" sldId="289"/>
        </pc:sldMkLst>
      </pc:sldChg>
      <pc:sldChg chg="modSp mod">
        <pc:chgData name="JHEYSON FABIAN VILLAVISAN BUITRAGO" userId="e5ced5c2-d787-455d-b115-4f08a699b8c8" providerId="ADAL" clId="{1E2E911B-7E72-4E39-98E0-2C0EB388CD7F}" dt="2024-08-12T17:45:40.642" v="199" actId="1076"/>
        <pc:sldMkLst>
          <pc:docMk/>
          <pc:sldMk cId="407945755" sldId="290"/>
        </pc:sldMkLst>
      </pc:sldChg>
      <pc:sldChg chg="modSp mod">
        <pc:chgData name="JHEYSON FABIAN VILLAVISAN BUITRAGO" userId="e5ced5c2-d787-455d-b115-4f08a699b8c8" providerId="ADAL" clId="{1E2E911B-7E72-4E39-98E0-2C0EB388CD7F}" dt="2024-09-03T14:29:29.165" v="211" actId="20577"/>
        <pc:sldMkLst>
          <pc:docMk/>
          <pc:sldMk cId="1362307742" sldId="291"/>
        </pc:sldMkLst>
      </pc:sldChg>
      <pc:sldChg chg="modSp mod">
        <pc:chgData name="JHEYSON FABIAN VILLAVISAN BUITRAGO" userId="e5ced5c2-d787-455d-b115-4f08a699b8c8" providerId="ADAL" clId="{1E2E911B-7E72-4E39-98E0-2C0EB388CD7F}" dt="2024-08-12T17:58:34.241" v="206" actId="20577"/>
        <pc:sldMkLst>
          <pc:docMk/>
          <pc:sldMk cId="1411283449" sldId="292"/>
        </pc:sldMkLst>
      </pc:sldChg>
      <pc:sldChg chg="modSp add mod">
        <pc:chgData name="JHEYSON FABIAN VILLAVISAN BUITRAGO" userId="e5ced5c2-d787-455d-b115-4f08a699b8c8" providerId="ADAL" clId="{1E2E911B-7E72-4E39-98E0-2C0EB388CD7F}" dt="2024-08-12T16:49:47.251" v="27" actId="20577"/>
        <pc:sldMkLst>
          <pc:docMk/>
          <pc:sldMk cId="2448612144" sldId="293"/>
        </pc:sldMkLst>
      </pc:sldChg>
      <pc:sldChg chg="addSp delSp modSp add mod">
        <pc:chgData name="JHEYSON FABIAN VILLAVISAN BUITRAGO" userId="e5ced5c2-d787-455d-b115-4f08a699b8c8" providerId="ADAL" clId="{1E2E911B-7E72-4E39-98E0-2C0EB388CD7F}" dt="2024-08-12T17:44:59.584" v="183" actId="20577"/>
        <pc:sldMkLst>
          <pc:docMk/>
          <pc:sldMk cId="2466407268" sldId="294"/>
        </pc:sldMkLst>
      </pc:sldChg>
      <pc:sldChg chg="addSp modSp add mod">
        <pc:chgData name="JHEYSON FABIAN VILLAVISAN BUITRAGO" userId="e5ced5c2-d787-455d-b115-4f08a699b8c8" providerId="ADAL" clId="{1E2E911B-7E72-4E39-98E0-2C0EB388CD7F}" dt="2024-08-12T17:45:02.067" v="185" actId="20577"/>
        <pc:sldMkLst>
          <pc:docMk/>
          <pc:sldMk cId="2113326980" sldId="295"/>
        </pc:sldMkLst>
      </pc:sldChg>
    </pc:docChg>
  </pc:docChgLst>
  <pc:docChgLst>
    <pc:chgData name="JHEYSON FABIAN VILLAVISAN BUITRAGO" userId="e5ced5c2-d787-455d-b115-4f08a699b8c8" providerId="ADAL" clId="{6D4E4387-A8B5-4EAB-B129-13D0102C3393}"/>
    <pc:docChg chg="undo custSel addSld modSld modSection">
      <pc:chgData name="JHEYSON FABIAN VILLAVISAN BUITRAGO" userId="e5ced5c2-d787-455d-b115-4f08a699b8c8" providerId="ADAL" clId="{6D4E4387-A8B5-4EAB-B129-13D0102C3393}" dt="2023-08-02T00:01:03.382" v="783" actId="20577"/>
      <pc:docMkLst>
        <pc:docMk/>
      </pc:docMkLst>
      <pc:sldChg chg="delSp modSp mod">
        <pc:chgData name="JHEYSON FABIAN VILLAVISAN BUITRAGO" userId="e5ced5c2-d787-455d-b115-4f08a699b8c8" providerId="ADAL" clId="{6D4E4387-A8B5-4EAB-B129-13D0102C3393}" dt="2023-08-01T18:38:51.331" v="37" actId="1076"/>
        <pc:sldMkLst>
          <pc:docMk/>
          <pc:sldMk cId="0" sldId="256"/>
        </pc:sldMkLst>
      </pc:sldChg>
      <pc:sldChg chg="addSp delSp modSp">
        <pc:chgData name="JHEYSON FABIAN VILLAVISAN BUITRAGO" userId="e5ced5c2-d787-455d-b115-4f08a699b8c8" providerId="ADAL" clId="{6D4E4387-A8B5-4EAB-B129-13D0102C3393}" dt="2023-08-01T18:50:11.591" v="691" actId="20577"/>
        <pc:sldMkLst>
          <pc:docMk/>
          <pc:sldMk cId="0" sldId="261"/>
        </pc:sldMkLst>
      </pc:sldChg>
      <pc:sldChg chg="delSp">
        <pc:chgData name="JHEYSON FABIAN VILLAVISAN BUITRAGO" userId="e5ced5c2-d787-455d-b115-4f08a699b8c8" providerId="ADAL" clId="{6D4E4387-A8B5-4EAB-B129-13D0102C3393}" dt="2023-08-01T18:39:15.327" v="44" actId="478"/>
        <pc:sldMkLst>
          <pc:docMk/>
          <pc:sldMk cId="0" sldId="264"/>
        </pc:sldMkLst>
      </pc:sldChg>
      <pc:sldChg chg="addSp delSp modSp">
        <pc:chgData name="JHEYSON FABIAN VILLAVISAN BUITRAGO" userId="e5ced5c2-d787-455d-b115-4f08a699b8c8" providerId="ADAL" clId="{6D4E4387-A8B5-4EAB-B129-13D0102C3393}" dt="2023-08-01T18:40:30.551" v="89"/>
        <pc:sldMkLst>
          <pc:docMk/>
          <pc:sldMk cId="0" sldId="265"/>
        </pc:sldMkLst>
      </pc:sldChg>
      <pc:sldChg chg="addSp delSp modSp">
        <pc:chgData name="JHEYSON FABIAN VILLAVISAN BUITRAGO" userId="e5ced5c2-d787-455d-b115-4f08a699b8c8" providerId="ADAL" clId="{6D4E4387-A8B5-4EAB-B129-13D0102C3393}" dt="2023-08-01T18:40:32.003" v="90"/>
        <pc:sldMkLst>
          <pc:docMk/>
          <pc:sldMk cId="0" sldId="266"/>
        </pc:sldMkLst>
      </pc:sldChg>
      <pc:sldChg chg="addSp delSp modSp">
        <pc:chgData name="JHEYSON FABIAN VILLAVISAN BUITRAGO" userId="e5ced5c2-d787-455d-b115-4f08a699b8c8" providerId="ADAL" clId="{6D4E4387-A8B5-4EAB-B129-13D0102C3393}" dt="2023-08-01T18:40:35.454" v="93"/>
        <pc:sldMkLst>
          <pc:docMk/>
          <pc:sldMk cId="0" sldId="268"/>
        </pc:sldMkLst>
      </pc:sldChg>
      <pc:sldChg chg="addSp delSp modSp mod">
        <pc:chgData name="JHEYSON FABIAN VILLAVISAN BUITRAGO" userId="e5ced5c2-d787-455d-b115-4f08a699b8c8" providerId="ADAL" clId="{6D4E4387-A8B5-4EAB-B129-13D0102C3393}" dt="2023-08-02T00:01:03.382" v="783" actId="20577"/>
        <pc:sldMkLst>
          <pc:docMk/>
          <pc:sldMk cId="2505371292" sldId="270"/>
        </pc:sldMkLst>
      </pc:sldChg>
      <pc:sldChg chg="addSp delSp modSp mod">
        <pc:chgData name="JHEYSON FABIAN VILLAVISAN BUITRAGO" userId="e5ced5c2-d787-455d-b115-4f08a699b8c8" providerId="ADAL" clId="{6D4E4387-A8B5-4EAB-B129-13D0102C3393}" dt="2023-08-01T19:03:12.469" v="724" actId="20577"/>
        <pc:sldMkLst>
          <pc:docMk/>
          <pc:sldMk cId="3709177429" sldId="274"/>
        </pc:sldMkLst>
      </pc:sldChg>
      <pc:sldChg chg="addSp delSp modSp">
        <pc:chgData name="JHEYSON FABIAN VILLAVISAN BUITRAGO" userId="e5ced5c2-d787-455d-b115-4f08a699b8c8" providerId="ADAL" clId="{6D4E4387-A8B5-4EAB-B129-13D0102C3393}" dt="2023-08-01T18:40:33.092" v="91"/>
        <pc:sldMkLst>
          <pc:docMk/>
          <pc:sldMk cId="2680639377" sldId="275"/>
        </pc:sldMkLst>
      </pc:sldChg>
      <pc:sldChg chg="addSp delSp modSp">
        <pc:chgData name="JHEYSON FABIAN VILLAVISAN BUITRAGO" userId="e5ced5c2-d787-455d-b115-4f08a699b8c8" providerId="ADAL" clId="{6D4E4387-A8B5-4EAB-B129-13D0102C3393}" dt="2023-08-01T18:40:34.096" v="92"/>
        <pc:sldMkLst>
          <pc:docMk/>
          <pc:sldMk cId="1955606898" sldId="277"/>
        </pc:sldMkLst>
      </pc:sldChg>
      <pc:sldChg chg="addSp delSp modSp">
        <pc:chgData name="JHEYSON FABIAN VILLAVISAN BUITRAGO" userId="e5ced5c2-d787-455d-b115-4f08a699b8c8" providerId="ADAL" clId="{6D4E4387-A8B5-4EAB-B129-13D0102C3393}" dt="2023-08-01T18:40:19.901" v="86"/>
        <pc:sldMkLst>
          <pc:docMk/>
          <pc:sldMk cId="214171354" sldId="278"/>
        </pc:sldMkLst>
      </pc:sldChg>
      <pc:sldChg chg="addSp delSp modSp add mod">
        <pc:chgData name="JHEYSON FABIAN VILLAVISAN BUITRAGO" userId="e5ced5c2-d787-455d-b115-4f08a699b8c8" providerId="ADAL" clId="{6D4E4387-A8B5-4EAB-B129-13D0102C3393}" dt="2023-08-01T19:21:09.537" v="739" actId="1076"/>
        <pc:sldMkLst>
          <pc:docMk/>
          <pc:sldMk cId="3765501484" sldId="279"/>
        </pc:sldMkLst>
      </pc:sldChg>
    </pc:docChg>
  </pc:docChgLst>
  <pc:docChgLst>
    <pc:chgData name="JHEYSON FABIAN VILLAVISAN BUITRAGO" userId="e5ced5c2-d787-455d-b115-4f08a699b8c8" providerId="ADAL" clId="{FE57EBB9-7AE9-4756-9485-EE2269EC4231}"/>
    <pc:docChg chg="custSel addSld delSld modSld modSection">
      <pc:chgData name="JHEYSON FABIAN VILLAVISAN BUITRAGO" userId="e5ced5c2-d787-455d-b115-4f08a699b8c8" providerId="ADAL" clId="{FE57EBB9-7AE9-4756-9485-EE2269EC4231}" dt="2025-08-22T17:25:29.623" v="290" actId="47"/>
      <pc:docMkLst>
        <pc:docMk/>
      </pc:docMkLst>
      <pc:sldChg chg="modSp mod">
        <pc:chgData name="JHEYSON FABIAN VILLAVISAN BUITRAGO" userId="e5ced5c2-d787-455d-b115-4f08a699b8c8" providerId="ADAL" clId="{FE57EBB9-7AE9-4756-9485-EE2269EC4231}" dt="2025-08-22T16:54:38.773" v="1" actId="20577"/>
        <pc:sldMkLst>
          <pc:docMk/>
          <pc:sldMk cId="0" sldId="256"/>
        </pc:sldMkLst>
        <pc:spChg chg="mod">
          <ac:chgData name="JHEYSON FABIAN VILLAVISAN BUITRAGO" userId="e5ced5c2-d787-455d-b115-4f08a699b8c8" providerId="ADAL" clId="{FE57EBB9-7AE9-4756-9485-EE2269EC4231}" dt="2025-08-22T16:54:38.773" v="1" actId="20577"/>
          <ac:spMkLst>
            <pc:docMk/>
            <pc:sldMk cId="0" sldId="256"/>
            <ac:spMk id="10" creationId="{0D52910C-C7FF-51AD-9B9D-1A390D5FFE1B}"/>
          </ac:spMkLst>
        </pc:spChg>
      </pc:sldChg>
      <pc:sldChg chg="del">
        <pc:chgData name="JHEYSON FABIAN VILLAVISAN BUITRAGO" userId="e5ced5c2-d787-455d-b115-4f08a699b8c8" providerId="ADAL" clId="{FE57EBB9-7AE9-4756-9485-EE2269EC4231}" dt="2025-08-22T16:54:41.694" v="2" actId="47"/>
        <pc:sldMkLst>
          <pc:docMk/>
          <pc:sldMk cId="2505371292" sldId="270"/>
        </pc:sldMkLst>
      </pc:sldChg>
      <pc:sldChg chg="modSp del mod">
        <pc:chgData name="JHEYSON FABIAN VILLAVISAN BUITRAGO" userId="e5ced5c2-d787-455d-b115-4f08a699b8c8" providerId="ADAL" clId="{FE57EBB9-7AE9-4756-9485-EE2269EC4231}" dt="2025-08-22T16:54:48.581" v="5" actId="47"/>
        <pc:sldMkLst>
          <pc:docMk/>
          <pc:sldMk cId="3709177429" sldId="274"/>
        </pc:sldMkLst>
      </pc:sldChg>
      <pc:sldChg chg="modSp mod">
        <pc:chgData name="JHEYSON FABIAN VILLAVISAN BUITRAGO" userId="e5ced5c2-d787-455d-b115-4f08a699b8c8" providerId="ADAL" clId="{FE57EBB9-7AE9-4756-9485-EE2269EC4231}" dt="2025-08-22T17:04:52.794" v="12"/>
        <pc:sldMkLst>
          <pc:docMk/>
          <pc:sldMk cId="616220982" sldId="275"/>
        </pc:sldMkLst>
        <pc:spChg chg="mod">
          <ac:chgData name="JHEYSON FABIAN VILLAVISAN BUITRAGO" userId="e5ced5c2-d787-455d-b115-4f08a699b8c8" providerId="ADAL" clId="{FE57EBB9-7AE9-4756-9485-EE2269EC4231}" dt="2025-08-22T17:04:52.794" v="12"/>
          <ac:spMkLst>
            <pc:docMk/>
            <pc:sldMk cId="616220982" sldId="275"/>
            <ac:spMk id="5" creationId="{AD83FA30-4A3C-43B8-17CD-C08519129156}"/>
          </ac:spMkLst>
        </pc:spChg>
        <pc:spChg chg="mod">
          <ac:chgData name="JHEYSON FABIAN VILLAVISAN BUITRAGO" userId="e5ced5c2-d787-455d-b115-4f08a699b8c8" providerId="ADAL" clId="{FE57EBB9-7AE9-4756-9485-EE2269EC4231}" dt="2025-08-22T16:55:01.944" v="7" actId="20577"/>
          <ac:spMkLst>
            <pc:docMk/>
            <pc:sldMk cId="616220982" sldId="275"/>
            <ac:spMk id="10" creationId="{AF4E183E-A171-4923-A99E-D149888CEC37}"/>
          </ac:spMkLst>
        </pc:spChg>
      </pc:sldChg>
      <pc:sldChg chg="modSp mod">
        <pc:chgData name="JHEYSON FABIAN VILLAVISAN BUITRAGO" userId="e5ced5c2-d787-455d-b115-4f08a699b8c8" providerId="ADAL" clId="{FE57EBB9-7AE9-4756-9485-EE2269EC4231}" dt="2025-08-22T17:04:54.271" v="13"/>
        <pc:sldMkLst>
          <pc:docMk/>
          <pc:sldMk cId="3873222534" sldId="276"/>
        </pc:sldMkLst>
      </pc:sldChg>
      <pc:sldChg chg="modSp mod">
        <pc:chgData name="JHEYSON FABIAN VILLAVISAN BUITRAGO" userId="e5ced5c2-d787-455d-b115-4f08a699b8c8" providerId="ADAL" clId="{FE57EBB9-7AE9-4756-9485-EE2269EC4231}" dt="2025-08-22T17:04:55.720" v="14"/>
        <pc:sldMkLst>
          <pc:docMk/>
          <pc:sldMk cId="3594096077" sldId="277"/>
        </pc:sldMkLst>
      </pc:sldChg>
      <pc:sldChg chg="modSp mod">
        <pc:chgData name="JHEYSON FABIAN VILLAVISAN BUITRAGO" userId="e5ced5c2-d787-455d-b115-4f08a699b8c8" providerId="ADAL" clId="{FE57EBB9-7AE9-4756-9485-EE2269EC4231}" dt="2025-08-22T17:06:55.254" v="40" actId="20577"/>
        <pc:sldMkLst>
          <pc:docMk/>
          <pc:sldMk cId="58491467" sldId="278"/>
        </pc:sldMkLst>
      </pc:sldChg>
      <pc:sldChg chg="modSp mod">
        <pc:chgData name="JHEYSON FABIAN VILLAVISAN BUITRAGO" userId="e5ced5c2-d787-455d-b115-4f08a699b8c8" providerId="ADAL" clId="{FE57EBB9-7AE9-4756-9485-EE2269EC4231}" dt="2025-08-22T17:23:31.498" v="253" actId="20577"/>
        <pc:sldMkLst>
          <pc:docMk/>
          <pc:sldMk cId="1894837781" sldId="279"/>
        </pc:sldMkLst>
      </pc:sldChg>
      <pc:sldChg chg="modSp mod">
        <pc:chgData name="JHEYSON FABIAN VILLAVISAN BUITRAGO" userId="e5ced5c2-d787-455d-b115-4f08a699b8c8" providerId="ADAL" clId="{FE57EBB9-7AE9-4756-9485-EE2269EC4231}" dt="2025-08-22T17:23:36.591" v="255" actId="20577"/>
        <pc:sldMkLst>
          <pc:docMk/>
          <pc:sldMk cId="1064503744" sldId="280"/>
        </pc:sldMkLst>
      </pc:sldChg>
      <pc:sldChg chg="modSp mod modNotesTx">
        <pc:chgData name="JHEYSON FABIAN VILLAVISAN BUITRAGO" userId="e5ced5c2-d787-455d-b115-4f08a699b8c8" providerId="ADAL" clId="{FE57EBB9-7AE9-4756-9485-EE2269EC4231}" dt="2025-08-22T17:24:02.583" v="260" actId="20577"/>
        <pc:sldMkLst>
          <pc:docMk/>
          <pc:sldMk cId="600911693" sldId="283"/>
        </pc:sldMkLst>
      </pc:sldChg>
      <pc:sldChg chg="modSp mod">
        <pc:chgData name="JHEYSON FABIAN VILLAVISAN BUITRAGO" userId="e5ced5c2-d787-455d-b115-4f08a699b8c8" providerId="ADAL" clId="{FE57EBB9-7AE9-4756-9485-EE2269EC4231}" dt="2025-08-22T17:25:23.244" v="288" actId="20577"/>
        <pc:sldMkLst>
          <pc:docMk/>
          <pc:sldMk cId="1698574024" sldId="284"/>
        </pc:sldMkLst>
      </pc:sldChg>
      <pc:sldChg chg="del">
        <pc:chgData name="JHEYSON FABIAN VILLAVISAN BUITRAGO" userId="e5ced5c2-d787-455d-b115-4f08a699b8c8" providerId="ADAL" clId="{FE57EBB9-7AE9-4756-9485-EE2269EC4231}" dt="2025-08-22T17:25:29.623" v="290" actId="47"/>
        <pc:sldMkLst>
          <pc:docMk/>
          <pc:sldMk cId="1499167107" sldId="285"/>
        </pc:sldMkLst>
      </pc:sldChg>
      <pc:sldChg chg="modSp mod">
        <pc:chgData name="JHEYSON FABIAN VILLAVISAN BUITRAGO" userId="e5ced5c2-d787-455d-b115-4f08a699b8c8" providerId="ADAL" clId="{FE57EBB9-7AE9-4756-9485-EE2269EC4231}" dt="2025-08-22T17:24:51.280" v="268" actId="20577"/>
        <pc:sldMkLst>
          <pc:docMk/>
          <pc:sldMk cId="1001278451" sldId="286"/>
        </pc:sldMkLst>
      </pc:sldChg>
      <pc:sldChg chg="modSp mod modNotesTx">
        <pc:chgData name="JHEYSON FABIAN VILLAVISAN BUITRAGO" userId="e5ced5c2-d787-455d-b115-4f08a699b8c8" providerId="ADAL" clId="{FE57EBB9-7AE9-4756-9485-EE2269EC4231}" dt="2025-08-22T17:24:12.648" v="261" actId="20577"/>
        <pc:sldMkLst>
          <pc:docMk/>
          <pc:sldMk cId="185654624" sldId="287"/>
        </pc:sldMkLst>
      </pc:sldChg>
      <pc:sldChg chg="modSp mod modNotesTx">
        <pc:chgData name="JHEYSON FABIAN VILLAVISAN BUITRAGO" userId="e5ced5c2-d787-455d-b115-4f08a699b8c8" providerId="ADAL" clId="{FE57EBB9-7AE9-4756-9485-EE2269EC4231}" dt="2025-08-22T17:25:01.546" v="276" actId="20577"/>
        <pc:sldMkLst>
          <pc:docMk/>
          <pc:sldMk cId="1693476339" sldId="288"/>
        </pc:sldMkLst>
      </pc:sldChg>
      <pc:sldChg chg="modSp mod">
        <pc:chgData name="JHEYSON FABIAN VILLAVISAN BUITRAGO" userId="e5ced5c2-d787-455d-b115-4f08a699b8c8" providerId="ADAL" clId="{FE57EBB9-7AE9-4756-9485-EE2269EC4231}" dt="2025-08-22T17:25:05.064" v="278" actId="20577"/>
        <pc:sldMkLst>
          <pc:docMk/>
          <pc:sldMk cId="2984553591" sldId="289"/>
        </pc:sldMkLst>
      </pc:sldChg>
      <pc:sldChg chg="modSp mod">
        <pc:chgData name="JHEYSON FABIAN VILLAVISAN BUITRAGO" userId="e5ced5c2-d787-455d-b115-4f08a699b8c8" providerId="ADAL" clId="{FE57EBB9-7AE9-4756-9485-EE2269EC4231}" dt="2025-08-22T17:25:08.401" v="280" actId="20577"/>
        <pc:sldMkLst>
          <pc:docMk/>
          <pc:sldMk cId="407945755" sldId="290"/>
        </pc:sldMkLst>
      </pc:sldChg>
      <pc:sldChg chg="modSp mod modNotesTx">
        <pc:chgData name="JHEYSON FABIAN VILLAVISAN BUITRAGO" userId="e5ced5c2-d787-455d-b115-4f08a699b8c8" providerId="ADAL" clId="{FE57EBB9-7AE9-4756-9485-EE2269EC4231}" dt="2025-08-22T17:25:19.352" v="286" actId="20577"/>
        <pc:sldMkLst>
          <pc:docMk/>
          <pc:sldMk cId="1362307742" sldId="291"/>
        </pc:sldMkLst>
      </pc:sldChg>
      <pc:sldChg chg="modSp del modNotesTx">
        <pc:chgData name="JHEYSON FABIAN VILLAVISAN BUITRAGO" userId="e5ced5c2-d787-455d-b115-4f08a699b8c8" providerId="ADAL" clId="{FE57EBB9-7AE9-4756-9485-EE2269EC4231}" dt="2025-08-22T17:25:27.866" v="289" actId="47"/>
        <pc:sldMkLst>
          <pc:docMk/>
          <pc:sldMk cId="1411283449" sldId="292"/>
        </pc:sldMkLst>
      </pc:sldChg>
      <pc:sldChg chg="modSp mod">
        <pc:chgData name="JHEYSON FABIAN VILLAVISAN BUITRAGO" userId="e5ced5c2-d787-455d-b115-4f08a699b8c8" providerId="ADAL" clId="{FE57EBB9-7AE9-4756-9485-EE2269EC4231}" dt="2025-08-22T17:07:02.309" v="42" actId="20577"/>
        <pc:sldMkLst>
          <pc:docMk/>
          <pc:sldMk cId="2448612144" sldId="293"/>
        </pc:sldMkLst>
      </pc:sldChg>
      <pc:sldChg chg="modSp mod">
        <pc:chgData name="JHEYSON FABIAN VILLAVISAN BUITRAGO" userId="e5ced5c2-d787-455d-b115-4f08a699b8c8" providerId="ADAL" clId="{FE57EBB9-7AE9-4756-9485-EE2269EC4231}" dt="2025-08-22T17:24:46.513" v="266" actId="20577"/>
        <pc:sldMkLst>
          <pc:docMk/>
          <pc:sldMk cId="2466407268" sldId="294"/>
        </pc:sldMkLst>
      </pc:sldChg>
      <pc:sldChg chg="modSp mod">
        <pc:chgData name="JHEYSON FABIAN VILLAVISAN BUITRAGO" userId="e5ced5c2-d787-455d-b115-4f08a699b8c8" providerId="ADAL" clId="{FE57EBB9-7AE9-4756-9485-EE2269EC4231}" dt="2025-08-22T17:24:57.122" v="274" actId="20577"/>
        <pc:sldMkLst>
          <pc:docMk/>
          <pc:sldMk cId="2113326980" sldId="295"/>
        </pc:sldMkLst>
      </pc:sldChg>
      <pc:sldChg chg="modSp add mod">
        <pc:chgData name="JHEYSON FABIAN VILLAVISAN BUITRAGO" userId="e5ced5c2-d787-455d-b115-4f08a699b8c8" providerId="ADAL" clId="{FE57EBB9-7AE9-4756-9485-EE2269EC4231}" dt="2025-08-22T17:08:16.935" v="78" actId="20577"/>
        <pc:sldMkLst>
          <pc:docMk/>
          <pc:sldMk cId="291105608" sldId="296"/>
        </pc:sldMkLst>
      </pc:sldChg>
      <pc:sldChg chg="modSp add mod">
        <pc:chgData name="JHEYSON FABIAN VILLAVISAN BUITRAGO" userId="e5ced5c2-d787-455d-b115-4f08a699b8c8" providerId="ADAL" clId="{FE57EBB9-7AE9-4756-9485-EE2269EC4231}" dt="2025-08-22T17:09:35.710" v="94" actId="20577"/>
        <pc:sldMkLst>
          <pc:docMk/>
          <pc:sldMk cId="3819376886" sldId="297"/>
        </pc:sldMkLst>
      </pc:sldChg>
      <pc:sldChg chg="addSp delSp modSp add mod">
        <pc:chgData name="JHEYSON FABIAN VILLAVISAN BUITRAGO" userId="e5ced5c2-d787-455d-b115-4f08a699b8c8" providerId="ADAL" clId="{FE57EBB9-7AE9-4756-9485-EE2269EC4231}" dt="2025-08-22T17:18:51.233" v="241" actId="1076"/>
        <pc:sldMkLst>
          <pc:docMk/>
          <pc:sldMk cId="3615389890" sldId="298"/>
        </pc:sldMkLst>
      </pc:sldChg>
      <pc:sldChg chg="addSp delSp modSp add mod">
        <pc:chgData name="JHEYSON FABIAN VILLAVISAN BUITRAGO" userId="e5ced5c2-d787-455d-b115-4f08a699b8c8" providerId="ADAL" clId="{FE57EBB9-7AE9-4756-9485-EE2269EC4231}" dt="2025-08-22T17:21:32.800" v="251" actId="1076"/>
        <pc:sldMkLst>
          <pc:docMk/>
          <pc:sldMk cId="3420418071" sldId="299"/>
        </pc:sldMkLst>
      </pc:sldChg>
    </pc:docChg>
  </pc:docChgLst>
  <pc:docChgLst>
    <pc:chgData name="Jheyson Fabian Villavisan Buitrago" userId="b9abc243-2adc-4788-8ef1-b07bec73deff" providerId="ADAL" clId="{33DDCE01-D5A0-4892-8419-FF73BDBED2B5}"/>
    <pc:docChg chg="undo custSel addSld delSld modSld modMainMaster modSection">
      <pc:chgData name="Jheyson Fabian Villavisan Buitrago" userId="b9abc243-2adc-4788-8ef1-b07bec73deff" providerId="ADAL" clId="{33DDCE01-D5A0-4892-8419-FF73BDBED2B5}" dt="2023-02-12T23:52:00.525" v="841" actId="47"/>
      <pc:docMkLst>
        <pc:docMk/>
      </pc:docMkLst>
      <pc:sldChg chg="addSp delSp modSp mod">
        <pc:chgData name="Jheyson Fabian Villavisan Buitrago" userId="b9abc243-2adc-4788-8ef1-b07bec73deff" providerId="ADAL" clId="{33DDCE01-D5A0-4892-8419-FF73BDBED2B5}" dt="2023-02-12T23:49:29.616" v="833" actId="20577"/>
        <pc:sldMkLst>
          <pc:docMk/>
          <pc:sldMk cId="0" sldId="256"/>
        </pc:sldMkLst>
      </pc:sldChg>
      <pc:sldChg chg="addSp delSp modSp mod">
        <pc:chgData name="Jheyson Fabian Villavisan Buitrago" userId="b9abc243-2adc-4788-8ef1-b07bec73deff" providerId="ADAL" clId="{33DDCE01-D5A0-4892-8419-FF73BDBED2B5}" dt="2023-02-12T21:28:06.624" v="776" actId="1076"/>
        <pc:sldMkLst>
          <pc:docMk/>
          <pc:sldMk cId="0" sldId="261"/>
        </pc:sldMkLst>
      </pc:sldChg>
      <pc:sldChg chg="addSp delSp modSp del">
        <pc:chgData name="Jheyson Fabian Villavisan Buitrago" userId="b9abc243-2adc-4788-8ef1-b07bec73deff" providerId="ADAL" clId="{33DDCE01-D5A0-4892-8419-FF73BDBED2B5}" dt="2023-02-12T21:25:48.745" v="723" actId="47"/>
        <pc:sldMkLst>
          <pc:docMk/>
          <pc:sldMk cId="0" sldId="263"/>
        </pc:sldMkLst>
      </pc:sldChg>
      <pc:sldChg chg="addSp delSp modSp mod">
        <pc:chgData name="Jheyson Fabian Villavisan Buitrago" userId="b9abc243-2adc-4788-8ef1-b07bec73deff" providerId="ADAL" clId="{33DDCE01-D5A0-4892-8419-FF73BDBED2B5}" dt="2023-02-12T21:27:42.140" v="775" actId="20577"/>
        <pc:sldMkLst>
          <pc:docMk/>
          <pc:sldMk cId="0" sldId="264"/>
        </pc:sldMkLst>
      </pc:sldChg>
      <pc:sldChg chg="addSp delSp modSp mod">
        <pc:chgData name="Jheyson Fabian Villavisan Buitrago" userId="b9abc243-2adc-4788-8ef1-b07bec73deff" providerId="ADAL" clId="{33DDCE01-D5A0-4892-8419-FF73BDBED2B5}" dt="2023-02-12T21:29:26.929" v="780" actId="20577"/>
        <pc:sldMkLst>
          <pc:docMk/>
          <pc:sldMk cId="0" sldId="265"/>
        </pc:sldMkLst>
      </pc:sldChg>
      <pc:sldChg chg="addSp delSp modSp mod">
        <pc:chgData name="Jheyson Fabian Villavisan Buitrago" userId="b9abc243-2adc-4788-8ef1-b07bec73deff" providerId="ADAL" clId="{33DDCE01-D5A0-4892-8419-FF73BDBED2B5}" dt="2023-02-12T20:26:28.068" v="263" actId="478"/>
        <pc:sldMkLst>
          <pc:docMk/>
          <pc:sldMk cId="0" sldId="266"/>
        </pc:sldMkLst>
      </pc:sldChg>
      <pc:sldChg chg="addSp delSp modSp mod">
        <pc:chgData name="Jheyson Fabian Villavisan Buitrago" userId="b9abc243-2adc-4788-8ef1-b07bec73deff" providerId="ADAL" clId="{33DDCE01-D5A0-4892-8419-FF73BDBED2B5}" dt="2023-02-12T22:48:24.178" v="783"/>
        <pc:sldMkLst>
          <pc:docMk/>
          <pc:sldMk cId="0" sldId="268"/>
        </pc:sldMkLst>
      </pc:sldChg>
      <pc:sldChg chg="modSp del">
        <pc:chgData name="Jheyson Fabian Villavisan Buitrago" userId="b9abc243-2adc-4788-8ef1-b07bec73deff" providerId="ADAL" clId="{33DDCE01-D5A0-4892-8419-FF73BDBED2B5}" dt="2023-02-12T20:16:51.698" v="89" actId="47"/>
        <pc:sldMkLst>
          <pc:docMk/>
          <pc:sldMk cId="0" sldId="269"/>
        </pc:sldMkLst>
      </pc:sldChg>
      <pc:sldChg chg="addSp delSp modSp mod">
        <pc:chgData name="Jheyson Fabian Villavisan Buitrago" userId="b9abc243-2adc-4788-8ef1-b07bec73deff" providerId="ADAL" clId="{33DDCE01-D5A0-4892-8419-FF73BDBED2B5}" dt="2023-02-12T21:06:34.390" v="722" actId="1076"/>
        <pc:sldMkLst>
          <pc:docMk/>
          <pc:sldMk cId="2505371292" sldId="270"/>
        </pc:sldMkLst>
      </pc:sldChg>
      <pc:sldChg chg="addSp delSp modSp mod">
        <pc:chgData name="Jheyson Fabian Villavisan Buitrago" userId="b9abc243-2adc-4788-8ef1-b07bec73deff" providerId="ADAL" clId="{33DDCE01-D5A0-4892-8419-FF73BDBED2B5}" dt="2023-02-12T20:17:40.832" v="98" actId="113"/>
        <pc:sldMkLst>
          <pc:docMk/>
          <pc:sldMk cId="3709177429" sldId="274"/>
        </pc:sldMkLst>
      </pc:sldChg>
      <pc:sldChg chg="addSp delSp modSp mod">
        <pc:chgData name="Jheyson Fabian Villavisan Buitrago" userId="b9abc243-2adc-4788-8ef1-b07bec73deff" providerId="ADAL" clId="{33DDCE01-D5A0-4892-8419-FF73BDBED2B5}" dt="2023-02-12T20:26:34.092" v="264" actId="478"/>
        <pc:sldMkLst>
          <pc:docMk/>
          <pc:sldMk cId="2680639377" sldId="275"/>
        </pc:sldMkLst>
      </pc:sldChg>
      <pc:sldChg chg="addSp delSp modSp del">
        <pc:chgData name="Jheyson Fabian Villavisan Buitrago" userId="b9abc243-2adc-4788-8ef1-b07bec73deff" providerId="ADAL" clId="{33DDCE01-D5A0-4892-8419-FF73BDBED2B5}" dt="2023-02-12T23:52:00.525" v="841" actId="47"/>
        <pc:sldMkLst>
          <pc:docMk/>
          <pc:sldMk cId="870139891" sldId="276"/>
        </pc:sldMkLst>
      </pc:sldChg>
      <pc:sldChg chg="addSp delSp modSp mod">
        <pc:chgData name="Jheyson Fabian Villavisan Buitrago" userId="b9abc243-2adc-4788-8ef1-b07bec73deff" providerId="ADAL" clId="{33DDCE01-D5A0-4892-8419-FF73BDBED2B5}" dt="2023-02-12T23:50:02.034" v="840" actId="1076"/>
        <pc:sldMkLst>
          <pc:docMk/>
          <pc:sldMk cId="1955606898" sldId="277"/>
        </pc:sldMkLst>
      </pc:sldChg>
      <pc:sldChg chg="addSp delSp modSp">
        <pc:chgData name="Jheyson Fabian Villavisan Buitrago" userId="b9abc243-2adc-4788-8ef1-b07bec73deff" providerId="ADAL" clId="{33DDCE01-D5A0-4892-8419-FF73BDBED2B5}" dt="2023-02-12T20:16:04.791" v="72"/>
        <pc:sldMkLst>
          <pc:docMk/>
          <pc:sldMk cId="214171354" sldId="278"/>
        </pc:sldMkLst>
      </pc:sldChg>
      <pc:sldChg chg="new del">
        <pc:chgData name="Jheyson Fabian Villavisan Buitrago" userId="b9abc243-2adc-4788-8ef1-b07bec73deff" providerId="ADAL" clId="{33DDCE01-D5A0-4892-8419-FF73BDBED2B5}" dt="2023-02-12T21:06:15.608" v="715" actId="680"/>
        <pc:sldMkLst>
          <pc:docMk/>
          <pc:sldMk cId="3471673601" sldId="279"/>
        </pc:sldMkLst>
      </pc:sldChg>
      <pc:sldMasterChg chg="addSp modSldLayout">
        <pc:chgData name="Jheyson Fabian Villavisan Buitrago" userId="b9abc243-2adc-4788-8ef1-b07bec73deff" providerId="ADAL" clId="{33DDCE01-D5A0-4892-8419-FF73BDBED2B5}" dt="2023-02-12T20:12:44.943" v="6"/>
        <pc:sldMasterMkLst>
          <pc:docMk/>
          <pc:sldMasterMk cId="87750959" sldId="2147483778"/>
        </pc:sldMasterMkLst>
        <pc:sldLayoutChg chg="addSp">
          <pc:chgData name="Jheyson Fabian Villavisan Buitrago" userId="b9abc243-2adc-4788-8ef1-b07bec73deff" providerId="ADAL" clId="{33DDCE01-D5A0-4892-8419-FF73BDBED2B5}" dt="2023-02-12T20:12:44.943" v="6"/>
          <pc:sldLayoutMkLst>
            <pc:docMk/>
            <pc:sldMasterMk cId="87750959" sldId="2147483778"/>
            <pc:sldLayoutMk cId="1675921050" sldId="2147483779"/>
          </pc:sldLayoutMkLst>
        </pc:sldLayoutChg>
      </pc:sldMasterChg>
      <pc:sldMasterChg chg="addSp modSldLayout">
        <pc:chgData name="Jheyson Fabian Villavisan Buitrago" userId="b9abc243-2adc-4788-8ef1-b07bec73deff" providerId="ADAL" clId="{33DDCE01-D5A0-4892-8419-FF73BDBED2B5}" dt="2023-02-12T20:06:35.969" v="0"/>
        <pc:sldMasterMkLst>
          <pc:docMk/>
          <pc:sldMasterMk cId="3641214427" sldId="2147483778"/>
        </pc:sldMasterMkLst>
        <pc:sldLayoutChg chg="addSp">
          <pc:chgData name="Jheyson Fabian Villavisan Buitrago" userId="b9abc243-2adc-4788-8ef1-b07bec73deff" providerId="ADAL" clId="{33DDCE01-D5A0-4892-8419-FF73BDBED2B5}" dt="2023-02-12T20:06:35.969" v="0"/>
          <pc:sldLayoutMkLst>
            <pc:docMk/>
            <pc:sldMasterMk cId="3641214427" sldId="2147483778"/>
            <pc:sldLayoutMk cId="4117338386" sldId="21474837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13/09/2025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13/09/2025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13/09/2025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23728"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2036078" y="2847975"/>
            <a:ext cx="5456585" cy="1162050"/>
          </a:xfrm>
        </p:spPr>
        <p:txBody>
          <a:bodyPr/>
          <a:lstStyle/>
          <a:p>
            <a:pPr algn="ctr"/>
            <a:r>
              <a:rPr lang="es-CO" sz="2800" b="1" dirty="0"/>
              <a:t>Definiciones Instrumentación Industrial</a:t>
            </a:r>
            <a:endParaRPr lang="es-CO" b="1"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61622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BD715-ABB9-E759-81C3-A2F38D730B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036ABB-4538-A1E0-9A60-F0D971D9F1A9}"/>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E7AD6A9A-AB6A-819D-0479-2D9673E6C2D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a:t>
            </a:r>
          </a:p>
        </p:txBody>
      </p:sp>
      <p:pic>
        <p:nvPicPr>
          <p:cNvPr id="14" name="Picture 4" descr="Programas - Intranet ETITC">
            <a:extLst>
              <a:ext uri="{FF2B5EF4-FFF2-40B4-BE49-F238E27FC236}">
                <a16:creationId xmlns:a16="http://schemas.microsoft.com/office/drawing/2014/main" id="{8D5BB490-4946-541F-0B8D-B0F652450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D63ECFA-D315-AF04-92EF-90014A754A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89D4858-B99A-A0A6-854F-DEC18B7B38FB}"/>
              </a:ext>
            </a:extLst>
          </p:cNvPr>
          <p:cNvSpPr txBox="1"/>
          <p:nvPr/>
        </p:nvSpPr>
        <p:spPr>
          <a:xfrm>
            <a:off x="1121159" y="3110793"/>
            <a:ext cx="7623883" cy="1477328"/>
          </a:xfrm>
          <a:prstGeom prst="rect">
            <a:avLst/>
          </a:prstGeom>
          <a:noFill/>
        </p:spPr>
        <p:txBody>
          <a:bodyPr wrap="square" rtlCol="0">
            <a:spAutoFit/>
          </a:bodyPr>
          <a:lstStyle/>
          <a:p>
            <a:r>
              <a:rPr lang="es-CO" dirty="0"/>
              <a:t>Los instrumentos de control empleados en las industrias  de proceso tales como química, petroquímica, alimenticia, metalúrgica, energética, textil, etc. Tienen su propia terminología: Los términos empleados definen las características propias de medida y de control y las estáticas y dinámicas de los diversos instrumentos utilizados.</a:t>
            </a:r>
          </a:p>
        </p:txBody>
      </p:sp>
    </p:spTree>
    <p:extLst>
      <p:ext uri="{BB962C8B-B14F-4D97-AF65-F5344CB8AC3E}">
        <p14:creationId xmlns:p14="http://schemas.microsoft.com/office/powerpoint/2010/main" val="1297005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E715B-7A79-3B89-E302-3862E66C9A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F59227-7BB7-2B5D-A7CC-F0A19BFF4CF4}"/>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CA83FA6F-D028-A42C-1EFE-0D42E2D02B1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a:t>
            </a:r>
          </a:p>
        </p:txBody>
      </p:sp>
      <p:pic>
        <p:nvPicPr>
          <p:cNvPr id="14" name="Picture 4" descr="Programas - Intranet ETITC">
            <a:extLst>
              <a:ext uri="{FF2B5EF4-FFF2-40B4-BE49-F238E27FC236}">
                <a16:creationId xmlns:a16="http://schemas.microsoft.com/office/drawing/2014/main" id="{53CE0085-0318-AF9C-50B0-D41C8E4BE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74AF8BF-C66B-426A-C813-1AE7366C6AED}"/>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14B947B-42D4-D410-F651-F03D00EA2C8A}"/>
              </a:ext>
            </a:extLst>
          </p:cNvPr>
          <p:cNvSpPr txBox="1"/>
          <p:nvPr/>
        </p:nvSpPr>
        <p:spPr>
          <a:xfrm>
            <a:off x="953572" y="2911827"/>
            <a:ext cx="7623883" cy="1477328"/>
          </a:xfrm>
          <a:prstGeom prst="rect">
            <a:avLst/>
          </a:prstGeom>
          <a:noFill/>
        </p:spPr>
        <p:txBody>
          <a:bodyPr wrap="square" rtlCol="0">
            <a:spAutoFit/>
          </a:bodyPr>
          <a:lstStyle/>
          <a:p>
            <a:r>
              <a:rPr lang="es-CO" dirty="0"/>
              <a:t>La terminología empleada se ha unificado con el fin de que los fabricantes, los usuarios y los organismos o entidades que intervienen directa o indirectamente en el campo de la instrumentación industrial empleen el mismo lenguaje. Las definiciones de los términos empleados se relacionan con las sugerencias hechas por ANSI/ISA-s51.1-1979 (R1993) aprobadas el 26 de mayo de 1995.</a:t>
            </a:r>
          </a:p>
        </p:txBody>
      </p:sp>
    </p:spTree>
    <p:extLst>
      <p:ext uri="{BB962C8B-B14F-4D97-AF65-F5344CB8AC3E}">
        <p14:creationId xmlns:p14="http://schemas.microsoft.com/office/powerpoint/2010/main" val="1406805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66939-D301-CC68-AEDA-18A4DFC068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2F07A5-2562-A495-D8B7-AE1648EEDC34}"/>
              </a:ext>
            </a:extLst>
          </p:cNvPr>
          <p:cNvSpPr>
            <a:spLocks noGrp="1"/>
          </p:cNvSpPr>
          <p:nvPr>
            <p:ph type="title"/>
          </p:nvPr>
        </p:nvSpPr>
        <p:spPr>
          <a:xfrm>
            <a:off x="2037222" y="1624164"/>
            <a:ext cx="5456585" cy="1162050"/>
          </a:xfrm>
        </p:spPr>
        <p:txBody>
          <a:bodyPr/>
          <a:lstStyle/>
          <a:p>
            <a:pPr algn="ctr"/>
            <a:r>
              <a:rPr lang="es-CO" b="1" dirty="0" err="1"/>
              <a:t>Range</a:t>
            </a:r>
            <a:r>
              <a:rPr lang="es-CO" b="1" dirty="0"/>
              <a:t> (Rango – Intervalo de medida)</a:t>
            </a:r>
            <a:br>
              <a:rPr lang="es-CO" b="1" dirty="0"/>
            </a:br>
            <a:endParaRPr lang="es-CO" b="1" dirty="0"/>
          </a:p>
        </p:txBody>
      </p:sp>
      <p:sp>
        <p:nvSpPr>
          <p:cNvPr id="10" name="1 Título">
            <a:extLst>
              <a:ext uri="{FF2B5EF4-FFF2-40B4-BE49-F238E27FC236}">
                <a16:creationId xmlns:a16="http://schemas.microsoft.com/office/drawing/2014/main" id="{568C2664-60C9-0B77-6901-A3F93A57EB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5</a:t>
            </a:r>
          </a:p>
        </p:txBody>
      </p:sp>
      <p:pic>
        <p:nvPicPr>
          <p:cNvPr id="14" name="Picture 4" descr="Programas - Intranet ETITC">
            <a:extLst>
              <a:ext uri="{FF2B5EF4-FFF2-40B4-BE49-F238E27FC236}">
                <a16:creationId xmlns:a16="http://schemas.microsoft.com/office/drawing/2014/main" id="{B3082614-A435-DCFF-B64E-DBA993242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5DCCA65A-FC49-67AC-B717-6760CC9D357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07D1295C-FD3D-AA2C-6401-1CFFB061A9A2}"/>
              </a:ext>
            </a:extLst>
          </p:cNvPr>
          <p:cNvSpPr txBox="1"/>
          <p:nvPr/>
        </p:nvSpPr>
        <p:spPr>
          <a:xfrm>
            <a:off x="953572" y="2911827"/>
            <a:ext cx="7623883" cy="2031325"/>
          </a:xfrm>
          <a:prstGeom prst="rect">
            <a:avLst/>
          </a:prstGeom>
          <a:noFill/>
        </p:spPr>
        <p:txBody>
          <a:bodyPr wrap="square" rtlCol="0">
            <a:spAutoFit/>
          </a:bodyPr>
          <a:lstStyle/>
          <a:p>
            <a:r>
              <a:rPr lang="es-CO" dirty="0"/>
              <a:t>Espectro o conjunto de valores de la variable medida que están comprendidos dentro de los limites superior e inferior de la capacidad de medida, de recepción o de transmisión del instrumento. Viene expresado estableciendo los dos valores extremos.</a:t>
            </a:r>
          </a:p>
          <a:p>
            <a:endParaRPr lang="es-CO" dirty="0"/>
          </a:p>
          <a:p>
            <a:endParaRPr lang="es-CO" dirty="0"/>
          </a:p>
          <a:p>
            <a:r>
              <a:rPr lang="es-CO" dirty="0"/>
              <a:t>Ver </a:t>
            </a:r>
            <a:r>
              <a:rPr lang="es-CO" dirty="0" err="1"/>
              <a:t>datasheet</a:t>
            </a:r>
            <a:r>
              <a:rPr lang="es-CO" dirty="0"/>
              <a:t> lm35.</a:t>
            </a:r>
          </a:p>
        </p:txBody>
      </p:sp>
    </p:spTree>
    <p:extLst>
      <p:ext uri="{BB962C8B-B14F-4D97-AF65-F5344CB8AC3E}">
        <p14:creationId xmlns:p14="http://schemas.microsoft.com/office/powerpoint/2010/main" val="352598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1C73-4215-94CA-4445-03D0C4BF04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AF1450-345F-CAE3-5491-A8327A19C6F4}"/>
              </a:ext>
            </a:extLst>
          </p:cNvPr>
          <p:cNvSpPr>
            <a:spLocks noGrp="1"/>
          </p:cNvSpPr>
          <p:nvPr>
            <p:ph type="title"/>
          </p:nvPr>
        </p:nvSpPr>
        <p:spPr>
          <a:xfrm>
            <a:off x="2037222" y="1624164"/>
            <a:ext cx="5456585" cy="1162050"/>
          </a:xfrm>
        </p:spPr>
        <p:txBody>
          <a:bodyPr/>
          <a:lstStyle/>
          <a:p>
            <a:pPr algn="ctr"/>
            <a:r>
              <a:rPr lang="es-CO" b="1" dirty="0" err="1"/>
              <a:t>Span</a:t>
            </a:r>
            <a:r>
              <a:rPr lang="es-CO" b="1" dirty="0"/>
              <a:t> (Alcance)</a:t>
            </a:r>
          </a:p>
        </p:txBody>
      </p:sp>
      <p:sp>
        <p:nvSpPr>
          <p:cNvPr id="10" name="1 Título">
            <a:extLst>
              <a:ext uri="{FF2B5EF4-FFF2-40B4-BE49-F238E27FC236}">
                <a16:creationId xmlns:a16="http://schemas.microsoft.com/office/drawing/2014/main" id="{819ECDE0-193B-4639-0A1F-630E8CCADE4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6</a:t>
            </a:r>
          </a:p>
        </p:txBody>
      </p:sp>
      <p:pic>
        <p:nvPicPr>
          <p:cNvPr id="14" name="Picture 4" descr="Programas - Intranet ETITC">
            <a:extLst>
              <a:ext uri="{FF2B5EF4-FFF2-40B4-BE49-F238E27FC236}">
                <a16:creationId xmlns:a16="http://schemas.microsoft.com/office/drawing/2014/main" id="{D7FAB5C1-DB60-FF48-C2F2-257F791E07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199A5F2-D7F0-6BCC-11EC-46D4501CE8E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5785568-0A0C-5928-6FC3-A62F847B9B22}"/>
              </a:ext>
            </a:extLst>
          </p:cNvPr>
          <p:cNvSpPr txBox="1"/>
          <p:nvPr/>
        </p:nvSpPr>
        <p:spPr>
          <a:xfrm>
            <a:off x="953572" y="2911827"/>
            <a:ext cx="7623883" cy="923330"/>
          </a:xfrm>
          <a:prstGeom prst="rect">
            <a:avLst/>
          </a:prstGeom>
          <a:noFill/>
        </p:spPr>
        <p:txBody>
          <a:bodyPr wrap="square" rtlCol="0">
            <a:spAutoFit/>
          </a:bodyPr>
          <a:lstStyle/>
          <a:p>
            <a:r>
              <a:rPr lang="es-CO" dirty="0"/>
              <a:t>Es la diferencia algebraica entre los valores superior e inferior del campo de medida del instrumento.</a:t>
            </a:r>
          </a:p>
          <a:p>
            <a:endParaRPr lang="es-CO" dirty="0"/>
          </a:p>
        </p:txBody>
      </p:sp>
      <p:pic>
        <p:nvPicPr>
          <p:cNvPr id="6" name="Imagen 5">
            <a:extLst>
              <a:ext uri="{FF2B5EF4-FFF2-40B4-BE49-F238E27FC236}">
                <a16:creationId xmlns:a16="http://schemas.microsoft.com/office/drawing/2014/main" id="{06905205-CA7B-FF03-60AE-B737B5E59607}"/>
              </a:ext>
            </a:extLst>
          </p:cNvPr>
          <p:cNvPicPr>
            <a:picLocks noChangeAspect="1"/>
          </p:cNvPicPr>
          <p:nvPr/>
        </p:nvPicPr>
        <p:blipFill>
          <a:blip r:embed="rId3"/>
          <a:stretch>
            <a:fillRect/>
          </a:stretch>
        </p:blipFill>
        <p:spPr>
          <a:xfrm>
            <a:off x="1521916" y="3702771"/>
            <a:ext cx="3362794" cy="2562583"/>
          </a:xfrm>
          <a:prstGeom prst="rect">
            <a:avLst/>
          </a:prstGeom>
        </p:spPr>
      </p:pic>
      <p:sp>
        <p:nvSpPr>
          <p:cNvPr id="7" name="Rectángulo 6">
            <a:extLst>
              <a:ext uri="{FF2B5EF4-FFF2-40B4-BE49-F238E27FC236}">
                <a16:creationId xmlns:a16="http://schemas.microsoft.com/office/drawing/2014/main" id="{EC75DCAE-C52C-773D-E73B-A9B39EA91D8C}"/>
              </a:ext>
            </a:extLst>
          </p:cNvPr>
          <p:cNvSpPr/>
          <p:nvPr/>
        </p:nvSpPr>
        <p:spPr>
          <a:xfrm>
            <a:off x="1521916" y="4583648"/>
            <a:ext cx="2834588" cy="209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746A59EE-F7DB-E829-763B-0369596697C7}"/>
              </a:ext>
            </a:extLst>
          </p:cNvPr>
          <p:cNvSpPr txBox="1"/>
          <p:nvPr/>
        </p:nvSpPr>
        <p:spPr>
          <a:xfrm>
            <a:off x="5095552" y="4535397"/>
            <a:ext cx="1654699" cy="646331"/>
          </a:xfrm>
          <a:prstGeom prst="rect">
            <a:avLst/>
          </a:prstGeom>
          <a:noFill/>
        </p:spPr>
        <p:txBody>
          <a:bodyPr wrap="square" rtlCol="0">
            <a:spAutoFit/>
          </a:bodyPr>
          <a:lstStyle/>
          <a:p>
            <a:r>
              <a:rPr lang="es-CO" dirty="0" err="1"/>
              <a:t>Span</a:t>
            </a:r>
            <a:r>
              <a:rPr lang="es-CO" dirty="0"/>
              <a:t>=205°C</a:t>
            </a:r>
          </a:p>
          <a:p>
            <a:endParaRPr lang="es-CO" dirty="0"/>
          </a:p>
        </p:txBody>
      </p:sp>
    </p:spTree>
    <p:extLst>
      <p:ext uri="{BB962C8B-B14F-4D97-AF65-F5344CB8AC3E}">
        <p14:creationId xmlns:p14="http://schemas.microsoft.com/office/powerpoint/2010/main" val="144227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87A9C-1998-834E-AF92-28A6EBF94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E8FB97-94F2-B7EC-DE0F-8B14F5DD8877}"/>
              </a:ext>
            </a:extLst>
          </p:cNvPr>
          <p:cNvSpPr>
            <a:spLocks noGrp="1"/>
          </p:cNvSpPr>
          <p:nvPr>
            <p:ph type="title"/>
          </p:nvPr>
        </p:nvSpPr>
        <p:spPr>
          <a:xfrm>
            <a:off x="2037222" y="1624164"/>
            <a:ext cx="5456585" cy="1162050"/>
          </a:xfrm>
        </p:spPr>
        <p:txBody>
          <a:bodyPr/>
          <a:lstStyle/>
          <a:p>
            <a:pPr algn="ctr"/>
            <a:r>
              <a:rPr lang="es-CO" b="1" dirty="0"/>
              <a:t>Error</a:t>
            </a:r>
          </a:p>
        </p:txBody>
      </p:sp>
      <p:sp>
        <p:nvSpPr>
          <p:cNvPr id="10" name="1 Título">
            <a:extLst>
              <a:ext uri="{FF2B5EF4-FFF2-40B4-BE49-F238E27FC236}">
                <a16:creationId xmlns:a16="http://schemas.microsoft.com/office/drawing/2014/main" id="{A8351F75-F91A-A8C0-FD46-0E464701754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7</a:t>
            </a:r>
          </a:p>
        </p:txBody>
      </p:sp>
      <p:pic>
        <p:nvPicPr>
          <p:cNvPr id="14" name="Picture 4" descr="Programas - Intranet ETITC">
            <a:extLst>
              <a:ext uri="{FF2B5EF4-FFF2-40B4-BE49-F238E27FC236}">
                <a16:creationId xmlns:a16="http://schemas.microsoft.com/office/drawing/2014/main" id="{0323B31A-789C-319C-EBCA-57F67696C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71F79D5-CF8B-17BA-F457-0E68AA4BFEB3}"/>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33086AF3-D6B5-E1D5-1F1D-184941C4D55C}"/>
                  </a:ext>
                </a:extLst>
              </p:cNvPr>
              <p:cNvSpPr txBox="1"/>
              <p:nvPr/>
            </p:nvSpPr>
            <p:spPr>
              <a:xfrm>
                <a:off x="953572" y="2911827"/>
                <a:ext cx="7623883" cy="2000548"/>
              </a:xfrm>
              <a:prstGeom prst="rect">
                <a:avLst/>
              </a:prstGeom>
              <a:noFill/>
            </p:spPr>
            <p:txBody>
              <a:bodyPr wrap="square" rtlCol="0">
                <a:spAutoFit/>
              </a:bodyPr>
              <a:lstStyle/>
              <a:p>
                <a:r>
                  <a:rPr lang="es-CO" dirty="0"/>
                  <a:t>El error es la medida de la desviación que presentan las medidas prácticas de una variable de proceso con relación a las medidas teóricas o ideales, como resultado de las imperfecciones de los aparatos y de las variables parásitas que afectan el proceso.</a:t>
                </a:r>
              </a:p>
              <a:p>
                <a14:m>
                  <m:oMathPara xmlns:m="http://schemas.openxmlformats.org/officeDocument/2006/math">
                    <m:oMathParaPr>
                      <m:jc m:val="centerGroup"/>
                    </m:oMathParaPr>
                    <m:oMath xmlns:m="http://schemas.openxmlformats.org/officeDocument/2006/math">
                      <m:r>
                        <a:rPr lang="es-CO" sz="1600" b="0" i="1" smtClean="0">
                          <a:latin typeface="Cambria Math" panose="02040503050406030204" pitchFamily="18" charset="0"/>
                        </a:rPr>
                        <m:t>𝐸𝑟𝑟𝑜𝑟</m:t>
                      </m:r>
                      <m:r>
                        <a:rPr lang="es-CO" sz="1600" b="0" i="1" smtClean="0">
                          <a:latin typeface="Cambria Math" panose="02040503050406030204" pitchFamily="18" charset="0"/>
                        </a:rPr>
                        <m:t>=</m:t>
                      </m:r>
                      <m:r>
                        <a:rPr lang="es-CO" sz="1600" b="0" i="1" smtClean="0">
                          <a:latin typeface="Cambria Math" panose="02040503050406030204" pitchFamily="18" charset="0"/>
                        </a:rPr>
                        <m:t>𝑉𝑎𝑙𝑜𝑟</m:t>
                      </m:r>
                      <m:r>
                        <a:rPr lang="es-CO" sz="1600" b="0" i="1" smtClean="0">
                          <a:latin typeface="Cambria Math" panose="02040503050406030204" pitchFamily="18" charset="0"/>
                        </a:rPr>
                        <m:t> </m:t>
                      </m:r>
                      <m:r>
                        <a:rPr lang="es-CO" sz="1600" b="0" i="1" smtClean="0">
                          <a:latin typeface="Cambria Math" panose="02040503050406030204" pitchFamily="18" charset="0"/>
                        </a:rPr>
                        <m:t>𝑙𝑒𝑖𝑑𝑜</m:t>
                      </m:r>
                      <m:r>
                        <a:rPr lang="es-CO" sz="1600" b="0" i="1" smtClean="0">
                          <a:latin typeface="Cambria Math" panose="02040503050406030204" pitchFamily="18" charset="0"/>
                        </a:rPr>
                        <m:t> </m:t>
                      </m:r>
                      <m:r>
                        <a:rPr lang="es-CO" sz="1600" b="0" i="1" smtClean="0">
                          <a:latin typeface="Cambria Math" panose="02040503050406030204" pitchFamily="18" charset="0"/>
                        </a:rPr>
                        <m:t>𝑒𝑛</m:t>
                      </m:r>
                      <m:r>
                        <a:rPr lang="es-CO" sz="1600" b="0" i="1" smtClean="0">
                          <a:latin typeface="Cambria Math" panose="02040503050406030204" pitchFamily="18" charset="0"/>
                        </a:rPr>
                        <m:t> </m:t>
                      </m:r>
                      <m:r>
                        <a:rPr lang="es-CO" sz="1600" b="0" i="1" smtClean="0">
                          <a:latin typeface="Cambria Math" panose="02040503050406030204" pitchFamily="18" charset="0"/>
                        </a:rPr>
                        <m:t>𝑒𝑙</m:t>
                      </m:r>
                      <m:r>
                        <a:rPr lang="es-CO" sz="1600" b="0" i="1" smtClean="0">
                          <a:latin typeface="Cambria Math" panose="02040503050406030204" pitchFamily="18" charset="0"/>
                        </a:rPr>
                        <m:t> </m:t>
                      </m:r>
                      <m:r>
                        <a:rPr lang="es-CO" sz="1600" b="0" i="1" smtClean="0">
                          <a:latin typeface="Cambria Math" panose="02040503050406030204" pitchFamily="18" charset="0"/>
                        </a:rPr>
                        <m:t>𝑖𝑛𝑠𝑡𝑟𝑢𝑚𝑒𝑛𝑡𝑜</m:t>
                      </m:r>
                      <m:r>
                        <a:rPr lang="es-CO" sz="1600" b="0" i="1" smtClean="0">
                          <a:latin typeface="Cambria Math" panose="02040503050406030204" pitchFamily="18" charset="0"/>
                        </a:rPr>
                        <m:t> −</m:t>
                      </m:r>
                      <m:r>
                        <a:rPr lang="es-CO" sz="1600" b="0" i="1" smtClean="0">
                          <a:latin typeface="Cambria Math" panose="02040503050406030204" pitchFamily="18" charset="0"/>
                        </a:rPr>
                        <m:t>𝑉𝑎𝑙𝑜𝑟</m:t>
                      </m:r>
                      <m:r>
                        <a:rPr lang="es-CO" sz="1600" b="0" i="1" smtClean="0">
                          <a:latin typeface="Cambria Math" panose="02040503050406030204" pitchFamily="18" charset="0"/>
                        </a:rPr>
                        <m:t> </m:t>
                      </m:r>
                      <m:r>
                        <a:rPr lang="es-CO" sz="1600" b="0" i="1" smtClean="0">
                          <a:latin typeface="Cambria Math" panose="02040503050406030204" pitchFamily="18" charset="0"/>
                        </a:rPr>
                        <m:t>𝑖𝑑𝑒𝑎𝑙</m:t>
                      </m:r>
                      <m:r>
                        <a:rPr lang="es-CO" sz="1600" b="0" i="1" smtClean="0">
                          <a:latin typeface="Cambria Math" panose="02040503050406030204" pitchFamily="18" charset="0"/>
                        </a:rPr>
                        <m:t> </m:t>
                      </m:r>
                      <m:r>
                        <a:rPr lang="es-CO" sz="1600" b="0" i="1" smtClean="0">
                          <a:latin typeface="Cambria Math" panose="02040503050406030204" pitchFamily="18" charset="0"/>
                        </a:rPr>
                        <m:t>𝑑𝑒</m:t>
                      </m:r>
                      <m:r>
                        <a:rPr lang="es-CO" sz="1600" b="0" i="1" smtClean="0">
                          <a:latin typeface="Cambria Math" panose="02040503050406030204" pitchFamily="18" charset="0"/>
                        </a:rPr>
                        <m:t> </m:t>
                      </m:r>
                      <m:r>
                        <a:rPr lang="es-CO" sz="1600" b="0" i="1" smtClean="0">
                          <a:latin typeface="Cambria Math" panose="02040503050406030204" pitchFamily="18" charset="0"/>
                        </a:rPr>
                        <m:t>𝑙𝑎</m:t>
                      </m:r>
                      <m:r>
                        <a:rPr lang="es-CO" sz="1600" b="0" i="1" smtClean="0">
                          <a:latin typeface="Cambria Math" panose="02040503050406030204" pitchFamily="18" charset="0"/>
                        </a:rPr>
                        <m:t> </m:t>
                      </m:r>
                      <m:r>
                        <a:rPr lang="es-CO" sz="1600" b="0" i="1" smtClean="0">
                          <a:latin typeface="Cambria Math" panose="02040503050406030204" pitchFamily="18" charset="0"/>
                        </a:rPr>
                        <m:t>𝑣𝑎𝑟𝑖𝑎𝑏𝑙𝑒</m:t>
                      </m:r>
                      <m:r>
                        <a:rPr lang="es-CO" sz="1600" b="0" i="1" smtClean="0">
                          <a:latin typeface="Cambria Math" panose="02040503050406030204" pitchFamily="18" charset="0"/>
                        </a:rPr>
                        <m:t> </m:t>
                      </m:r>
                      <m:r>
                        <a:rPr lang="es-CO" sz="1600" b="0" i="1" smtClean="0">
                          <a:latin typeface="Cambria Math" panose="02040503050406030204" pitchFamily="18" charset="0"/>
                        </a:rPr>
                        <m:t>𝑚𝑒𝑑𝑖𝑑𝑎</m:t>
                      </m:r>
                    </m:oMath>
                  </m:oMathPara>
                </a14:m>
                <a:endParaRPr lang="es-CO" sz="1600" dirty="0"/>
              </a:p>
              <a:p>
                <a:endParaRPr lang="es-CO" dirty="0"/>
              </a:p>
              <a:p>
                <a:endParaRPr lang="es-CO" dirty="0"/>
              </a:p>
            </p:txBody>
          </p:sp>
        </mc:Choice>
        <mc:Fallback>
          <p:sp>
            <p:nvSpPr>
              <p:cNvPr id="3" name="CuadroTexto 2">
                <a:extLst>
                  <a:ext uri="{FF2B5EF4-FFF2-40B4-BE49-F238E27FC236}">
                    <a16:creationId xmlns:a16="http://schemas.microsoft.com/office/drawing/2014/main" id="{33086AF3-D6B5-E1D5-1F1D-184941C4D55C}"/>
                  </a:ext>
                </a:extLst>
              </p:cNvPr>
              <p:cNvSpPr txBox="1">
                <a:spLocks noRot="1" noChangeAspect="1" noMove="1" noResize="1" noEditPoints="1" noAdjustHandles="1" noChangeArrowheads="1" noChangeShapeType="1" noTextEdit="1"/>
              </p:cNvSpPr>
              <p:nvPr/>
            </p:nvSpPr>
            <p:spPr>
              <a:xfrm>
                <a:off x="953572" y="2911827"/>
                <a:ext cx="7623883" cy="2000548"/>
              </a:xfrm>
              <a:prstGeom prst="rect">
                <a:avLst/>
              </a:prstGeom>
              <a:blipFill>
                <a:blip r:embed="rId3"/>
                <a:stretch>
                  <a:fillRect l="-639" t="-1829"/>
                </a:stretch>
              </a:blipFill>
            </p:spPr>
            <p:txBody>
              <a:bodyPr/>
              <a:lstStyle/>
              <a:p>
                <a:r>
                  <a:rPr lang="es-CO">
                    <a:noFill/>
                  </a:rPr>
                  <a:t> </a:t>
                </a:r>
              </a:p>
            </p:txBody>
          </p:sp>
        </mc:Fallback>
      </mc:AlternateContent>
    </p:spTree>
    <p:extLst>
      <p:ext uri="{BB962C8B-B14F-4D97-AF65-F5344CB8AC3E}">
        <p14:creationId xmlns:p14="http://schemas.microsoft.com/office/powerpoint/2010/main" val="3921580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F41F-2E9E-5C34-CC77-BE2CB21FB7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BC5AF9-5B0D-E84C-63FE-DF5505AE36B1}"/>
              </a:ext>
            </a:extLst>
          </p:cNvPr>
          <p:cNvSpPr>
            <a:spLocks noGrp="1"/>
          </p:cNvSpPr>
          <p:nvPr>
            <p:ph type="title"/>
          </p:nvPr>
        </p:nvSpPr>
        <p:spPr>
          <a:xfrm>
            <a:off x="2037222" y="1624164"/>
            <a:ext cx="5456585" cy="1162050"/>
          </a:xfrm>
        </p:spPr>
        <p:txBody>
          <a:bodyPr/>
          <a:lstStyle/>
          <a:p>
            <a:pPr algn="ctr"/>
            <a:r>
              <a:rPr lang="es-CO" b="1" dirty="0"/>
              <a:t>Error</a:t>
            </a:r>
          </a:p>
        </p:txBody>
      </p:sp>
      <p:sp>
        <p:nvSpPr>
          <p:cNvPr id="10" name="1 Título">
            <a:extLst>
              <a:ext uri="{FF2B5EF4-FFF2-40B4-BE49-F238E27FC236}">
                <a16:creationId xmlns:a16="http://schemas.microsoft.com/office/drawing/2014/main" id="{65850DC6-4A7A-96E2-C8F9-D5772C86394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8</a:t>
            </a:r>
          </a:p>
        </p:txBody>
      </p:sp>
      <p:pic>
        <p:nvPicPr>
          <p:cNvPr id="14" name="Picture 4" descr="Programas - Intranet ETITC">
            <a:extLst>
              <a:ext uri="{FF2B5EF4-FFF2-40B4-BE49-F238E27FC236}">
                <a16:creationId xmlns:a16="http://schemas.microsoft.com/office/drawing/2014/main" id="{5EE852E2-DC91-1DDE-8E48-D1F6386E1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6CC8F46-217B-CBE4-C198-0335463D0A0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F41EC063-387B-B7D9-1F0D-CAC944216449}"/>
                  </a:ext>
                </a:extLst>
              </p:cNvPr>
              <p:cNvSpPr txBox="1"/>
              <p:nvPr/>
            </p:nvSpPr>
            <p:spPr>
              <a:xfrm>
                <a:off x="953572" y="2911827"/>
                <a:ext cx="7623883" cy="1169551"/>
              </a:xfrm>
              <a:prstGeom prst="rect">
                <a:avLst/>
              </a:prstGeom>
              <a:noFill/>
            </p:spPr>
            <p:txBody>
              <a:bodyPr wrap="square" rtlCol="0">
                <a:spAutoFit/>
              </a:bodyPr>
              <a:lstStyle/>
              <a:p>
                <a:r>
                  <a:rPr lang="es-CO" dirty="0"/>
                  <a:t>El error absoluto es: </a:t>
                </a:r>
              </a:p>
              <a:p>
                <a:endParaRPr lang="es-CO" dirty="0"/>
              </a:p>
              <a:p>
                <a:pPr/>
                <a14:m>
                  <m:oMathPara xmlns:m="http://schemas.openxmlformats.org/officeDocument/2006/math">
                    <m:oMathParaPr>
                      <m:jc m:val="centerGroup"/>
                    </m:oMathParaPr>
                    <m:oMath xmlns:m="http://schemas.openxmlformats.org/officeDocument/2006/math">
                      <m:r>
                        <a:rPr lang="es-CO" sz="1600" b="0" i="1" smtClean="0">
                          <a:latin typeface="Cambria Math" panose="02040503050406030204" pitchFamily="18" charset="0"/>
                        </a:rPr>
                        <m:t>𝐸𝑟𝑟𝑜𝑟</m:t>
                      </m:r>
                      <m:r>
                        <a:rPr lang="es-CO" sz="1600" b="0" i="1" smtClean="0">
                          <a:latin typeface="Cambria Math" panose="02040503050406030204" pitchFamily="18" charset="0"/>
                        </a:rPr>
                        <m:t> </m:t>
                      </m:r>
                      <m:r>
                        <a:rPr lang="es-CO" sz="1600" b="0" i="1" smtClean="0">
                          <a:latin typeface="Cambria Math" panose="02040503050406030204" pitchFamily="18" charset="0"/>
                        </a:rPr>
                        <m:t>𝑎𝑏𝑠𝑜𝑙𝑢𝑡𝑜</m:t>
                      </m:r>
                      <m:r>
                        <a:rPr lang="es-CO" sz="1600" b="0" i="1" smtClean="0">
                          <a:latin typeface="Cambria Math" panose="02040503050406030204" pitchFamily="18" charset="0"/>
                        </a:rPr>
                        <m:t>=</m:t>
                      </m:r>
                      <m:r>
                        <a:rPr lang="es-CO" sz="1600" b="0" i="1" smtClean="0">
                          <a:latin typeface="Cambria Math" panose="02040503050406030204" pitchFamily="18" charset="0"/>
                        </a:rPr>
                        <m:t>𝑉𝑎𝑙𝑜𝑟</m:t>
                      </m:r>
                      <m:r>
                        <a:rPr lang="es-CO" sz="1600" b="0" i="1" smtClean="0">
                          <a:latin typeface="Cambria Math" panose="02040503050406030204" pitchFamily="18" charset="0"/>
                        </a:rPr>
                        <m:t> </m:t>
                      </m:r>
                      <m:r>
                        <a:rPr lang="es-CO" sz="1600" b="0" i="1" smtClean="0">
                          <a:latin typeface="Cambria Math" panose="02040503050406030204" pitchFamily="18" charset="0"/>
                        </a:rPr>
                        <m:t>𝑙𝑒𝑖𝑑𝑜</m:t>
                      </m:r>
                      <m:r>
                        <a:rPr lang="es-CO" sz="1600" b="0" i="1" smtClean="0">
                          <a:latin typeface="Cambria Math" panose="02040503050406030204" pitchFamily="18" charset="0"/>
                        </a:rPr>
                        <m:t>−</m:t>
                      </m:r>
                      <m:r>
                        <a:rPr lang="es-CO" sz="1600" b="0" i="1" smtClean="0">
                          <a:latin typeface="Cambria Math" panose="02040503050406030204" pitchFamily="18" charset="0"/>
                        </a:rPr>
                        <m:t>𝑉𝑎𝑙𝑜𝑟</m:t>
                      </m:r>
                      <m:r>
                        <a:rPr lang="es-CO" sz="1600" b="0" i="1" smtClean="0">
                          <a:latin typeface="Cambria Math" panose="02040503050406030204" pitchFamily="18" charset="0"/>
                        </a:rPr>
                        <m:t> </m:t>
                      </m:r>
                      <m:r>
                        <a:rPr lang="es-CO" sz="1600" b="0" i="1" smtClean="0">
                          <a:latin typeface="Cambria Math" panose="02040503050406030204" pitchFamily="18" charset="0"/>
                        </a:rPr>
                        <m:t>𝑣𝑒𝑟𝑑𝑎𝑑𝑒𝑟𝑜</m:t>
                      </m:r>
                    </m:oMath>
                  </m:oMathPara>
                </a14:m>
                <a:endParaRPr lang="es-CO" dirty="0"/>
              </a:p>
              <a:p>
                <a:endParaRPr lang="es-CO" dirty="0"/>
              </a:p>
            </p:txBody>
          </p:sp>
        </mc:Choice>
        <mc:Fallback>
          <p:sp>
            <p:nvSpPr>
              <p:cNvPr id="3" name="CuadroTexto 2">
                <a:extLst>
                  <a:ext uri="{FF2B5EF4-FFF2-40B4-BE49-F238E27FC236}">
                    <a16:creationId xmlns:a16="http://schemas.microsoft.com/office/drawing/2014/main" id="{F41EC063-387B-B7D9-1F0D-CAC944216449}"/>
                  </a:ext>
                </a:extLst>
              </p:cNvPr>
              <p:cNvSpPr txBox="1">
                <a:spLocks noRot="1" noChangeAspect="1" noMove="1" noResize="1" noEditPoints="1" noAdjustHandles="1" noChangeArrowheads="1" noChangeShapeType="1" noTextEdit="1"/>
              </p:cNvSpPr>
              <p:nvPr/>
            </p:nvSpPr>
            <p:spPr>
              <a:xfrm>
                <a:off x="953572" y="2911827"/>
                <a:ext cx="7623883" cy="1169551"/>
              </a:xfrm>
              <a:prstGeom prst="rect">
                <a:avLst/>
              </a:prstGeom>
              <a:blipFill>
                <a:blip r:embed="rId3"/>
                <a:stretch>
                  <a:fillRect l="-639" t="-312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DD5865A8-D049-4E6A-CAE7-EFEF14AD7F88}"/>
                  </a:ext>
                </a:extLst>
              </p:cNvPr>
              <p:cNvSpPr txBox="1"/>
              <p:nvPr/>
            </p:nvSpPr>
            <p:spPr>
              <a:xfrm>
                <a:off x="953572" y="3908737"/>
                <a:ext cx="7623883" cy="1112228"/>
              </a:xfrm>
              <a:prstGeom prst="rect">
                <a:avLst/>
              </a:prstGeom>
              <a:noFill/>
            </p:spPr>
            <p:txBody>
              <a:bodyPr wrap="square" rtlCol="0">
                <a:spAutoFit/>
              </a:bodyPr>
              <a:lstStyle/>
              <a:p>
                <a:r>
                  <a:rPr lang="es-CO" dirty="0"/>
                  <a:t>El error relativo representa la calidad de la medida y es: </a:t>
                </a:r>
              </a:p>
              <a:p>
                <a:endParaRPr lang="es-CO" dirty="0"/>
              </a:p>
              <a:p>
                <a:pPr/>
                <a14:m>
                  <m:oMathPara xmlns:m="http://schemas.openxmlformats.org/officeDocument/2006/math">
                    <m:oMathParaPr>
                      <m:jc m:val="centerGroup"/>
                    </m:oMathParaPr>
                    <m:oMath xmlns:m="http://schemas.openxmlformats.org/officeDocument/2006/math">
                      <m:r>
                        <a:rPr lang="es-CO" sz="1600" b="0" i="1" smtClean="0">
                          <a:latin typeface="Cambria Math" panose="02040503050406030204" pitchFamily="18" charset="0"/>
                        </a:rPr>
                        <m:t>𝐸𝑟𝑟𝑜𝑟</m:t>
                      </m:r>
                      <m:r>
                        <a:rPr lang="es-CO" sz="1600" b="0" i="1" smtClean="0">
                          <a:latin typeface="Cambria Math" panose="02040503050406030204" pitchFamily="18" charset="0"/>
                        </a:rPr>
                        <m:t> </m:t>
                      </m:r>
                      <m:r>
                        <a:rPr lang="es-CO" sz="1600" b="0" i="1" smtClean="0">
                          <a:latin typeface="Cambria Math" panose="02040503050406030204" pitchFamily="18" charset="0"/>
                        </a:rPr>
                        <m:t>𝑟𝑒𝑙𝑎𝑡𝑖𝑣𝑜</m:t>
                      </m:r>
                      <m:r>
                        <a:rPr lang="es-CO" sz="1600" b="0" i="1" smtClean="0">
                          <a:latin typeface="Cambria Math" panose="02040503050406030204" pitchFamily="18" charset="0"/>
                        </a:rPr>
                        <m:t>=</m:t>
                      </m:r>
                      <m:f>
                        <m:fPr>
                          <m:ctrlPr>
                            <a:rPr lang="es-CO" sz="1600" b="0" i="1" smtClean="0">
                              <a:latin typeface="Cambria Math" panose="02040503050406030204" pitchFamily="18" charset="0"/>
                            </a:rPr>
                          </m:ctrlPr>
                        </m:fPr>
                        <m:num>
                          <m:r>
                            <a:rPr lang="es-CO" sz="1600" i="1">
                              <a:latin typeface="Cambria Math" panose="02040503050406030204" pitchFamily="18" charset="0"/>
                            </a:rPr>
                            <m:t>𝑉𝑎𝑙𝑜𝑟</m:t>
                          </m:r>
                          <m:r>
                            <a:rPr lang="es-CO" sz="1600" b="0" i="1" smtClean="0">
                              <a:latin typeface="Cambria Math" panose="02040503050406030204" pitchFamily="18" charset="0"/>
                            </a:rPr>
                            <m:t> </m:t>
                          </m:r>
                          <m:r>
                            <a:rPr lang="es-CO" sz="1600" b="0" i="1" smtClean="0">
                              <a:latin typeface="Cambria Math" panose="02040503050406030204" pitchFamily="18" charset="0"/>
                            </a:rPr>
                            <m:t>𝑎𝑏𝑠𝑜𝑙𝑢𝑡𝑜</m:t>
                          </m:r>
                        </m:num>
                        <m:den>
                          <m:r>
                            <a:rPr lang="es-CO" sz="1600" i="1">
                              <a:latin typeface="Cambria Math" panose="02040503050406030204" pitchFamily="18" charset="0"/>
                            </a:rPr>
                            <m:t>𝑉𝑎𝑙𝑜𝑟</m:t>
                          </m:r>
                          <m:r>
                            <a:rPr lang="es-CO" sz="1600" i="1">
                              <a:latin typeface="Cambria Math" panose="02040503050406030204" pitchFamily="18" charset="0"/>
                            </a:rPr>
                            <m:t> </m:t>
                          </m:r>
                          <m:r>
                            <a:rPr lang="es-CO" sz="1600" i="1">
                              <a:latin typeface="Cambria Math" panose="02040503050406030204" pitchFamily="18" charset="0"/>
                            </a:rPr>
                            <m:t>𝑣𝑒𝑟𝑑𝑎𝑑𝑒𝑟𝑜</m:t>
                          </m:r>
                          <m:r>
                            <m:rPr>
                              <m:nor/>
                            </m:rPr>
                            <a:rPr lang="es-CO" sz="1600" dirty="0"/>
                            <m:t> </m:t>
                          </m:r>
                        </m:den>
                      </m:f>
                    </m:oMath>
                  </m:oMathPara>
                </a14:m>
                <a:endParaRPr lang="es-CO" dirty="0"/>
              </a:p>
            </p:txBody>
          </p:sp>
        </mc:Choice>
        <mc:Fallback>
          <p:sp>
            <p:nvSpPr>
              <p:cNvPr id="4" name="CuadroTexto 3">
                <a:extLst>
                  <a:ext uri="{FF2B5EF4-FFF2-40B4-BE49-F238E27FC236}">
                    <a16:creationId xmlns:a16="http://schemas.microsoft.com/office/drawing/2014/main" id="{DD5865A8-D049-4E6A-CAE7-EFEF14AD7F88}"/>
                  </a:ext>
                </a:extLst>
              </p:cNvPr>
              <p:cNvSpPr txBox="1">
                <a:spLocks noRot="1" noChangeAspect="1" noMove="1" noResize="1" noEditPoints="1" noAdjustHandles="1" noChangeArrowheads="1" noChangeShapeType="1" noTextEdit="1"/>
              </p:cNvSpPr>
              <p:nvPr/>
            </p:nvSpPr>
            <p:spPr>
              <a:xfrm>
                <a:off x="953572" y="3908737"/>
                <a:ext cx="7623883" cy="1112228"/>
              </a:xfrm>
              <a:prstGeom prst="rect">
                <a:avLst/>
              </a:prstGeom>
              <a:blipFill>
                <a:blip r:embed="rId4"/>
                <a:stretch>
                  <a:fillRect l="-639" t="-2732"/>
                </a:stretch>
              </a:blipFill>
            </p:spPr>
            <p:txBody>
              <a:bodyPr/>
              <a:lstStyle/>
              <a:p>
                <a:r>
                  <a:rPr lang="es-CO">
                    <a:noFill/>
                  </a:rPr>
                  <a:t> </a:t>
                </a:r>
              </a:p>
            </p:txBody>
          </p:sp>
        </mc:Fallback>
      </mc:AlternateContent>
      <p:pic>
        <p:nvPicPr>
          <p:cNvPr id="7" name="Imagen 6">
            <a:extLst>
              <a:ext uri="{FF2B5EF4-FFF2-40B4-BE49-F238E27FC236}">
                <a16:creationId xmlns:a16="http://schemas.microsoft.com/office/drawing/2014/main" id="{CBF1DE28-BCD2-7DEB-869F-EDA31DBBDEE4}"/>
              </a:ext>
            </a:extLst>
          </p:cNvPr>
          <p:cNvPicPr>
            <a:picLocks noChangeAspect="1"/>
          </p:cNvPicPr>
          <p:nvPr/>
        </p:nvPicPr>
        <p:blipFill>
          <a:blip r:embed="rId5"/>
          <a:stretch>
            <a:fillRect/>
          </a:stretch>
        </p:blipFill>
        <p:spPr>
          <a:xfrm>
            <a:off x="6322409" y="4697890"/>
            <a:ext cx="2778551" cy="2122268"/>
          </a:xfrm>
          <a:prstGeom prst="rect">
            <a:avLst/>
          </a:prstGeom>
        </p:spPr>
      </p:pic>
    </p:spTree>
    <p:extLst>
      <p:ext uri="{BB962C8B-B14F-4D97-AF65-F5344CB8AC3E}">
        <p14:creationId xmlns:p14="http://schemas.microsoft.com/office/powerpoint/2010/main" val="350413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C77B0-114A-0F9C-D8A9-03878F32F4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5C1C33-62D6-4C5A-AB0B-955EC363676F}"/>
              </a:ext>
            </a:extLst>
          </p:cNvPr>
          <p:cNvSpPr>
            <a:spLocks noGrp="1"/>
          </p:cNvSpPr>
          <p:nvPr>
            <p:ph type="title"/>
          </p:nvPr>
        </p:nvSpPr>
        <p:spPr>
          <a:xfrm>
            <a:off x="2037222" y="1624164"/>
            <a:ext cx="5456585" cy="1162050"/>
          </a:xfrm>
        </p:spPr>
        <p:txBody>
          <a:bodyPr/>
          <a:lstStyle/>
          <a:p>
            <a:pPr algn="ctr"/>
            <a:r>
              <a:rPr lang="es-CO" b="1" dirty="0"/>
              <a:t>Error</a:t>
            </a:r>
          </a:p>
        </p:txBody>
      </p:sp>
      <p:sp>
        <p:nvSpPr>
          <p:cNvPr id="10" name="1 Título">
            <a:extLst>
              <a:ext uri="{FF2B5EF4-FFF2-40B4-BE49-F238E27FC236}">
                <a16:creationId xmlns:a16="http://schemas.microsoft.com/office/drawing/2014/main" id="{427F05D5-1B1A-28C9-6A3F-B8590635DAB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9</a:t>
            </a:r>
          </a:p>
        </p:txBody>
      </p:sp>
      <p:pic>
        <p:nvPicPr>
          <p:cNvPr id="14" name="Picture 4" descr="Programas - Intranet ETITC">
            <a:extLst>
              <a:ext uri="{FF2B5EF4-FFF2-40B4-BE49-F238E27FC236}">
                <a16:creationId xmlns:a16="http://schemas.microsoft.com/office/drawing/2014/main" id="{17C1441B-B808-72D2-EB6A-2E61901CDD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BBAD010-E131-9682-B3F4-B20B499210A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1EB33846-267D-B53C-2972-5DA313C35B9F}"/>
              </a:ext>
            </a:extLst>
          </p:cNvPr>
          <p:cNvSpPr txBox="1"/>
          <p:nvPr/>
        </p:nvSpPr>
        <p:spPr>
          <a:xfrm>
            <a:off x="953572" y="2911827"/>
            <a:ext cx="7623883" cy="2862322"/>
          </a:xfrm>
          <a:prstGeom prst="rect">
            <a:avLst/>
          </a:prstGeom>
          <a:noFill/>
        </p:spPr>
        <p:txBody>
          <a:bodyPr wrap="square" rtlCol="0">
            <a:spAutoFit/>
          </a:bodyPr>
          <a:lstStyle/>
          <a:p>
            <a:r>
              <a:rPr lang="es-CO" dirty="0"/>
              <a:t>Cuando una medida se realiza con la participación de varios  instrumentos, colocados unos a continuación de otros, el valor final de la medición estará constituido por los errores inherentes de cada instrumentos es</a:t>
            </a:r>
          </a:p>
          <a:p>
            <a:endParaRPr lang="es-CO" dirty="0"/>
          </a:p>
          <a:p>
            <a:endParaRPr lang="es-CO" dirty="0"/>
          </a:p>
          <a:p>
            <a:r>
              <a:rPr lang="es-CO" dirty="0"/>
              <a:t>Ahora bien, como es improbable que todos los instrumentos tengan al mismo tiempo su error máximo en todas las circunstancias de la medida, suele tomarse como </a:t>
            </a:r>
            <a:r>
              <a:rPr lang="es-CO" i="1" dirty="0"/>
              <a:t>error </a:t>
            </a:r>
            <a:r>
              <a:rPr lang="es-CO" dirty="0"/>
              <a:t> total de una medición la raíz cuadrad de las suma algebraica de los cuadrados de los errores máximos de los instrumentos </a:t>
            </a:r>
          </a:p>
          <a:p>
            <a:endParaRPr lang="es-CO" dirty="0"/>
          </a:p>
        </p:txBody>
      </p:sp>
      <p:pic>
        <p:nvPicPr>
          <p:cNvPr id="7" name="Imagen 6">
            <a:extLst>
              <a:ext uri="{FF2B5EF4-FFF2-40B4-BE49-F238E27FC236}">
                <a16:creationId xmlns:a16="http://schemas.microsoft.com/office/drawing/2014/main" id="{21413C59-9FDD-1225-89B7-02854889821C}"/>
              </a:ext>
            </a:extLst>
          </p:cNvPr>
          <p:cNvPicPr>
            <a:picLocks noChangeAspect="1"/>
          </p:cNvPicPr>
          <p:nvPr/>
        </p:nvPicPr>
        <p:blipFill>
          <a:blip r:embed="rId3"/>
          <a:stretch>
            <a:fillRect/>
          </a:stretch>
        </p:blipFill>
        <p:spPr>
          <a:xfrm>
            <a:off x="953572" y="3877473"/>
            <a:ext cx="2048161" cy="323895"/>
          </a:xfrm>
          <a:prstGeom prst="rect">
            <a:avLst/>
          </a:prstGeom>
        </p:spPr>
      </p:pic>
      <p:pic>
        <p:nvPicPr>
          <p:cNvPr id="9" name="Imagen 8">
            <a:extLst>
              <a:ext uri="{FF2B5EF4-FFF2-40B4-BE49-F238E27FC236}">
                <a16:creationId xmlns:a16="http://schemas.microsoft.com/office/drawing/2014/main" id="{5EF73903-4457-3EE6-D0E2-8C827C11061C}"/>
              </a:ext>
            </a:extLst>
          </p:cNvPr>
          <p:cNvPicPr>
            <a:picLocks noChangeAspect="1"/>
          </p:cNvPicPr>
          <p:nvPr/>
        </p:nvPicPr>
        <p:blipFill>
          <a:blip r:embed="rId4"/>
          <a:stretch>
            <a:fillRect/>
          </a:stretch>
        </p:blipFill>
        <p:spPr>
          <a:xfrm>
            <a:off x="999605" y="5499656"/>
            <a:ext cx="2229161" cy="400106"/>
          </a:xfrm>
          <a:prstGeom prst="rect">
            <a:avLst/>
          </a:prstGeom>
        </p:spPr>
      </p:pic>
    </p:spTree>
    <p:extLst>
      <p:ext uri="{BB962C8B-B14F-4D97-AF65-F5344CB8AC3E}">
        <p14:creationId xmlns:p14="http://schemas.microsoft.com/office/powerpoint/2010/main" val="2194387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FCFB-B35C-3224-5A8B-8614817A92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C70D79-73D8-718B-C4ED-F577DF7F61DD}"/>
              </a:ext>
            </a:extLst>
          </p:cNvPr>
          <p:cNvSpPr>
            <a:spLocks noGrp="1"/>
          </p:cNvSpPr>
          <p:nvPr>
            <p:ph type="title"/>
          </p:nvPr>
        </p:nvSpPr>
        <p:spPr>
          <a:xfrm>
            <a:off x="2037222" y="1624164"/>
            <a:ext cx="5456585" cy="1162050"/>
          </a:xfrm>
        </p:spPr>
        <p:txBody>
          <a:bodyPr/>
          <a:lstStyle/>
          <a:p>
            <a:pPr algn="ctr"/>
            <a:r>
              <a:rPr lang="es-CO" b="1" dirty="0"/>
              <a:t>Error</a:t>
            </a:r>
          </a:p>
        </p:txBody>
      </p:sp>
      <p:sp>
        <p:nvSpPr>
          <p:cNvPr id="10" name="1 Título">
            <a:extLst>
              <a:ext uri="{FF2B5EF4-FFF2-40B4-BE49-F238E27FC236}">
                <a16:creationId xmlns:a16="http://schemas.microsoft.com/office/drawing/2014/main" id="{085D7B6D-DA55-4780-3BDA-010634654F0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10</a:t>
            </a:r>
          </a:p>
        </p:txBody>
      </p:sp>
      <p:pic>
        <p:nvPicPr>
          <p:cNvPr id="14" name="Picture 4" descr="Programas - Intranet ETITC">
            <a:extLst>
              <a:ext uri="{FF2B5EF4-FFF2-40B4-BE49-F238E27FC236}">
                <a16:creationId xmlns:a16="http://schemas.microsoft.com/office/drawing/2014/main" id="{1B1C05C2-53CF-A1EE-04A0-C7A50F2B0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3F33C05-255C-3D30-6B6E-553D1404267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6" name="Imagen 5">
            <a:extLst>
              <a:ext uri="{FF2B5EF4-FFF2-40B4-BE49-F238E27FC236}">
                <a16:creationId xmlns:a16="http://schemas.microsoft.com/office/drawing/2014/main" id="{4B9878F0-36F5-46B8-7BFB-D9BD6F59B90D}"/>
              </a:ext>
            </a:extLst>
          </p:cNvPr>
          <p:cNvPicPr>
            <a:picLocks noChangeAspect="1"/>
          </p:cNvPicPr>
          <p:nvPr/>
        </p:nvPicPr>
        <p:blipFill>
          <a:blip r:embed="rId3"/>
          <a:stretch>
            <a:fillRect/>
          </a:stretch>
        </p:blipFill>
        <p:spPr>
          <a:xfrm>
            <a:off x="1413525" y="2858261"/>
            <a:ext cx="6468378" cy="2562583"/>
          </a:xfrm>
          <a:prstGeom prst="rect">
            <a:avLst/>
          </a:prstGeom>
        </p:spPr>
      </p:pic>
    </p:spTree>
    <p:extLst>
      <p:ext uri="{BB962C8B-B14F-4D97-AF65-F5344CB8AC3E}">
        <p14:creationId xmlns:p14="http://schemas.microsoft.com/office/powerpoint/2010/main" val="3938112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047E9-BBC1-ED5E-ED68-F8A0F48E58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1150A5-9464-2391-198D-EAA179C00C63}"/>
              </a:ext>
            </a:extLst>
          </p:cNvPr>
          <p:cNvSpPr>
            <a:spLocks noGrp="1"/>
          </p:cNvSpPr>
          <p:nvPr>
            <p:ph type="title"/>
          </p:nvPr>
        </p:nvSpPr>
        <p:spPr>
          <a:xfrm>
            <a:off x="2037222" y="1624164"/>
            <a:ext cx="5456585" cy="1162050"/>
          </a:xfrm>
        </p:spPr>
        <p:txBody>
          <a:bodyPr/>
          <a:lstStyle/>
          <a:p>
            <a:pPr algn="ctr"/>
            <a:r>
              <a:rPr lang="es-CO" b="1" dirty="0" err="1"/>
              <a:t>Uncertainty</a:t>
            </a:r>
            <a:r>
              <a:rPr lang="es-CO" b="1" dirty="0"/>
              <a:t> (Incertidumbre)</a:t>
            </a:r>
          </a:p>
        </p:txBody>
      </p:sp>
      <p:sp>
        <p:nvSpPr>
          <p:cNvPr id="10" name="1 Título">
            <a:extLst>
              <a:ext uri="{FF2B5EF4-FFF2-40B4-BE49-F238E27FC236}">
                <a16:creationId xmlns:a16="http://schemas.microsoft.com/office/drawing/2014/main" id="{1B2E3C01-EEB9-8386-81C2-4FBE66509F4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11</a:t>
            </a:r>
          </a:p>
        </p:txBody>
      </p:sp>
      <p:pic>
        <p:nvPicPr>
          <p:cNvPr id="14" name="Picture 4" descr="Programas - Intranet ETITC">
            <a:extLst>
              <a:ext uri="{FF2B5EF4-FFF2-40B4-BE49-F238E27FC236}">
                <a16:creationId xmlns:a16="http://schemas.microsoft.com/office/drawing/2014/main" id="{2C527E8B-09D7-EDF0-9B72-2E57677259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642E857-F5DC-59CE-27F1-885E27A881F3}"/>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88ACE052-1627-62EC-E3A9-35006299142E}"/>
              </a:ext>
            </a:extLst>
          </p:cNvPr>
          <p:cNvSpPr txBox="1"/>
          <p:nvPr/>
        </p:nvSpPr>
        <p:spPr>
          <a:xfrm>
            <a:off x="953572" y="2911827"/>
            <a:ext cx="7623883" cy="2308324"/>
          </a:xfrm>
          <a:prstGeom prst="rect">
            <a:avLst/>
          </a:prstGeom>
          <a:noFill/>
        </p:spPr>
        <p:txBody>
          <a:bodyPr wrap="square" rtlCol="0">
            <a:spAutoFit/>
          </a:bodyPr>
          <a:lstStyle/>
          <a:p>
            <a:r>
              <a:rPr lang="es-CO" dirty="0"/>
              <a:t>Cuando se realiza una operación de calibración, se compara el instrumento a calibrar con un aparato patrón para averiguar si el error se encuentra dentro de los límites dados por el fabricante del instrumento. Como el aparato “patrón” no permite medir exactamente el valor verdadero (también tiene un error) y como además en la operación de comparación intervienen diversas fuentes de error, no es posible caracterizar la medida por un único valor, lo que da lugar a la incertidumbre de la medida.</a:t>
            </a:r>
          </a:p>
          <a:p>
            <a:endParaRPr lang="es-CO" dirty="0"/>
          </a:p>
        </p:txBody>
      </p:sp>
    </p:spTree>
    <p:extLst>
      <p:ext uri="{BB962C8B-B14F-4D97-AF65-F5344CB8AC3E}">
        <p14:creationId xmlns:p14="http://schemas.microsoft.com/office/powerpoint/2010/main" val="333233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95C77-67DD-304D-8600-BF45F654FE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B4FE1F-5849-97C1-A068-606D5B8D4958}"/>
              </a:ext>
            </a:extLst>
          </p:cNvPr>
          <p:cNvSpPr>
            <a:spLocks noGrp="1"/>
          </p:cNvSpPr>
          <p:nvPr>
            <p:ph type="title"/>
          </p:nvPr>
        </p:nvSpPr>
        <p:spPr>
          <a:xfrm>
            <a:off x="2037222" y="1624164"/>
            <a:ext cx="5456585" cy="1162050"/>
          </a:xfrm>
        </p:spPr>
        <p:txBody>
          <a:bodyPr/>
          <a:lstStyle/>
          <a:p>
            <a:pPr algn="ctr"/>
            <a:r>
              <a:rPr lang="es-CO" b="1" dirty="0" err="1"/>
              <a:t>Uncertainty</a:t>
            </a:r>
            <a:r>
              <a:rPr lang="es-CO" b="1" dirty="0"/>
              <a:t> (Incertidumbre)</a:t>
            </a:r>
          </a:p>
        </p:txBody>
      </p:sp>
      <p:sp>
        <p:nvSpPr>
          <p:cNvPr id="10" name="1 Título">
            <a:extLst>
              <a:ext uri="{FF2B5EF4-FFF2-40B4-BE49-F238E27FC236}">
                <a16:creationId xmlns:a16="http://schemas.microsoft.com/office/drawing/2014/main" id="{06252BC8-72E9-A44C-365B-5E990BF3DE9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12</a:t>
            </a:r>
          </a:p>
        </p:txBody>
      </p:sp>
      <p:pic>
        <p:nvPicPr>
          <p:cNvPr id="14" name="Picture 4" descr="Programas - Intranet ETITC">
            <a:extLst>
              <a:ext uri="{FF2B5EF4-FFF2-40B4-BE49-F238E27FC236}">
                <a16:creationId xmlns:a16="http://schemas.microsoft.com/office/drawing/2014/main" id="{04662AA2-4294-F824-838A-D87567693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C06E3E4-8340-9E8C-54B9-04232D4D278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B7C0518-45A4-F684-8036-3E384DD91967}"/>
              </a:ext>
            </a:extLst>
          </p:cNvPr>
          <p:cNvSpPr txBox="1"/>
          <p:nvPr/>
        </p:nvSpPr>
        <p:spPr>
          <a:xfrm>
            <a:off x="953572" y="2911827"/>
            <a:ext cx="7623883" cy="1754326"/>
          </a:xfrm>
          <a:prstGeom prst="rect">
            <a:avLst/>
          </a:prstGeom>
          <a:noFill/>
        </p:spPr>
        <p:txBody>
          <a:bodyPr wrap="square" rtlCol="0">
            <a:spAutoFit/>
          </a:bodyPr>
          <a:lstStyle/>
          <a:p>
            <a:r>
              <a:rPr lang="es-CO" dirty="0"/>
              <a:t>Entre las fuentes de incertidumbre se encuentran: </a:t>
            </a:r>
          </a:p>
          <a:p>
            <a:pPr marL="285750" indent="-285750">
              <a:buFontTx/>
              <a:buChar char="-"/>
            </a:pPr>
            <a:r>
              <a:rPr lang="es-CO" dirty="0"/>
              <a:t>Condiciones ambientales</a:t>
            </a:r>
          </a:p>
          <a:p>
            <a:pPr marL="285750" indent="-285750">
              <a:buFontTx/>
              <a:buChar char="-"/>
            </a:pPr>
            <a:r>
              <a:rPr lang="es-CO" dirty="0"/>
              <a:t>Lecturas diferentes de instrumentos realizadas por los operadores.</a:t>
            </a:r>
          </a:p>
          <a:p>
            <a:pPr marL="285750" indent="-285750">
              <a:buFontTx/>
              <a:buChar char="-"/>
            </a:pPr>
            <a:r>
              <a:rPr lang="es-CO" dirty="0"/>
              <a:t>Valores inexactos de los instrumentos patrón.</a:t>
            </a:r>
          </a:p>
          <a:p>
            <a:pPr marL="285750" indent="-285750">
              <a:buFontTx/>
              <a:buChar char="-"/>
            </a:pPr>
            <a:r>
              <a:rPr lang="es-CO" dirty="0"/>
              <a:t>Muestra del producto no representativa. </a:t>
            </a:r>
          </a:p>
          <a:p>
            <a:endParaRPr lang="es-CO" dirty="0"/>
          </a:p>
        </p:txBody>
      </p:sp>
    </p:spTree>
    <p:extLst>
      <p:ext uri="{BB962C8B-B14F-4D97-AF65-F5344CB8AC3E}">
        <p14:creationId xmlns:p14="http://schemas.microsoft.com/office/powerpoint/2010/main" val="95002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E0913-6A31-C317-0A26-EDCB24DD5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E3B1D0-74EC-F924-D170-86B0C6D8E347}"/>
              </a:ext>
            </a:extLst>
          </p:cNvPr>
          <p:cNvSpPr>
            <a:spLocks noGrp="1"/>
          </p:cNvSpPr>
          <p:nvPr>
            <p:ph type="title"/>
          </p:nvPr>
        </p:nvSpPr>
        <p:spPr>
          <a:xfrm>
            <a:off x="2037222" y="1624164"/>
            <a:ext cx="5456585" cy="1162050"/>
          </a:xfrm>
        </p:spPr>
        <p:txBody>
          <a:bodyPr/>
          <a:lstStyle/>
          <a:p>
            <a:pPr algn="ctr"/>
            <a:r>
              <a:rPr lang="es-CO" b="1" dirty="0" err="1"/>
              <a:t>Accuracy</a:t>
            </a:r>
            <a:r>
              <a:rPr lang="es-CO" b="1" dirty="0"/>
              <a:t> (Exactitud)</a:t>
            </a:r>
          </a:p>
        </p:txBody>
      </p:sp>
      <p:sp>
        <p:nvSpPr>
          <p:cNvPr id="10" name="1 Título">
            <a:extLst>
              <a:ext uri="{FF2B5EF4-FFF2-40B4-BE49-F238E27FC236}">
                <a16:creationId xmlns:a16="http://schemas.microsoft.com/office/drawing/2014/main" id="{49D4E64D-3FFB-5BAE-5EBB-85CEE3AE5EA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13</a:t>
            </a:r>
          </a:p>
        </p:txBody>
      </p:sp>
      <p:pic>
        <p:nvPicPr>
          <p:cNvPr id="14" name="Picture 4" descr="Programas - Intranet ETITC">
            <a:extLst>
              <a:ext uri="{FF2B5EF4-FFF2-40B4-BE49-F238E27FC236}">
                <a16:creationId xmlns:a16="http://schemas.microsoft.com/office/drawing/2014/main" id="{97DE4738-324D-C92C-2999-707C3813A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130D886-8D7E-1070-7D70-712E7F4F51F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47F0AF83-9716-CE65-767C-10BA15578BAC}"/>
              </a:ext>
            </a:extLst>
          </p:cNvPr>
          <p:cNvSpPr txBox="1"/>
          <p:nvPr/>
        </p:nvSpPr>
        <p:spPr>
          <a:xfrm>
            <a:off x="953572" y="2911827"/>
            <a:ext cx="7623883" cy="1754326"/>
          </a:xfrm>
          <a:prstGeom prst="rect">
            <a:avLst/>
          </a:prstGeom>
          <a:noFill/>
        </p:spPr>
        <p:txBody>
          <a:bodyPr wrap="square" rtlCol="0">
            <a:spAutoFit/>
          </a:bodyPr>
          <a:lstStyle/>
          <a:p>
            <a:r>
              <a:rPr lang="es-CO" dirty="0"/>
              <a:t>La exactitud es la cualidad de un instrumento de medida por la que tiende a dar lecturas próximas al verdadero valor de la magnitud medida. </a:t>
            </a:r>
          </a:p>
          <a:p>
            <a:r>
              <a:rPr lang="es-CO" dirty="0"/>
              <a:t>	En otras palabras, es el grado de conformidad de un valor indicado a un valor estándar aceptado o valor ideal, considerado este valor ideal como si fuera el verdadero. </a:t>
            </a:r>
          </a:p>
          <a:p>
            <a:endParaRPr lang="es-CO" dirty="0"/>
          </a:p>
        </p:txBody>
      </p:sp>
      <p:pic>
        <p:nvPicPr>
          <p:cNvPr id="6" name="Imagen 5">
            <a:extLst>
              <a:ext uri="{FF2B5EF4-FFF2-40B4-BE49-F238E27FC236}">
                <a16:creationId xmlns:a16="http://schemas.microsoft.com/office/drawing/2014/main" id="{C22D5380-925E-9575-9CBA-066509C7F7F1}"/>
              </a:ext>
            </a:extLst>
          </p:cNvPr>
          <p:cNvPicPr>
            <a:picLocks noChangeAspect="1"/>
          </p:cNvPicPr>
          <p:nvPr/>
        </p:nvPicPr>
        <p:blipFill>
          <a:blip r:embed="rId3"/>
          <a:stretch>
            <a:fillRect/>
          </a:stretch>
        </p:blipFill>
        <p:spPr>
          <a:xfrm>
            <a:off x="2626852" y="4666153"/>
            <a:ext cx="4277322" cy="1009791"/>
          </a:xfrm>
          <a:prstGeom prst="rect">
            <a:avLst/>
          </a:prstGeom>
        </p:spPr>
      </p:pic>
    </p:spTree>
    <p:extLst>
      <p:ext uri="{BB962C8B-B14F-4D97-AF65-F5344CB8AC3E}">
        <p14:creationId xmlns:p14="http://schemas.microsoft.com/office/powerpoint/2010/main" val="398823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316F-8561-19BD-599D-7FF41E14F5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4C11B5-5862-14A2-162C-A038E0120FE0}"/>
              </a:ext>
            </a:extLst>
          </p:cNvPr>
          <p:cNvSpPr>
            <a:spLocks noGrp="1"/>
          </p:cNvSpPr>
          <p:nvPr>
            <p:ph type="title"/>
          </p:nvPr>
        </p:nvSpPr>
        <p:spPr>
          <a:xfrm>
            <a:off x="2037222" y="1624164"/>
            <a:ext cx="5456585" cy="1162050"/>
          </a:xfrm>
        </p:spPr>
        <p:txBody>
          <a:bodyPr/>
          <a:lstStyle/>
          <a:p>
            <a:pPr algn="ctr"/>
            <a:r>
              <a:rPr lang="es-CO" b="1" dirty="0" err="1"/>
              <a:t>Accuracy</a:t>
            </a:r>
            <a:r>
              <a:rPr lang="es-CO" b="1" dirty="0"/>
              <a:t> (Exactitud)</a:t>
            </a:r>
          </a:p>
        </p:txBody>
      </p:sp>
      <p:sp>
        <p:nvSpPr>
          <p:cNvPr id="10" name="1 Título">
            <a:extLst>
              <a:ext uri="{FF2B5EF4-FFF2-40B4-BE49-F238E27FC236}">
                <a16:creationId xmlns:a16="http://schemas.microsoft.com/office/drawing/2014/main" id="{01190E98-8C6A-8AAF-6721-0C0BA455DB2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14</a:t>
            </a:r>
          </a:p>
        </p:txBody>
      </p:sp>
      <p:pic>
        <p:nvPicPr>
          <p:cNvPr id="14" name="Picture 4" descr="Programas - Intranet ETITC">
            <a:extLst>
              <a:ext uri="{FF2B5EF4-FFF2-40B4-BE49-F238E27FC236}">
                <a16:creationId xmlns:a16="http://schemas.microsoft.com/office/drawing/2014/main" id="{F1F0E44B-F893-3DA6-77C7-47288B8BC6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79B08FC3-C478-3002-A354-B635C5D6B90C}"/>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74051C24-C1EF-AE87-2CD6-A6BE36D142F4}"/>
              </a:ext>
            </a:extLst>
          </p:cNvPr>
          <p:cNvSpPr txBox="1"/>
          <p:nvPr/>
        </p:nvSpPr>
        <p:spPr>
          <a:xfrm>
            <a:off x="953572" y="2911827"/>
            <a:ext cx="7623883" cy="1477328"/>
          </a:xfrm>
          <a:prstGeom prst="rect">
            <a:avLst/>
          </a:prstGeom>
          <a:noFill/>
        </p:spPr>
        <p:txBody>
          <a:bodyPr wrap="square" rtlCol="0">
            <a:spAutoFit/>
          </a:bodyPr>
          <a:lstStyle/>
          <a:p>
            <a:r>
              <a:rPr lang="es-CO" dirty="0"/>
              <a:t>La exactitud define los limites de los errores cometidos cuando el instrumento se emplea en condiciones normales de servicio durante un periodo determinado (normalmente 1 año). La exactitud se da en términos de inexactitud, Ejemplo:</a:t>
            </a:r>
          </a:p>
          <a:p>
            <a:endParaRPr lang="es-CO" dirty="0"/>
          </a:p>
        </p:txBody>
      </p:sp>
      <p:pic>
        <p:nvPicPr>
          <p:cNvPr id="6" name="Imagen 5">
            <a:extLst>
              <a:ext uri="{FF2B5EF4-FFF2-40B4-BE49-F238E27FC236}">
                <a16:creationId xmlns:a16="http://schemas.microsoft.com/office/drawing/2014/main" id="{5841F1B0-F260-6557-72E0-D33AF47DE4DC}"/>
              </a:ext>
            </a:extLst>
          </p:cNvPr>
          <p:cNvPicPr>
            <a:picLocks noChangeAspect="1"/>
          </p:cNvPicPr>
          <p:nvPr/>
        </p:nvPicPr>
        <p:blipFill>
          <a:blip r:embed="rId3"/>
          <a:stretch>
            <a:fillRect/>
          </a:stretch>
        </p:blipFill>
        <p:spPr>
          <a:xfrm>
            <a:off x="2626852" y="4666153"/>
            <a:ext cx="4277322" cy="1009791"/>
          </a:xfrm>
          <a:prstGeom prst="rect">
            <a:avLst/>
          </a:prstGeom>
        </p:spPr>
      </p:pic>
    </p:spTree>
    <p:extLst>
      <p:ext uri="{BB962C8B-B14F-4D97-AF65-F5344CB8AC3E}">
        <p14:creationId xmlns:p14="http://schemas.microsoft.com/office/powerpoint/2010/main" val="793656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BEEF2-8ECB-5398-8DBB-A3CE6586EF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7120C0-9A19-DF65-EA6A-905FA17B2037}"/>
              </a:ext>
            </a:extLst>
          </p:cNvPr>
          <p:cNvSpPr>
            <a:spLocks noGrp="1"/>
          </p:cNvSpPr>
          <p:nvPr>
            <p:ph type="title"/>
          </p:nvPr>
        </p:nvSpPr>
        <p:spPr>
          <a:xfrm>
            <a:off x="2037222" y="1624164"/>
            <a:ext cx="5456585" cy="1162050"/>
          </a:xfrm>
        </p:spPr>
        <p:txBody>
          <a:bodyPr/>
          <a:lstStyle/>
          <a:p>
            <a:pPr algn="ctr"/>
            <a:r>
              <a:rPr lang="es-CO" b="1" dirty="0" err="1"/>
              <a:t>Accuracy</a:t>
            </a:r>
            <a:r>
              <a:rPr lang="es-CO" b="1" dirty="0"/>
              <a:t> (Exactitud)</a:t>
            </a:r>
          </a:p>
        </p:txBody>
      </p:sp>
      <p:sp>
        <p:nvSpPr>
          <p:cNvPr id="10" name="1 Título">
            <a:extLst>
              <a:ext uri="{FF2B5EF4-FFF2-40B4-BE49-F238E27FC236}">
                <a16:creationId xmlns:a16="http://schemas.microsoft.com/office/drawing/2014/main" id="{40D6EA07-DF21-AC10-8BDB-54555B31D95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CC92BAFB-7B4C-CEBF-F0C1-4CE4EBA211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4500D88-E071-F221-39B2-EFCB0A66ADB3}"/>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653543F0-0898-CF3F-71B5-8A8A8D90EB78}"/>
              </a:ext>
            </a:extLst>
          </p:cNvPr>
          <p:cNvSpPr txBox="1"/>
          <p:nvPr/>
        </p:nvSpPr>
        <p:spPr>
          <a:xfrm>
            <a:off x="953572" y="2911827"/>
            <a:ext cx="7623883" cy="1200329"/>
          </a:xfrm>
          <a:prstGeom prst="rect">
            <a:avLst/>
          </a:prstGeom>
          <a:noFill/>
        </p:spPr>
        <p:txBody>
          <a:bodyPr wrap="square" rtlCol="0">
            <a:spAutoFit/>
          </a:bodyPr>
          <a:lstStyle/>
          <a:p>
            <a:r>
              <a:rPr lang="es-CO" dirty="0"/>
              <a:t>Hay varias formas de expresar la exactitud:</a:t>
            </a:r>
          </a:p>
          <a:p>
            <a:pPr marL="285750" indent="-285750">
              <a:buFontTx/>
              <a:buChar char="-"/>
            </a:pPr>
            <a:r>
              <a:rPr lang="es-CO" dirty="0"/>
              <a:t>Tanto por ciento del </a:t>
            </a:r>
            <a:r>
              <a:rPr lang="es-CO" dirty="0" err="1"/>
              <a:t>span</a:t>
            </a:r>
            <a:r>
              <a:rPr lang="es-CO" dirty="0"/>
              <a:t> o </a:t>
            </a:r>
            <a:r>
              <a:rPr lang="es-CO" dirty="0" err="1"/>
              <a:t>range</a:t>
            </a:r>
            <a:r>
              <a:rPr lang="es-CO" dirty="0"/>
              <a:t>. Ejemplo el 1% para el rango del sensor</a:t>
            </a:r>
          </a:p>
          <a:p>
            <a:pPr marL="285750" indent="-285750">
              <a:buFontTx/>
              <a:buChar char="-"/>
            </a:pPr>
            <a:r>
              <a:rPr lang="es-CO" dirty="0"/>
              <a:t>Directamente, en unidades de la variable medida</a:t>
            </a:r>
          </a:p>
          <a:p>
            <a:pPr marL="285750" indent="-285750">
              <a:buFontTx/>
              <a:buChar char="-"/>
            </a:pPr>
            <a:r>
              <a:rPr lang="es-CO" dirty="0"/>
              <a:t>Tanto por ciento del valor máximo  del campo de medida</a:t>
            </a:r>
          </a:p>
        </p:txBody>
      </p:sp>
      <p:pic>
        <p:nvPicPr>
          <p:cNvPr id="6" name="Imagen 5">
            <a:extLst>
              <a:ext uri="{FF2B5EF4-FFF2-40B4-BE49-F238E27FC236}">
                <a16:creationId xmlns:a16="http://schemas.microsoft.com/office/drawing/2014/main" id="{1D981568-C48E-FC4A-39BE-36DCA690A9B2}"/>
              </a:ext>
            </a:extLst>
          </p:cNvPr>
          <p:cNvPicPr>
            <a:picLocks noChangeAspect="1"/>
          </p:cNvPicPr>
          <p:nvPr/>
        </p:nvPicPr>
        <p:blipFill>
          <a:blip r:embed="rId3"/>
          <a:stretch>
            <a:fillRect/>
          </a:stretch>
        </p:blipFill>
        <p:spPr>
          <a:xfrm>
            <a:off x="2626852" y="4666153"/>
            <a:ext cx="4277322" cy="1009791"/>
          </a:xfrm>
          <a:prstGeom prst="rect">
            <a:avLst/>
          </a:prstGeom>
        </p:spPr>
      </p:pic>
    </p:spTree>
    <p:extLst>
      <p:ext uri="{BB962C8B-B14F-4D97-AF65-F5344CB8AC3E}">
        <p14:creationId xmlns:p14="http://schemas.microsoft.com/office/powerpoint/2010/main" val="2338989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F7F1-5424-EA5A-01BC-2468EF637C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217B26-A73E-EDB5-4D91-74D2E306C430}"/>
              </a:ext>
            </a:extLst>
          </p:cNvPr>
          <p:cNvSpPr>
            <a:spLocks noGrp="1"/>
          </p:cNvSpPr>
          <p:nvPr>
            <p:ph type="title"/>
          </p:nvPr>
        </p:nvSpPr>
        <p:spPr>
          <a:xfrm>
            <a:off x="2037222" y="1624164"/>
            <a:ext cx="5456585" cy="1162050"/>
          </a:xfrm>
        </p:spPr>
        <p:txBody>
          <a:bodyPr/>
          <a:lstStyle/>
          <a:p>
            <a:pPr algn="ctr"/>
            <a:r>
              <a:rPr lang="es-CO" b="1" dirty="0"/>
              <a:t>Precisión</a:t>
            </a:r>
          </a:p>
        </p:txBody>
      </p:sp>
      <p:sp>
        <p:nvSpPr>
          <p:cNvPr id="10" name="1 Título">
            <a:extLst>
              <a:ext uri="{FF2B5EF4-FFF2-40B4-BE49-F238E27FC236}">
                <a16:creationId xmlns:a16="http://schemas.microsoft.com/office/drawing/2014/main" id="{8BB6B03C-8CB2-2527-2C35-5DD0769DDAD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67BA7E70-E108-ED41-F9BB-8B5E998063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2D7C8D0-D771-E1E3-AC54-3702579C7B2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7DCFB99-E6BB-1DD0-544E-182A9F21E639}"/>
              </a:ext>
            </a:extLst>
          </p:cNvPr>
          <p:cNvSpPr txBox="1"/>
          <p:nvPr/>
        </p:nvSpPr>
        <p:spPr>
          <a:xfrm>
            <a:off x="953572" y="2911827"/>
            <a:ext cx="7623883" cy="923330"/>
          </a:xfrm>
          <a:prstGeom prst="rect">
            <a:avLst/>
          </a:prstGeom>
          <a:noFill/>
        </p:spPr>
        <p:txBody>
          <a:bodyPr wrap="square" rtlCol="0">
            <a:spAutoFit/>
          </a:bodyPr>
          <a:lstStyle/>
          <a:p>
            <a:r>
              <a:rPr lang="es-CO" dirty="0"/>
              <a:t>La precisión es la cualidad de un instrumento por la que tiende a dar lecturas muy próximas unas a otras, es decir, es el grado de dispersión de las mismas. Un instrumento puede tener una pobre exactitud, pero una gran precisión. </a:t>
            </a:r>
          </a:p>
        </p:txBody>
      </p:sp>
      <p:pic>
        <p:nvPicPr>
          <p:cNvPr id="1032" name="Picture 8" descr="Precisión, resolución, repetibilidad y todo eso - Inductive Sensors">
            <a:extLst>
              <a:ext uri="{FF2B5EF4-FFF2-40B4-BE49-F238E27FC236}">
                <a16:creationId xmlns:a16="http://schemas.microsoft.com/office/drawing/2014/main" id="{BB5CF945-22E1-23B6-EDB7-158ED9CBD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0830" y="3960770"/>
            <a:ext cx="5189365" cy="2040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498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06FA-6CAA-705F-71EE-00C6834F35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84D1D0-5397-16C9-F23F-04126319A973}"/>
              </a:ext>
            </a:extLst>
          </p:cNvPr>
          <p:cNvSpPr>
            <a:spLocks noGrp="1"/>
          </p:cNvSpPr>
          <p:nvPr>
            <p:ph type="title"/>
          </p:nvPr>
        </p:nvSpPr>
        <p:spPr>
          <a:xfrm>
            <a:off x="2037222" y="1624164"/>
            <a:ext cx="5456585" cy="1162050"/>
          </a:xfrm>
        </p:spPr>
        <p:txBody>
          <a:bodyPr/>
          <a:lstStyle/>
          <a:p>
            <a:pPr algn="ctr"/>
            <a:r>
              <a:rPr lang="es-CO" b="1" dirty="0" err="1"/>
              <a:t>Dead</a:t>
            </a:r>
            <a:r>
              <a:rPr lang="es-CO" b="1" dirty="0"/>
              <a:t> </a:t>
            </a:r>
            <a:r>
              <a:rPr lang="es-CO" b="1" dirty="0" err="1"/>
              <a:t>Zone</a:t>
            </a:r>
            <a:r>
              <a:rPr lang="es-CO" b="1" dirty="0"/>
              <a:t> (Zona muerta)</a:t>
            </a:r>
          </a:p>
        </p:txBody>
      </p:sp>
      <p:sp>
        <p:nvSpPr>
          <p:cNvPr id="10" name="1 Título">
            <a:extLst>
              <a:ext uri="{FF2B5EF4-FFF2-40B4-BE49-F238E27FC236}">
                <a16:creationId xmlns:a16="http://schemas.microsoft.com/office/drawing/2014/main" id="{B6100D57-DBE4-F99F-17E3-E5372157A85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E75EA064-15D1-1C89-2182-2E0F4CD3C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9221441-F071-668B-6C1F-AA30ED00C4E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F06427C-44E7-66B9-DFEE-CA3EF4F94102}"/>
              </a:ext>
            </a:extLst>
          </p:cNvPr>
          <p:cNvSpPr txBox="1"/>
          <p:nvPr/>
        </p:nvSpPr>
        <p:spPr>
          <a:xfrm>
            <a:off x="953572" y="2911827"/>
            <a:ext cx="7623883" cy="923330"/>
          </a:xfrm>
          <a:prstGeom prst="rect">
            <a:avLst/>
          </a:prstGeom>
          <a:noFill/>
        </p:spPr>
        <p:txBody>
          <a:bodyPr wrap="square" rtlCol="0">
            <a:spAutoFit/>
          </a:bodyPr>
          <a:lstStyle/>
          <a:p>
            <a:r>
              <a:rPr lang="es-CO" dirty="0"/>
              <a:t>La zona muerta es el campo de valores de la variable que no hace variar la indicación o la señal de salida del instrumento, es decir, que no produce una respuesta.</a:t>
            </a:r>
          </a:p>
        </p:txBody>
      </p:sp>
      <p:pic>
        <p:nvPicPr>
          <p:cNvPr id="2050" name="Picture 2" descr="Características de los instrumentos de medida (Estáticas) | andreslopez92">
            <a:extLst>
              <a:ext uri="{FF2B5EF4-FFF2-40B4-BE49-F238E27FC236}">
                <a16:creationId xmlns:a16="http://schemas.microsoft.com/office/drawing/2014/main" id="{7A3782BD-78A1-CDBE-A03B-8B6CC3598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7876" y="4251366"/>
            <a:ext cx="2124075"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514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F482-42D5-6FA7-8656-1F2C8CEF2D2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25C0BFCC-1297-9A5E-A3A6-9E982ED1E62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FD25E8B8-0979-EC00-4E46-1156E3E2E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0B27167-035F-6B17-291D-8D765E8CFD6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9F124C8-098C-669F-4BB4-6CFDB379D9C3}"/>
              </a:ext>
            </a:extLst>
          </p:cNvPr>
          <p:cNvSpPr txBox="1"/>
          <p:nvPr/>
        </p:nvSpPr>
        <p:spPr>
          <a:xfrm>
            <a:off x="3385528" y="3136612"/>
            <a:ext cx="2372944" cy="584775"/>
          </a:xfrm>
          <a:prstGeom prst="rect">
            <a:avLst/>
          </a:prstGeom>
          <a:noFill/>
        </p:spPr>
        <p:txBody>
          <a:bodyPr wrap="square">
            <a:spAutoFit/>
          </a:bodyPr>
          <a:lstStyle/>
          <a:p>
            <a:r>
              <a:rPr lang="es-CO" sz="3200" b="1" dirty="0"/>
              <a:t>¿Preguntas?</a:t>
            </a:r>
            <a:endParaRPr lang="es-CO" sz="3200" dirty="0"/>
          </a:p>
        </p:txBody>
      </p:sp>
    </p:spTree>
    <p:extLst>
      <p:ext uri="{BB962C8B-B14F-4D97-AF65-F5344CB8AC3E}">
        <p14:creationId xmlns:p14="http://schemas.microsoft.com/office/powerpoint/2010/main" val="38828226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Props1.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2.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825853C-1B27-4995-A583-4D39F900BB7F}">
  <ds:schemaRefs>
    <ds:schemaRef ds:uri="http://purl.org/dc/dcmitype/"/>
    <ds:schemaRef ds:uri="http://purl.org/dc/elements/1.1/"/>
    <ds:schemaRef ds:uri="http://purl.org/dc/terms/"/>
    <ds:schemaRef ds:uri="http://schemas.openxmlformats.org/package/2006/metadata/core-properties"/>
    <ds:schemaRef ds:uri="bdc56f61-abc0-4f7e-bfec-a93ccd1ae886"/>
    <ds:schemaRef ds:uri="http://www.w3.org/XML/1998/namespace"/>
    <ds:schemaRef ds:uri="http://schemas.microsoft.com/office/2006/documentManagement/types"/>
    <ds:schemaRef ds:uri="http://schemas.microsoft.com/office/infopath/2007/PartnerControls"/>
    <ds:schemaRef ds:uri="669280c1-d17e-4d1d-bd7f-b4f14cc6bf1d"/>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605</TotalTime>
  <Words>871</Words>
  <Application>Microsoft Office PowerPoint</Application>
  <PresentationFormat>Carta (216 x 279 mm)</PresentationFormat>
  <Paragraphs>90</Paragraphs>
  <Slides>18</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Cambria Math</vt:lpstr>
      <vt:lpstr>Tema de Office</vt:lpstr>
      <vt:lpstr>1</vt:lpstr>
      <vt:lpstr>Definiciones Instrumentación Industrial</vt:lpstr>
      <vt:lpstr>Introducción </vt:lpstr>
      <vt:lpstr>Introducción </vt:lpstr>
      <vt:lpstr>Range (Rango – Intervalo de medida) </vt:lpstr>
      <vt:lpstr>Span (Alcance)</vt:lpstr>
      <vt:lpstr>Error</vt:lpstr>
      <vt:lpstr>Error</vt:lpstr>
      <vt:lpstr>Error</vt:lpstr>
      <vt:lpstr>Error</vt:lpstr>
      <vt:lpstr>Uncertainty (Incertidumbre)</vt:lpstr>
      <vt:lpstr>Uncertainty (Incertidumbre)</vt:lpstr>
      <vt:lpstr>Accuracy (Exactitud)</vt:lpstr>
      <vt:lpstr>Accuracy (Exactitud)</vt:lpstr>
      <vt:lpstr>Accuracy (Exactitud)</vt:lpstr>
      <vt:lpstr>Precisión</vt:lpstr>
      <vt:lpstr>Dead Zone (Zona muerta)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2</cp:revision>
  <dcterms:created xsi:type="dcterms:W3CDTF">2008-03-11T21:51:34Z</dcterms:created>
  <dcterms:modified xsi:type="dcterms:W3CDTF">2025-09-13T06:02:52Z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