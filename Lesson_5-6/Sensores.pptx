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4"/>
  </p:sldMasterIdLst>
  <p:notesMasterIdLst>
    <p:notesMasterId r:id="rId35"/>
  </p:notesMasterIdLst>
  <p:handoutMasterIdLst>
    <p:handoutMasterId r:id="rId36"/>
  </p:handoutMasterIdLst>
  <p:sldIdLst>
    <p:sldId id="256" r:id="rId5"/>
    <p:sldId id="275" r:id="rId6"/>
    <p:sldId id="277" r:id="rId7"/>
    <p:sldId id="278" r:id="rId8"/>
    <p:sldId id="280" r:id="rId9"/>
    <p:sldId id="279"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7" r:id="rId26"/>
    <p:sldId id="296" r:id="rId27"/>
    <p:sldId id="298" r:id="rId28"/>
    <p:sldId id="299" r:id="rId29"/>
    <p:sldId id="300" r:id="rId30"/>
    <p:sldId id="301" r:id="rId31"/>
    <p:sldId id="302" r:id="rId32"/>
    <p:sldId id="303" r:id="rId33"/>
    <p:sldId id="304" r:id="rId34"/>
  </p:sldIdLst>
  <p:sldSz cx="9144000" cy="6858000" type="letter"/>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3080F47-54FE-4674-8A61-9F6C6D97AC09}">
          <p14:sldIdLst>
            <p14:sldId id="256"/>
            <p14:sldId id="275"/>
            <p14:sldId id="277"/>
            <p14:sldId id="278"/>
            <p14:sldId id="280"/>
            <p14:sldId id="279"/>
            <p14:sldId id="281"/>
            <p14:sldId id="282"/>
            <p14:sldId id="283"/>
            <p14:sldId id="284"/>
            <p14:sldId id="285"/>
            <p14:sldId id="286"/>
            <p14:sldId id="287"/>
            <p14:sldId id="288"/>
            <p14:sldId id="289"/>
            <p14:sldId id="290"/>
            <p14:sldId id="291"/>
            <p14:sldId id="292"/>
            <p14:sldId id="293"/>
            <p14:sldId id="294"/>
            <p14:sldId id="295"/>
            <p14:sldId id="297"/>
            <p14:sldId id="296"/>
            <p14:sldId id="298"/>
            <p14:sldId id="299"/>
            <p14:sldId id="300"/>
            <p14:sldId id="301"/>
            <p14:sldId id="302"/>
            <p14:sldId id="303"/>
            <p14:sldId id="30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D5D6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CE663E-DC12-470B-BA97-DF1714659C47}" v="479" dt="2025-09-13T04:56:38.87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07" autoAdjust="0"/>
    <p:restoredTop sz="95439" autoAdjust="0"/>
  </p:normalViewPr>
  <p:slideViewPr>
    <p:cSldViewPr snapToGrid="0">
      <p:cViewPr varScale="1">
        <p:scale>
          <a:sx n="151" d="100"/>
          <a:sy n="151" d="100"/>
        </p:scale>
        <p:origin x="1080" y="15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EYSON FABIAN VILLAVISAN BUITRAGO" userId="e5ced5c2-d787-455d-b115-4f08a699b8c8" providerId="ADAL" clId="{D29F3602-5A42-550B-85C2-F2C884FDDEDE}"/>
    <pc:docChg chg="modSld">
      <pc:chgData name="JHEYSON FABIAN VILLAVISAN BUITRAGO" userId="e5ced5c2-d787-455d-b115-4f08a699b8c8" providerId="ADAL" clId="{D29F3602-5A42-550B-85C2-F2C884FDDEDE}" dt="2025-09-06T18:02:23.493" v="0" actId="1076"/>
      <pc:docMkLst>
        <pc:docMk/>
      </pc:docMkLst>
      <pc:sldChg chg="modSp">
        <pc:chgData name="JHEYSON FABIAN VILLAVISAN BUITRAGO" userId="e5ced5c2-d787-455d-b115-4f08a699b8c8" providerId="ADAL" clId="{D29F3602-5A42-550B-85C2-F2C884FDDEDE}" dt="2025-09-06T18:02:23.493" v="0" actId="1076"/>
        <pc:sldMkLst>
          <pc:docMk/>
          <pc:sldMk cId="658582679" sldId="303"/>
        </pc:sldMkLst>
      </pc:sldChg>
    </pc:docChg>
  </pc:docChgLst>
  <pc:docChgLst>
    <pc:chgData name="JHEYSON FABIAN VILLAVISAN BUITRAGO" userId="e5ced5c2-d787-455d-b115-4f08a699b8c8" providerId="ADAL" clId="{E3C0E130-1BF7-4D65-875C-E2ABBEC935D8}"/>
    <pc:docChg chg="modSld">
      <pc:chgData name="JHEYSON FABIAN VILLAVISAN BUITRAGO" userId="e5ced5c2-d787-455d-b115-4f08a699b8c8" providerId="ADAL" clId="{E3C0E130-1BF7-4D65-875C-E2ABBEC935D8}" dt="2024-08-12T16:36:29.201" v="24" actId="20577"/>
      <pc:docMkLst>
        <pc:docMk/>
      </pc:docMkLst>
      <pc:sldChg chg="modSp">
        <pc:chgData name="JHEYSON FABIAN VILLAVISAN BUITRAGO" userId="e5ced5c2-d787-455d-b115-4f08a699b8c8" providerId="ADAL" clId="{E3C0E130-1BF7-4D65-875C-E2ABBEC935D8}" dt="2024-08-12T16:30:06.429" v="13" actId="20577"/>
        <pc:sldMkLst>
          <pc:docMk/>
          <pc:sldMk cId="3594096077" sldId="277"/>
        </pc:sldMkLst>
      </pc:sldChg>
      <pc:sldChg chg="modSp">
        <pc:chgData name="JHEYSON FABIAN VILLAVISAN BUITRAGO" userId="e5ced5c2-d787-455d-b115-4f08a699b8c8" providerId="ADAL" clId="{E3C0E130-1BF7-4D65-875C-E2ABBEC935D8}" dt="2024-08-12T16:36:29.201" v="24" actId="20577"/>
        <pc:sldMkLst>
          <pc:docMk/>
          <pc:sldMk cId="58491467" sldId="278"/>
        </pc:sldMkLst>
      </pc:sldChg>
      <pc:sldChg chg="modSp mod">
        <pc:chgData name="JHEYSON FABIAN VILLAVISAN BUITRAGO" userId="e5ced5c2-d787-455d-b115-4f08a699b8c8" providerId="ADAL" clId="{E3C0E130-1BF7-4D65-875C-E2ABBEC935D8}" dt="2024-08-12T16:27:29.058" v="10" actId="20577"/>
        <pc:sldMkLst>
          <pc:docMk/>
          <pc:sldMk cId="185654624" sldId="287"/>
        </pc:sldMkLst>
      </pc:sldChg>
    </pc:docChg>
  </pc:docChgLst>
  <pc:docChgLst>
    <pc:chgData name="JHEYSON FABIAN VILLAVISAN BUITRAGO" userId="e5ced5c2-d787-455d-b115-4f08a699b8c8" providerId="ADAL" clId="{E611AEB0-3E0A-425F-BE9E-C3689EC9C195}"/>
    <pc:docChg chg="undo custSel addSld delSld modSld sldOrd modSection">
      <pc:chgData name="JHEYSON FABIAN VILLAVISAN BUITRAGO" userId="e5ced5c2-d787-455d-b115-4f08a699b8c8" providerId="ADAL" clId="{E611AEB0-3E0A-425F-BE9E-C3689EC9C195}" dt="2023-08-13T23:43:28.742" v="2558" actId="20577"/>
      <pc:docMkLst>
        <pc:docMk/>
      </pc:docMkLst>
      <pc:sldChg chg="modSp mod">
        <pc:chgData name="JHEYSON FABIAN VILLAVISAN BUITRAGO" userId="e5ced5c2-d787-455d-b115-4f08a699b8c8" providerId="ADAL" clId="{E611AEB0-3E0A-425F-BE9E-C3689EC9C195}" dt="2023-08-06T21:21:20.793" v="61" actId="20577"/>
        <pc:sldMkLst>
          <pc:docMk/>
          <pc:sldMk cId="0" sldId="256"/>
        </pc:sldMkLst>
      </pc:sldChg>
      <pc:sldChg chg="del">
        <pc:chgData name="JHEYSON FABIAN VILLAVISAN BUITRAGO" userId="e5ced5c2-d787-455d-b115-4f08a699b8c8" providerId="ADAL" clId="{E611AEB0-3E0A-425F-BE9E-C3689EC9C195}" dt="2023-08-06T21:16:53.114" v="27" actId="47"/>
        <pc:sldMkLst>
          <pc:docMk/>
          <pc:sldMk cId="0" sldId="261"/>
        </pc:sldMkLst>
      </pc:sldChg>
      <pc:sldChg chg="del">
        <pc:chgData name="JHEYSON FABIAN VILLAVISAN BUITRAGO" userId="e5ced5c2-d787-455d-b115-4f08a699b8c8" providerId="ADAL" clId="{E611AEB0-3E0A-425F-BE9E-C3689EC9C195}" dt="2023-08-06T21:16:53.114" v="27" actId="47"/>
        <pc:sldMkLst>
          <pc:docMk/>
          <pc:sldMk cId="0" sldId="264"/>
        </pc:sldMkLst>
      </pc:sldChg>
      <pc:sldChg chg="del">
        <pc:chgData name="JHEYSON FABIAN VILLAVISAN BUITRAGO" userId="e5ced5c2-d787-455d-b115-4f08a699b8c8" providerId="ADAL" clId="{E611AEB0-3E0A-425F-BE9E-C3689EC9C195}" dt="2023-08-06T21:16:53.114" v="27" actId="47"/>
        <pc:sldMkLst>
          <pc:docMk/>
          <pc:sldMk cId="0" sldId="265"/>
        </pc:sldMkLst>
      </pc:sldChg>
      <pc:sldChg chg="del">
        <pc:chgData name="JHEYSON FABIAN VILLAVISAN BUITRAGO" userId="e5ced5c2-d787-455d-b115-4f08a699b8c8" providerId="ADAL" clId="{E611AEB0-3E0A-425F-BE9E-C3689EC9C195}" dt="2023-08-06T21:16:53.114" v="27" actId="47"/>
        <pc:sldMkLst>
          <pc:docMk/>
          <pc:sldMk cId="0" sldId="266"/>
        </pc:sldMkLst>
      </pc:sldChg>
      <pc:sldChg chg="del">
        <pc:chgData name="JHEYSON FABIAN VILLAVISAN BUITRAGO" userId="e5ced5c2-d787-455d-b115-4f08a699b8c8" providerId="ADAL" clId="{E611AEB0-3E0A-425F-BE9E-C3689EC9C195}" dt="2023-08-06T21:16:53.114" v="27" actId="47"/>
        <pc:sldMkLst>
          <pc:docMk/>
          <pc:sldMk cId="0" sldId="268"/>
        </pc:sldMkLst>
      </pc:sldChg>
      <pc:sldChg chg="modSp mod ord">
        <pc:chgData name="JHEYSON FABIAN VILLAVISAN BUITRAGO" userId="e5ced5c2-d787-455d-b115-4f08a699b8c8" providerId="ADAL" clId="{E611AEB0-3E0A-425F-BE9E-C3689EC9C195}" dt="2023-08-06T21:17:51.190" v="33" actId="20577"/>
        <pc:sldMkLst>
          <pc:docMk/>
          <pc:sldMk cId="2505371292" sldId="270"/>
        </pc:sldMkLst>
      </pc:sldChg>
      <pc:sldChg chg="addSp delSp modSp mod">
        <pc:chgData name="JHEYSON FABIAN VILLAVISAN BUITRAGO" userId="e5ced5c2-d787-455d-b115-4f08a699b8c8" providerId="ADAL" clId="{E611AEB0-3E0A-425F-BE9E-C3689EC9C195}" dt="2023-08-06T21:17:54.373" v="34" actId="20577"/>
        <pc:sldMkLst>
          <pc:docMk/>
          <pc:sldMk cId="3709177429" sldId="274"/>
        </pc:sldMkLst>
      </pc:sldChg>
      <pc:sldChg chg="addSp delSp modSp add mod">
        <pc:chgData name="JHEYSON FABIAN VILLAVISAN BUITRAGO" userId="e5ced5c2-d787-455d-b115-4f08a699b8c8" providerId="ADAL" clId="{E611AEB0-3E0A-425F-BE9E-C3689EC9C195}" dt="2023-08-06T21:21:49.016" v="104" actId="1076"/>
        <pc:sldMkLst>
          <pc:docMk/>
          <pc:sldMk cId="616220982" sldId="275"/>
        </pc:sldMkLst>
      </pc:sldChg>
      <pc:sldChg chg="del">
        <pc:chgData name="JHEYSON FABIAN VILLAVISAN BUITRAGO" userId="e5ced5c2-d787-455d-b115-4f08a699b8c8" providerId="ADAL" clId="{E611AEB0-3E0A-425F-BE9E-C3689EC9C195}" dt="2023-08-06T21:16:53.114" v="27" actId="47"/>
        <pc:sldMkLst>
          <pc:docMk/>
          <pc:sldMk cId="2680639377" sldId="275"/>
        </pc:sldMkLst>
      </pc:sldChg>
      <pc:sldChg chg="addSp modSp add mod">
        <pc:chgData name="JHEYSON FABIAN VILLAVISAN BUITRAGO" userId="e5ced5c2-d787-455d-b115-4f08a699b8c8" providerId="ADAL" clId="{E611AEB0-3E0A-425F-BE9E-C3689EC9C195}" dt="2023-08-13T20:06:29.028" v="1843" actId="20577"/>
        <pc:sldMkLst>
          <pc:docMk/>
          <pc:sldMk cId="3873222534" sldId="276"/>
        </pc:sldMkLst>
      </pc:sldChg>
      <pc:sldChg chg="del">
        <pc:chgData name="JHEYSON FABIAN VILLAVISAN BUITRAGO" userId="e5ced5c2-d787-455d-b115-4f08a699b8c8" providerId="ADAL" clId="{E611AEB0-3E0A-425F-BE9E-C3689EC9C195}" dt="2023-08-06T21:16:53.114" v="27" actId="47"/>
        <pc:sldMkLst>
          <pc:docMk/>
          <pc:sldMk cId="1955606898" sldId="277"/>
        </pc:sldMkLst>
      </pc:sldChg>
      <pc:sldChg chg="addSp delSp modSp add mod">
        <pc:chgData name="JHEYSON FABIAN VILLAVISAN BUITRAGO" userId="e5ced5c2-d787-455d-b115-4f08a699b8c8" providerId="ADAL" clId="{E611AEB0-3E0A-425F-BE9E-C3689EC9C195}" dt="2023-08-06T22:38:44.355" v="675" actId="20577"/>
        <pc:sldMkLst>
          <pc:docMk/>
          <pc:sldMk cId="3594096077" sldId="277"/>
        </pc:sldMkLst>
      </pc:sldChg>
      <pc:sldChg chg="addSp delSp modSp add mod">
        <pc:chgData name="JHEYSON FABIAN VILLAVISAN BUITRAGO" userId="e5ced5c2-d787-455d-b115-4f08a699b8c8" providerId="ADAL" clId="{E611AEB0-3E0A-425F-BE9E-C3689EC9C195}" dt="2023-08-13T20:13:55.593" v="1857" actId="20577"/>
        <pc:sldMkLst>
          <pc:docMk/>
          <pc:sldMk cId="58491467" sldId="278"/>
        </pc:sldMkLst>
      </pc:sldChg>
      <pc:sldChg chg="del">
        <pc:chgData name="JHEYSON FABIAN VILLAVISAN BUITRAGO" userId="e5ced5c2-d787-455d-b115-4f08a699b8c8" providerId="ADAL" clId="{E611AEB0-3E0A-425F-BE9E-C3689EC9C195}" dt="2023-08-06T21:16:53.114" v="27" actId="47"/>
        <pc:sldMkLst>
          <pc:docMk/>
          <pc:sldMk cId="214171354" sldId="278"/>
        </pc:sldMkLst>
      </pc:sldChg>
      <pc:sldChg chg="add del">
        <pc:chgData name="JHEYSON FABIAN VILLAVISAN BUITRAGO" userId="e5ced5c2-d787-455d-b115-4f08a699b8c8" providerId="ADAL" clId="{E611AEB0-3E0A-425F-BE9E-C3689EC9C195}" dt="2023-08-06T22:56:20.201" v="962"/>
        <pc:sldMkLst>
          <pc:docMk/>
          <pc:sldMk cId="884874599" sldId="279"/>
        </pc:sldMkLst>
      </pc:sldChg>
      <pc:sldChg chg="modSp add mod">
        <pc:chgData name="JHEYSON FABIAN VILLAVISAN BUITRAGO" userId="e5ced5c2-d787-455d-b115-4f08a699b8c8" providerId="ADAL" clId="{E611AEB0-3E0A-425F-BE9E-C3689EC9C195}" dt="2023-08-06T23:03:02.327" v="1195" actId="20577"/>
        <pc:sldMkLst>
          <pc:docMk/>
          <pc:sldMk cId="1894837781" sldId="279"/>
        </pc:sldMkLst>
      </pc:sldChg>
      <pc:sldChg chg="del">
        <pc:chgData name="JHEYSON FABIAN VILLAVISAN BUITRAGO" userId="e5ced5c2-d787-455d-b115-4f08a699b8c8" providerId="ADAL" clId="{E611AEB0-3E0A-425F-BE9E-C3689EC9C195}" dt="2023-08-06T21:16:53.114" v="27" actId="47"/>
        <pc:sldMkLst>
          <pc:docMk/>
          <pc:sldMk cId="3765501484" sldId="279"/>
        </pc:sldMkLst>
      </pc:sldChg>
      <pc:sldChg chg="addSp modSp add mod">
        <pc:chgData name="JHEYSON FABIAN VILLAVISAN BUITRAGO" userId="e5ced5c2-d787-455d-b115-4f08a699b8c8" providerId="ADAL" clId="{E611AEB0-3E0A-425F-BE9E-C3689EC9C195}" dt="2023-08-13T20:07:21.430" v="1844" actId="313"/>
        <pc:sldMkLst>
          <pc:docMk/>
          <pc:sldMk cId="1064503744" sldId="280"/>
        </pc:sldMkLst>
      </pc:sldChg>
      <pc:sldChg chg="addSp delSp modSp add del mod">
        <pc:chgData name="JHEYSON FABIAN VILLAVISAN BUITRAGO" userId="e5ced5c2-d787-455d-b115-4f08a699b8c8" providerId="ADAL" clId="{E611AEB0-3E0A-425F-BE9E-C3689EC9C195}" dt="2023-08-06T23:02:48.758" v="1193" actId="47"/>
        <pc:sldMkLst>
          <pc:docMk/>
          <pc:sldMk cId="863128466" sldId="281"/>
        </pc:sldMkLst>
      </pc:sldChg>
      <pc:sldChg chg="modSp add mod">
        <pc:chgData name="JHEYSON FABIAN VILLAVISAN BUITRAGO" userId="e5ced5c2-d787-455d-b115-4f08a699b8c8" providerId="ADAL" clId="{E611AEB0-3E0A-425F-BE9E-C3689EC9C195}" dt="2023-08-06T23:50:37.257" v="1760" actId="20577"/>
        <pc:sldMkLst>
          <pc:docMk/>
          <pc:sldMk cId="3279518594" sldId="282"/>
        </pc:sldMkLst>
      </pc:sldChg>
      <pc:sldChg chg="addSp delSp modSp add mod modNotes modNotesTx">
        <pc:chgData name="JHEYSON FABIAN VILLAVISAN BUITRAGO" userId="e5ced5c2-d787-455d-b115-4f08a699b8c8" providerId="ADAL" clId="{E611AEB0-3E0A-425F-BE9E-C3689EC9C195}" dt="2023-08-13T20:54:34.948" v="1936" actId="20577"/>
        <pc:sldMkLst>
          <pc:docMk/>
          <pc:sldMk cId="600911693" sldId="283"/>
        </pc:sldMkLst>
      </pc:sldChg>
      <pc:sldChg chg="add del">
        <pc:chgData name="JHEYSON FABIAN VILLAVISAN BUITRAGO" userId="e5ced5c2-d787-455d-b115-4f08a699b8c8" providerId="ADAL" clId="{E611AEB0-3E0A-425F-BE9E-C3689EC9C195}" dt="2023-08-06T23:14:40.928" v="1476"/>
        <pc:sldMkLst>
          <pc:docMk/>
          <pc:sldMk cId="1235829378" sldId="284"/>
        </pc:sldMkLst>
      </pc:sldChg>
      <pc:sldChg chg="addSp delSp modSp add mod">
        <pc:chgData name="JHEYSON FABIAN VILLAVISAN BUITRAGO" userId="e5ced5c2-d787-455d-b115-4f08a699b8c8" providerId="ADAL" clId="{E611AEB0-3E0A-425F-BE9E-C3689EC9C195}" dt="2023-08-13T23:43:28.742" v="2558" actId="20577"/>
        <pc:sldMkLst>
          <pc:docMk/>
          <pc:sldMk cId="1698574024" sldId="284"/>
        </pc:sldMkLst>
      </pc:sldChg>
      <pc:sldChg chg="addSp delSp modSp add mod">
        <pc:chgData name="JHEYSON FABIAN VILLAVISAN BUITRAGO" userId="e5ced5c2-d787-455d-b115-4f08a699b8c8" providerId="ADAL" clId="{E611AEB0-3E0A-425F-BE9E-C3689EC9C195}" dt="2023-08-13T22:58:27.737" v="2422" actId="20577"/>
        <pc:sldMkLst>
          <pc:docMk/>
          <pc:sldMk cId="1499167107" sldId="285"/>
        </pc:sldMkLst>
      </pc:sldChg>
      <pc:sldChg chg="modSp add mod">
        <pc:chgData name="JHEYSON FABIAN VILLAVISAN BUITRAGO" userId="e5ced5c2-d787-455d-b115-4f08a699b8c8" providerId="ADAL" clId="{E611AEB0-3E0A-425F-BE9E-C3689EC9C195}" dt="2023-08-13T20:54:50.902" v="1941" actId="1076"/>
        <pc:sldMkLst>
          <pc:docMk/>
          <pc:sldMk cId="1001278451" sldId="286"/>
        </pc:sldMkLst>
      </pc:sldChg>
      <pc:sldChg chg="addSp delSp modSp add mod modNotes modNotesTx">
        <pc:chgData name="JHEYSON FABIAN VILLAVISAN BUITRAGO" userId="e5ced5c2-d787-455d-b115-4f08a699b8c8" providerId="ADAL" clId="{E611AEB0-3E0A-425F-BE9E-C3689EC9C195}" dt="2023-08-13T21:49:53.481" v="1959" actId="27636"/>
        <pc:sldMkLst>
          <pc:docMk/>
          <pc:sldMk cId="185654624" sldId="287"/>
        </pc:sldMkLst>
      </pc:sldChg>
      <pc:sldChg chg="addSp delSp modSp add mod ord modNotes modNotesTx">
        <pc:chgData name="JHEYSON FABIAN VILLAVISAN BUITRAGO" userId="e5ced5c2-d787-455d-b115-4f08a699b8c8" providerId="ADAL" clId="{E611AEB0-3E0A-425F-BE9E-C3689EC9C195}" dt="2023-08-13T22:00:57.834" v="2228" actId="20577"/>
        <pc:sldMkLst>
          <pc:docMk/>
          <pc:sldMk cId="1693476339" sldId="288"/>
        </pc:sldMkLst>
      </pc:sldChg>
      <pc:sldChg chg="addSp delSp modSp add mod modNotes modNotesTx">
        <pc:chgData name="JHEYSON FABIAN VILLAVISAN BUITRAGO" userId="e5ced5c2-d787-455d-b115-4f08a699b8c8" providerId="ADAL" clId="{E611AEB0-3E0A-425F-BE9E-C3689EC9C195}" dt="2023-08-13T22:03:21.085" v="2296" actId="20577"/>
        <pc:sldMkLst>
          <pc:docMk/>
          <pc:sldMk cId="2984553591" sldId="289"/>
        </pc:sldMkLst>
      </pc:sldChg>
      <pc:sldChg chg="addSp modSp add mod">
        <pc:chgData name="JHEYSON FABIAN VILLAVISAN BUITRAGO" userId="e5ced5c2-d787-455d-b115-4f08a699b8c8" providerId="ADAL" clId="{E611AEB0-3E0A-425F-BE9E-C3689EC9C195}" dt="2023-08-13T22:14:01.533" v="2343" actId="6549"/>
        <pc:sldMkLst>
          <pc:docMk/>
          <pc:sldMk cId="407945755" sldId="290"/>
        </pc:sldMkLst>
      </pc:sldChg>
      <pc:sldChg chg="addSp delSp modSp add del mod modNotes">
        <pc:chgData name="JHEYSON FABIAN VILLAVISAN BUITRAGO" userId="e5ced5c2-d787-455d-b115-4f08a699b8c8" providerId="ADAL" clId="{E611AEB0-3E0A-425F-BE9E-C3689EC9C195}" dt="2023-08-13T22:02:32.087" v="2251" actId="47"/>
        <pc:sldMkLst>
          <pc:docMk/>
          <pc:sldMk cId="2173391928" sldId="290"/>
        </pc:sldMkLst>
      </pc:sldChg>
      <pc:sldChg chg="addSp delSp modSp add mod modNotes modNotesTx">
        <pc:chgData name="JHEYSON FABIAN VILLAVISAN BUITRAGO" userId="e5ced5c2-d787-455d-b115-4f08a699b8c8" providerId="ADAL" clId="{E611AEB0-3E0A-425F-BE9E-C3689EC9C195}" dt="2023-08-13T22:54:08.046" v="2345" actId="27636"/>
        <pc:sldMkLst>
          <pc:docMk/>
          <pc:sldMk cId="1362307742" sldId="291"/>
        </pc:sldMkLst>
      </pc:sldChg>
      <pc:sldChg chg="addSp delSp modSp add mod modNotes modNotesTx">
        <pc:chgData name="JHEYSON FABIAN VILLAVISAN BUITRAGO" userId="e5ced5c2-d787-455d-b115-4f08a699b8c8" providerId="ADAL" clId="{E611AEB0-3E0A-425F-BE9E-C3689EC9C195}" dt="2023-08-13T23:30:03.823" v="2510" actId="1076"/>
        <pc:sldMkLst>
          <pc:docMk/>
          <pc:sldMk cId="1411283449" sldId="292"/>
        </pc:sldMkLst>
      </pc:sldChg>
    </pc:docChg>
  </pc:docChgLst>
  <pc:docChgLst>
    <pc:chgData name="JHEYSON FABIAN VILLAVISAN BUITRAGO" userId="e5ced5c2-d787-455d-b115-4f08a699b8c8" providerId="ADAL" clId="{697342B5-C775-4770-B0AF-DEB4D22EC967}"/>
    <pc:docChg chg="undo custSel addSld delSld modSld sldOrd modSection">
      <pc:chgData name="JHEYSON FABIAN VILLAVISAN BUITRAGO" userId="e5ced5c2-d787-455d-b115-4f08a699b8c8" providerId="ADAL" clId="{697342B5-C775-4770-B0AF-DEB4D22EC967}" dt="2025-08-28T21:30:03.626" v="1792" actId="1076"/>
      <pc:docMkLst>
        <pc:docMk/>
      </pc:docMkLst>
      <pc:sldChg chg="modSp add del mod">
        <pc:chgData name="JHEYSON FABIAN VILLAVISAN BUITRAGO" userId="e5ced5c2-d787-455d-b115-4f08a699b8c8" providerId="ADAL" clId="{697342B5-C775-4770-B0AF-DEB4D22EC967}" dt="2025-08-28T19:58:36.560" v="111"/>
        <pc:sldMkLst>
          <pc:docMk/>
          <pc:sldMk cId="616220982" sldId="275"/>
        </pc:sldMkLst>
        <pc:spChg chg="mod">
          <ac:chgData name="JHEYSON FABIAN VILLAVISAN BUITRAGO" userId="e5ced5c2-d787-455d-b115-4f08a699b8c8" providerId="ADAL" clId="{697342B5-C775-4770-B0AF-DEB4D22EC967}" dt="2025-08-28T19:58:36.560" v="111"/>
          <ac:spMkLst>
            <pc:docMk/>
            <pc:sldMk cId="616220982" sldId="275"/>
            <ac:spMk id="2" creationId="{FB1B6180-BCA0-4F51-9F68-9E5BAB8A4FDC}"/>
          </ac:spMkLst>
        </pc:spChg>
      </pc:sldChg>
      <pc:sldChg chg="modSp add mod">
        <pc:chgData name="JHEYSON FABIAN VILLAVISAN BUITRAGO" userId="e5ced5c2-d787-455d-b115-4f08a699b8c8" providerId="ADAL" clId="{697342B5-C775-4770-B0AF-DEB4D22EC967}" dt="2025-08-28T19:59:38.844" v="161" actId="1076"/>
        <pc:sldMkLst>
          <pc:docMk/>
          <pc:sldMk cId="2780058799" sldId="276"/>
        </pc:sldMkLst>
      </pc:sldChg>
      <pc:sldChg chg="add del">
        <pc:chgData name="JHEYSON FABIAN VILLAVISAN BUITRAGO" userId="e5ced5c2-d787-455d-b115-4f08a699b8c8" providerId="ADAL" clId="{697342B5-C775-4770-B0AF-DEB4D22EC967}" dt="2025-08-28T19:56:32.981" v="2" actId="2696"/>
        <pc:sldMkLst>
          <pc:docMk/>
          <pc:sldMk cId="3873222534" sldId="276"/>
        </pc:sldMkLst>
      </pc:sldChg>
      <pc:sldChg chg="add del">
        <pc:chgData name="JHEYSON FABIAN VILLAVISAN BUITRAGO" userId="e5ced5c2-d787-455d-b115-4f08a699b8c8" providerId="ADAL" clId="{697342B5-C775-4770-B0AF-DEB4D22EC967}" dt="2025-08-28T19:56:33.986" v="3" actId="47"/>
        <pc:sldMkLst>
          <pc:docMk/>
          <pc:sldMk cId="3594096077" sldId="277"/>
        </pc:sldMkLst>
      </pc:sldChg>
      <pc:sldChg chg="modSp add mod">
        <pc:chgData name="JHEYSON FABIAN VILLAVISAN BUITRAGO" userId="e5ced5c2-d787-455d-b115-4f08a699b8c8" providerId="ADAL" clId="{697342B5-C775-4770-B0AF-DEB4D22EC967}" dt="2025-08-28T19:59:33.428" v="159" actId="20577"/>
        <pc:sldMkLst>
          <pc:docMk/>
          <pc:sldMk cId="3945607397" sldId="277"/>
        </pc:sldMkLst>
        <pc:spChg chg="mod">
          <ac:chgData name="JHEYSON FABIAN VILLAVISAN BUITRAGO" userId="e5ced5c2-d787-455d-b115-4f08a699b8c8" providerId="ADAL" clId="{697342B5-C775-4770-B0AF-DEB4D22EC967}" dt="2025-08-28T19:59:15.299" v="119" actId="20577"/>
          <ac:spMkLst>
            <pc:docMk/>
            <pc:sldMk cId="3945607397" sldId="277"/>
            <ac:spMk id="10" creationId="{47F3B260-85B8-531C-FD20-06EF041D5DF3}"/>
          </ac:spMkLst>
        </pc:spChg>
      </pc:sldChg>
      <pc:sldChg chg="add del">
        <pc:chgData name="JHEYSON FABIAN VILLAVISAN BUITRAGO" userId="e5ced5c2-d787-455d-b115-4f08a699b8c8" providerId="ADAL" clId="{697342B5-C775-4770-B0AF-DEB4D22EC967}" dt="2025-08-28T19:56:34.179" v="4" actId="47"/>
        <pc:sldMkLst>
          <pc:docMk/>
          <pc:sldMk cId="58491467" sldId="278"/>
        </pc:sldMkLst>
      </pc:sldChg>
      <pc:sldChg chg="modSp add mod">
        <pc:chgData name="JHEYSON FABIAN VILLAVISAN BUITRAGO" userId="e5ced5c2-d787-455d-b115-4f08a699b8c8" providerId="ADAL" clId="{697342B5-C775-4770-B0AF-DEB4D22EC967}" dt="2025-08-28T20:07:58.478" v="239" actId="1076"/>
        <pc:sldMkLst>
          <pc:docMk/>
          <pc:sldMk cId="2919251281" sldId="278"/>
        </pc:sldMkLst>
      </pc:sldChg>
      <pc:sldChg chg="addSp modSp add mod">
        <pc:chgData name="JHEYSON FABIAN VILLAVISAN BUITRAGO" userId="e5ced5c2-d787-455d-b115-4f08a699b8c8" providerId="ADAL" clId="{697342B5-C775-4770-B0AF-DEB4D22EC967}" dt="2025-08-28T20:09:30.831" v="369" actId="20577"/>
        <pc:sldMkLst>
          <pc:docMk/>
          <pc:sldMk cId="1436345519" sldId="279"/>
        </pc:sldMkLst>
      </pc:sldChg>
      <pc:sldChg chg="add del">
        <pc:chgData name="JHEYSON FABIAN VILLAVISAN BUITRAGO" userId="e5ced5c2-d787-455d-b115-4f08a699b8c8" providerId="ADAL" clId="{697342B5-C775-4770-B0AF-DEB4D22EC967}" dt="2025-08-28T19:56:35.544" v="10" actId="47"/>
        <pc:sldMkLst>
          <pc:docMk/>
          <pc:sldMk cId="1894837781" sldId="279"/>
        </pc:sldMkLst>
      </pc:sldChg>
      <pc:sldChg chg="add del">
        <pc:chgData name="JHEYSON FABIAN VILLAVISAN BUITRAGO" userId="e5ced5c2-d787-455d-b115-4f08a699b8c8" providerId="ADAL" clId="{697342B5-C775-4770-B0AF-DEB4D22EC967}" dt="2025-08-28T19:56:35.710" v="11" actId="47"/>
        <pc:sldMkLst>
          <pc:docMk/>
          <pc:sldMk cId="1064503744" sldId="280"/>
        </pc:sldMkLst>
      </pc:sldChg>
      <pc:sldChg chg="addSp modSp add mod ord">
        <pc:chgData name="JHEYSON FABIAN VILLAVISAN BUITRAGO" userId="e5ced5c2-d787-455d-b115-4f08a699b8c8" providerId="ADAL" clId="{697342B5-C775-4770-B0AF-DEB4D22EC967}" dt="2025-08-28T20:11:20.325" v="464" actId="1076"/>
        <pc:sldMkLst>
          <pc:docMk/>
          <pc:sldMk cId="2814664192" sldId="280"/>
        </pc:sldMkLst>
      </pc:sldChg>
      <pc:sldChg chg="addSp modSp add mod ord">
        <pc:chgData name="JHEYSON FABIAN VILLAVISAN BUITRAGO" userId="e5ced5c2-d787-455d-b115-4f08a699b8c8" providerId="ADAL" clId="{697342B5-C775-4770-B0AF-DEB4D22EC967}" dt="2025-08-28T20:13:35.808" v="517" actId="1076"/>
        <pc:sldMkLst>
          <pc:docMk/>
          <pc:sldMk cId="3836185615" sldId="281"/>
        </pc:sldMkLst>
      </pc:sldChg>
      <pc:sldChg chg="addSp modSp add mod">
        <pc:chgData name="JHEYSON FABIAN VILLAVISAN BUITRAGO" userId="e5ced5c2-d787-455d-b115-4f08a699b8c8" providerId="ADAL" clId="{697342B5-C775-4770-B0AF-DEB4D22EC967}" dt="2025-08-28T20:16:13.105" v="582" actId="27636"/>
        <pc:sldMkLst>
          <pc:docMk/>
          <pc:sldMk cId="2541286" sldId="282"/>
        </pc:sldMkLst>
      </pc:sldChg>
      <pc:sldChg chg="add del">
        <pc:chgData name="JHEYSON FABIAN VILLAVISAN BUITRAGO" userId="e5ced5c2-d787-455d-b115-4f08a699b8c8" providerId="ADAL" clId="{697342B5-C775-4770-B0AF-DEB4D22EC967}" dt="2025-08-28T19:56:36.024" v="13" actId="47"/>
        <pc:sldMkLst>
          <pc:docMk/>
          <pc:sldMk cId="600911693" sldId="283"/>
        </pc:sldMkLst>
      </pc:sldChg>
      <pc:sldChg chg="addSp modSp add mod">
        <pc:chgData name="JHEYSON FABIAN VILLAVISAN BUITRAGO" userId="e5ced5c2-d787-455d-b115-4f08a699b8c8" providerId="ADAL" clId="{697342B5-C775-4770-B0AF-DEB4D22EC967}" dt="2025-08-28T20:21:15.492" v="646" actId="20577"/>
        <pc:sldMkLst>
          <pc:docMk/>
          <pc:sldMk cId="1249203809" sldId="283"/>
        </pc:sldMkLst>
      </pc:sldChg>
      <pc:sldChg chg="modSp add mod">
        <pc:chgData name="JHEYSON FABIAN VILLAVISAN BUITRAGO" userId="e5ced5c2-d787-455d-b115-4f08a699b8c8" providerId="ADAL" clId="{697342B5-C775-4770-B0AF-DEB4D22EC967}" dt="2025-08-28T20:24:24.106" v="698" actId="20577"/>
        <pc:sldMkLst>
          <pc:docMk/>
          <pc:sldMk cId="834430153" sldId="284"/>
        </pc:sldMkLst>
      </pc:sldChg>
      <pc:sldChg chg="add del">
        <pc:chgData name="JHEYSON FABIAN VILLAVISAN BUITRAGO" userId="e5ced5c2-d787-455d-b115-4f08a699b8c8" providerId="ADAL" clId="{697342B5-C775-4770-B0AF-DEB4D22EC967}" dt="2025-08-28T19:56:38.788" v="21" actId="47"/>
        <pc:sldMkLst>
          <pc:docMk/>
          <pc:sldMk cId="1698574024" sldId="284"/>
        </pc:sldMkLst>
      </pc:sldChg>
      <pc:sldChg chg="modSp add mod">
        <pc:chgData name="JHEYSON FABIAN VILLAVISAN BUITRAGO" userId="e5ced5c2-d787-455d-b115-4f08a699b8c8" providerId="ADAL" clId="{697342B5-C775-4770-B0AF-DEB4D22EC967}" dt="2025-08-28T20:25:53.889" v="743" actId="1076"/>
        <pc:sldMkLst>
          <pc:docMk/>
          <pc:sldMk cId="2871355928" sldId="285"/>
        </pc:sldMkLst>
      </pc:sldChg>
      <pc:sldChg chg="add del">
        <pc:chgData name="JHEYSON FABIAN VILLAVISAN BUITRAGO" userId="e5ced5c2-d787-455d-b115-4f08a699b8c8" providerId="ADAL" clId="{697342B5-C775-4770-B0AF-DEB4D22EC967}" dt="2025-08-28T19:56:36.373" v="15" actId="47"/>
        <pc:sldMkLst>
          <pc:docMk/>
          <pc:sldMk cId="1001278451" sldId="286"/>
        </pc:sldMkLst>
      </pc:sldChg>
      <pc:sldChg chg="addSp delSp modSp add mod">
        <pc:chgData name="JHEYSON FABIAN VILLAVISAN BUITRAGO" userId="e5ced5c2-d787-455d-b115-4f08a699b8c8" providerId="ADAL" clId="{697342B5-C775-4770-B0AF-DEB4D22EC967}" dt="2025-08-28T20:33:54.467" v="764" actId="20577"/>
        <pc:sldMkLst>
          <pc:docMk/>
          <pc:sldMk cId="2664902677" sldId="286"/>
        </pc:sldMkLst>
      </pc:sldChg>
      <pc:sldChg chg="add del">
        <pc:chgData name="JHEYSON FABIAN VILLAVISAN BUITRAGO" userId="e5ced5c2-d787-455d-b115-4f08a699b8c8" providerId="ADAL" clId="{697342B5-C775-4770-B0AF-DEB4D22EC967}" dt="2025-08-28T19:56:35.847" v="12" actId="47"/>
        <pc:sldMkLst>
          <pc:docMk/>
          <pc:sldMk cId="185654624" sldId="287"/>
        </pc:sldMkLst>
      </pc:sldChg>
      <pc:sldChg chg="addSp delSp modSp add mod">
        <pc:chgData name="JHEYSON FABIAN VILLAVISAN BUITRAGO" userId="e5ced5c2-d787-455d-b115-4f08a699b8c8" providerId="ADAL" clId="{697342B5-C775-4770-B0AF-DEB4D22EC967}" dt="2025-08-28T20:42:36.488" v="853" actId="1076"/>
        <pc:sldMkLst>
          <pc:docMk/>
          <pc:sldMk cId="1073089991" sldId="287"/>
        </pc:sldMkLst>
      </pc:sldChg>
      <pc:sldChg chg="add del">
        <pc:chgData name="JHEYSON FABIAN VILLAVISAN BUITRAGO" userId="e5ced5c2-d787-455d-b115-4f08a699b8c8" providerId="ADAL" clId="{697342B5-C775-4770-B0AF-DEB4D22EC967}" dt="2025-08-28T19:56:36.726" v="17" actId="47"/>
        <pc:sldMkLst>
          <pc:docMk/>
          <pc:sldMk cId="1693476339" sldId="288"/>
        </pc:sldMkLst>
      </pc:sldChg>
      <pc:sldChg chg="addSp delSp modSp add mod">
        <pc:chgData name="JHEYSON FABIAN VILLAVISAN BUITRAGO" userId="e5ced5c2-d787-455d-b115-4f08a699b8c8" providerId="ADAL" clId="{697342B5-C775-4770-B0AF-DEB4D22EC967}" dt="2025-08-28T20:51:19.917" v="964" actId="1076"/>
        <pc:sldMkLst>
          <pc:docMk/>
          <pc:sldMk cId="3711119762" sldId="288"/>
        </pc:sldMkLst>
      </pc:sldChg>
      <pc:sldChg chg="addSp modSp add mod">
        <pc:chgData name="JHEYSON FABIAN VILLAVISAN BUITRAGO" userId="e5ced5c2-d787-455d-b115-4f08a699b8c8" providerId="ADAL" clId="{697342B5-C775-4770-B0AF-DEB4D22EC967}" dt="2025-08-28T20:52:17.324" v="975" actId="20577"/>
        <pc:sldMkLst>
          <pc:docMk/>
          <pc:sldMk cId="1844154036" sldId="289"/>
        </pc:sldMkLst>
      </pc:sldChg>
      <pc:sldChg chg="add del">
        <pc:chgData name="JHEYSON FABIAN VILLAVISAN BUITRAGO" userId="e5ced5c2-d787-455d-b115-4f08a699b8c8" providerId="ADAL" clId="{697342B5-C775-4770-B0AF-DEB4D22EC967}" dt="2025-08-28T19:56:37.341" v="18" actId="47"/>
        <pc:sldMkLst>
          <pc:docMk/>
          <pc:sldMk cId="2984553591" sldId="289"/>
        </pc:sldMkLst>
      </pc:sldChg>
      <pc:sldChg chg="add del">
        <pc:chgData name="JHEYSON FABIAN VILLAVISAN BUITRAGO" userId="e5ced5c2-d787-455d-b115-4f08a699b8c8" providerId="ADAL" clId="{697342B5-C775-4770-B0AF-DEB4D22EC967}" dt="2025-08-28T19:56:37.594" v="19" actId="47"/>
        <pc:sldMkLst>
          <pc:docMk/>
          <pc:sldMk cId="407945755" sldId="290"/>
        </pc:sldMkLst>
      </pc:sldChg>
      <pc:sldChg chg="add del">
        <pc:chgData name="JHEYSON FABIAN VILLAVISAN BUITRAGO" userId="e5ced5c2-d787-455d-b115-4f08a699b8c8" providerId="ADAL" clId="{697342B5-C775-4770-B0AF-DEB4D22EC967}" dt="2025-08-28T19:56:37.973" v="20" actId="47"/>
        <pc:sldMkLst>
          <pc:docMk/>
          <pc:sldMk cId="1362307742" sldId="291"/>
        </pc:sldMkLst>
      </pc:sldChg>
      <pc:sldChg chg="add del">
        <pc:chgData name="JHEYSON FABIAN VILLAVISAN BUITRAGO" userId="e5ced5c2-d787-455d-b115-4f08a699b8c8" providerId="ADAL" clId="{697342B5-C775-4770-B0AF-DEB4D22EC967}" dt="2025-08-28T19:56:34.380" v="5" actId="47"/>
        <pc:sldMkLst>
          <pc:docMk/>
          <pc:sldMk cId="2448612144" sldId="293"/>
        </pc:sldMkLst>
      </pc:sldChg>
      <pc:sldChg chg="add del">
        <pc:chgData name="JHEYSON FABIAN VILLAVISAN BUITRAGO" userId="e5ced5c2-d787-455d-b115-4f08a699b8c8" providerId="ADAL" clId="{697342B5-C775-4770-B0AF-DEB4D22EC967}" dt="2025-08-28T19:56:36.188" v="14" actId="47"/>
        <pc:sldMkLst>
          <pc:docMk/>
          <pc:sldMk cId="2466407268" sldId="294"/>
        </pc:sldMkLst>
      </pc:sldChg>
      <pc:sldChg chg="add del">
        <pc:chgData name="JHEYSON FABIAN VILLAVISAN BUITRAGO" userId="e5ced5c2-d787-455d-b115-4f08a699b8c8" providerId="ADAL" clId="{697342B5-C775-4770-B0AF-DEB4D22EC967}" dt="2025-08-28T19:56:36.543" v="16" actId="47"/>
        <pc:sldMkLst>
          <pc:docMk/>
          <pc:sldMk cId="2113326980" sldId="295"/>
        </pc:sldMkLst>
      </pc:sldChg>
      <pc:sldChg chg="add del">
        <pc:chgData name="JHEYSON FABIAN VILLAVISAN BUITRAGO" userId="e5ced5c2-d787-455d-b115-4f08a699b8c8" providerId="ADAL" clId="{697342B5-C775-4770-B0AF-DEB4D22EC967}" dt="2025-08-28T19:56:34.591" v="6" actId="47"/>
        <pc:sldMkLst>
          <pc:docMk/>
          <pc:sldMk cId="291105608" sldId="296"/>
        </pc:sldMkLst>
      </pc:sldChg>
      <pc:sldChg chg="add del">
        <pc:chgData name="JHEYSON FABIAN VILLAVISAN BUITRAGO" userId="e5ced5c2-d787-455d-b115-4f08a699b8c8" providerId="ADAL" clId="{697342B5-C775-4770-B0AF-DEB4D22EC967}" dt="2025-08-28T19:56:34.798" v="7" actId="47"/>
        <pc:sldMkLst>
          <pc:docMk/>
          <pc:sldMk cId="3819376886" sldId="297"/>
        </pc:sldMkLst>
      </pc:sldChg>
      <pc:sldChg chg="addSp modSp add del mod">
        <pc:chgData name="JHEYSON FABIAN VILLAVISAN BUITRAGO" userId="e5ced5c2-d787-455d-b115-4f08a699b8c8" providerId="ADAL" clId="{697342B5-C775-4770-B0AF-DEB4D22EC967}" dt="2025-08-28T20:54:45.528" v="991" actId="1076"/>
        <pc:sldMkLst>
          <pc:docMk/>
          <pc:sldMk cId="3615389890" sldId="298"/>
        </pc:sldMkLst>
      </pc:sldChg>
      <pc:sldChg chg="addSp modSp add del mod">
        <pc:chgData name="JHEYSON FABIAN VILLAVISAN BUITRAGO" userId="e5ced5c2-d787-455d-b115-4f08a699b8c8" providerId="ADAL" clId="{697342B5-C775-4770-B0AF-DEB4D22EC967}" dt="2025-08-28T20:54:40.094" v="989" actId="1582"/>
        <pc:sldMkLst>
          <pc:docMk/>
          <pc:sldMk cId="3420418071" sldId="299"/>
        </pc:sldMkLst>
      </pc:sldChg>
      <pc:sldChg chg="modSp add del mod">
        <pc:chgData name="JHEYSON FABIAN VILLAVISAN BUITRAGO" userId="e5ced5c2-d787-455d-b115-4f08a699b8c8" providerId="ADAL" clId="{697342B5-C775-4770-B0AF-DEB4D22EC967}" dt="2025-08-28T20:54:03.060" v="983" actId="47"/>
        <pc:sldMkLst>
          <pc:docMk/>
          <pc:sldMk cId="24185597" sldId="300"/>
        </pc:sldMkLst>
      </pc:sldChg>
      <pc:sldChg chg="modSp add mod ord">
        <pc:chgData name="JHEYSON FABIAN VILLAVISAN BUITRAGO" userId="e5ced5c2-d787-455d-b115-4f08a699b8c8" providerId="ADAL" clId="{697342B5-C775-4770-B0AF-DEB4D22EC967}" dt="2025-08-28T20:57:01.603" v="1027" actId="1076"/>
        <pc:sldMkLst>
          <pc:docMk/>
          <pc:sldMk cId="3504482196" sldId="300"/>
        </pc:sldMkLst>
      </pc:sldChg>
      <pc:sldChg chg="modSp add mod">
        <pc:chgData name="JHEYSON FABIAN VILLAVISAN BUITRAGO" userId="e5ced5c2-d787-455d-b115-4f08a699b8c8" providerId="ADAL" clId="{697342B5-C775-4770-B0AF-DEB4D22EC967}" dt="2025-08-28T20:59:42.880" v="1039" actId="20577"/>
        <pc:sldMkLst>
          <pc:docMk/>
          <pc:sldMk cId="3238592863" sldId="301"/>
        </pc:sldMkLst>
      </pc:sldChg>
      <pc:sldChg chg="addSp delSp modSp add mod">
        <pc:chgData name="JHEYSON FABIAN VILLAVISAN BUITRAGO" userId="e5ced5c2-d787-455d-b115-4f08a699b8c8" providerId="ADAL" clId="{697342B5-C775-4770-B0AF-DEB4D22EC967}" dt="2025-08-28T21:07:49.498" v="1247" actId="113"/>
        <pc:sldMkLst>
          <pc:docMk/>
          <pc:sldMk cId="1588383939" sldId="302"/>
        </pc:sldMkLst>
      </pc:sldChg>
      <pc:sldChg chg="addSp delSp modSp add mod">
        <pc:chgData name="JHEYSON FABIAN VILLAVISAN BUITRAGO" userId="e5ced5c2-d787-455d-b115-4f08a699b8c8" providerId="ADAL" clId="{697342B5-C775-4770-B0AF-DEB4D22EC967}" dt="2025-08-28T21:30:03.626" v="1792" actId="1076"/>
        <pc:sldMkLst>
          <pc:docMk/>
          <pc:sldMk cId="658582679" sldId="303"/>
        </pc:sldMkLst>
      </pc:sldChg>
    </pc:docChg>
  </pc:docChgLst>
  <pc:docChgLst>
    <pc:chgData name="JHEYSON FABIAN VILLAVISAN BUITRAGO" userId="S::jfvillavisanb@itc.edu.co::e5ced5c2-d787-455d-b115-4f08a699b8c8" providerId="AD" clId="Web-{15AE415D-BC42-1952-4D2A-BF7A6F4B0271}"/>
    <pc:docChg chg="modSld">
      <pc:chgData name="JHEYSON FABIAN VILLAVISAN BUITRAGO" userId="S::jfvillavisanb@itc.edu.co::e5ced5c2-d787-455d-b115-4f08a699b8c8" providerId="AD" clId="Web-{15AE415D-BC42-1952-4D2A-BF7A6F4B0271}" dt="2024-08-14T00:34:54.133" v="4" actId="1076"/>
      <pc:docMkLst>
        <pc:docMk/>
      </pc:docMkLst>
      <pc:sldChg chg="modSp">
        <pc:chgData name="JHEYSON FABIAN VILLAVISAN BUITRAGO" userId="S::jfvillavisanb@itc.edu.co::e5ced5c2-d787-455d-b115-4f08a699b8c8" providerId="AD" clId="Web-{15AE415D-BC42-1952-4D2A-BF7A6F4B0271}" dt="2024-08-14T00:34:54.133" v="4" actId="1076"/>
        <pc:sldMkLst>
          <pc:docMk/>
          <pc:sldMk cId="185654624" sldId="287"/>
        </pc:sldMkLst>
      </pc:sldChg>
      <pc:sldChg chg="addSp delSp modSp">
        <pc:chgData name="JHEYSON FABIAN VILLAVISAN BUITRAGO" userId="S::jfvillavisanb@itc.edu.co::e5ced5c2-d787-455d-b115-4f08a699b8c8" providerId="AD" clId="Web-{15AE415D-BC42-1952-4D2A-BF7A6F4B0271}" dt="2024-08-13T22:53:33.079" v="2" actId="1076"/>
        <pc:sldMkLst>
          <pc:docMk/>
          <pc:sldMk cId="407945755" sldId="290"/>
        </pc:sldMkLst>
      </pc:sldChg>
    </pc:docChg>
  </pc:docChgLst>
  <pc:docChgLst>
    <pc:chgData name="DIEGO ALEJANDRO RODRIGUEZ GOMEZ" userId="S::darodriguezgo@itc.edu.co::1e2337d8-8fab-437d-a653-fa453b036901" providerId="AD" clId="Web-{ED068615-2687-A8F8-DB88-E3E4C92E219D}"/>
    <pc:docChg chg="sldOrd">
      <pc:chgData name="DIEGO ALEJANDRO RODRIGUEZ GOMEZ" userId="S::darodriguezgo@itc.edu.co::1e2337d8-8fab-437d-a653-fa453b036901" providerId="AD" clId="Web-{ED068615-2687-A8F8-DB88-E3E4C92E219D}" dt="2024-10-03T00:40:14.879" v="0"/>
      <pc:docMkLst>
        <pc:docMk/>
      </pc:docMkLst>
      <pc:sldChg chg="ord">
        <pc:chgData name="DIEGO ALEJANDRO RODRIGUEZ GOMEZ" userId="S::darodriguezgo@itc.edu.co::1e2337d8-8fab-437d-a653-fa453b036901" providerId="AD" clId="Web-{ED068615-2687-A8F8-DB88-E3E4C92E219D}" dt="2024-10-03T00:40:14.879" v="0"/>
        <pc:sldMkLst>
          <pc:docMk/>
          <pc:sldMk cId="1894837781" sldId="279"/>
        </pc:sldMkLst>
      </pc:sldChg>
    </pc:docChg>
  </pc:docChgLst>
  <pc:docChgLst>
    <pc:chgData name="CESAR ANDRES CARDENAS CHITIVA" userId="S::cacardenasc@itc.edu.co::7141082e-f5bc-48e1-a733-4ff10f1b4670" providerId="AD" clId="Web-{466D600D-8185-DC2E-AD7B-C958F5CFFF3E}"/>
    <pc:docChg chg="delSld modSection">
      <pc:chgData name="CESAR ANDRES CARDENAS CHITIVA" userId="S::cacardenasc@itc.edu.co::7141082e-f5bc-48e1-a733-4ff10f1b4670" providerId="AD" clId="Web-{466D600D-8185-DC2E-AD7B-C958F5CFFF3E}" dt="2023-09-10T19:32:45.392" v="0"/>
      <pc:docMkLst>
        <pc:docMk/>
      </pc:docMkLst>
      <pc:sldChg chg="del">
        <pc:chgData name="CESAR ANDRES CARDENAS CHITIVA" userId="S::cacardenasc@itc.edu.co::7141082e-f5bc-48e1-a733-4ff10f1b4670" providerId="AD" clId="Web-{466D600D-8185-DC2E-AD7B-C958F5CFFF3E}" dt="2023-09-10T19:32:45.392" v="0"/>
        <pc:sldMkLst>
          <pc:docMk/>
          <pc:sldMk cId="3279518594" sldId="282"/>
        </pc:sldMkLst>
      </pc:sldChg>
    </pc:docChg>
  </pc:docChgLst>
  <pc:docChgLst>
    <pc:chgData name="JHEYSON FABIAN VILLAVISAN BUITRAGO" userId="S::jfvillavisanb@itc.edu.co::e5ced5c2-d787-455d-b115-4f08a699b8c8" providerId="AD" clId="Web-{50FA6DDA-E351-DBE3-AA80-3D7A525F08AF}"/>
    <pc:docChg chg="modSld">
      <pc:chgData name="JHEYSON FABIAN VILLAVISAN BUITRAGO" userId="S::jfvillavisanb@itc.edu.co::e5ced5c2-d787-455d-b115-4f08a699b8c8" providerId="AD" clId="Web-{50FA6DDA-E351-DBE3-AA80-3D7A525F08AF}" dt="2024-08-28T00:49:28.227" v="0"/>
      <pc:docMkLst>
        <pc:docMk/>
      </pc:docMkLst>
      <pc:sldChg chg="delSp">
        <pc:chgData name="JHEYSON FABIAN VILLAVISAN BUITRAGO" userId="S::jfvillavisanb@itc.edu.co::e5ced5c2-d787-455d-b115-4f08a699b8c8" providerId="AD" clId="Web-{50FA6DDA-E351-DBE3-AA80-3D7A525F08AF}" dt="2024-08-28T00:49:28.227" v="0"/>
        <pc:sldMkLst>
          <pc:docMk/>
          <pc:sldMk cId="407945755" sldId="290"/>
        </pc:sldMkLst>
      </pc:sldChg>
    </pc:docChg>
  </pc:docChgLst>
  <pc:docChgLst>
    <pc:chgData name="JHEYSON FABIAN VILLAVISAN BUITRAGO" userId="e5ced5c2-d787-455d-b115-4f08a699b8c8" providerId="ADAL" clId="{83D57D63-D11F-4A5C-AF47-0F7B7BC46677}"/>
    <pc:docChg chg="custSel delSld modSld sldOrd modSection">
      <pc:chgData name="JHEYSON FABIAN VILLAVISAN BUITRAGO" userId="e5ced5c2-d787-455d-b115-4f08a699b8c8" providerId="ADAL" clId="{83D57D63-D11F-4A5C-AF47-0F7B7BC46677}" dt="2025-01-09T15:40:52.938" v="52" actId="1076"/>
      <pc:docMkLst>
        <pc:docMk/>
      </pc:docMkLst>
      <pc:sldChg chg="addSp delSp modSp mod">
        <pc:chgData name="JHEYSON FABIAN VILLAVISAN BUITRAGO" userId="e5ced5c2-d787-455d-b115-4f08a699b8c8" providerId="ADAL" clId="{83D57D63-D11F-4A5C-AF47-0F7B7BC46677}" dt="2025-01-04T23:16:10.811" v="4" actId="478"/>
        <pc:sldMkLst>
          <pc:docMk/>
          <pc:sldMk cId="2505371292" sldId="270"/>
        </pc:sldMkLst>
      </pc:sldChg>
      <pc:sldChg chg="modSp">
        <pc:chgData name="JHEYSON FABIAN VILLAVISAN BUITRAGO" userId="e5ced5c2-d787-455d-b115-4f08a699b8c8" providerId="ADAL" clId="{83D57D63-D11F-4A5C-AF47-0F7B7BC46677}" dt="2025-01-09T15:36:47.768" v="40"/>
        <pc:sldMkLst>
          <pc:docMk/>
          <pc:sldMk cId="1064503744" sldId="280"/>
        </pc:sldMkLst>
      </pc:sldChg>
      <pc:sldChg chg="modSp">
        <pc:chgData name="JHEYSON FABIAN VILLAVISAN BUITRAGO" userId="e5ced5c2-d787-455d-b115-4f08a699b8c8" providerId="ADAL" clId="{83D57D63-D11F-4A5C-AF47-0F7B7BC46677}" dt="2025-01-09T15:36:58.875" v="44"/>
        <pc:sldMkLst>
          <pc:docMk/>
          <pc:sldMk cId="600911693" sldId="283"/>
        </pc:sldMkLst>
      </pc:sldChg>
      <pc:sldChg chg="modSp mod">
        <pc:chgData name="JHEYSON FABIAN VILLAVISAN BUITRAGO" userId="e5ced5c2-d787-455d-b115-4f08a699b8c8" providerId="ADAL" clId="{83D57D63-D11F-4A5C-AF47-0F7B7BC46677}" dt="2025-01-09T15:38:47.438" v="48" actId="113"/>
        <pc:sldMkLst>
          <pc:docMk/>
          <pc:sldMk cId="1001278451" sldId="286"/>
        </pc:sldMkLst>
      </pc:sldChg>
      <pc:sldChg chg="modSp mod">
        <pc:chgData name="JHEYSON FABIAN VILLAVISAN BUITRAGO" userId="e5ced5c2-d787-455d-b115-4f08a699b8c8" providerId="ADAL" clId="{83D57D63-D11F-4A5C-AF47-0F7B7BC46677}" dt="2025-01-09T15:36:53.429" v="42"/>
        <pc:sldMkLst>
          <pc:docMk/>
          <pc:sldMk cId="185654624" sldId="287"/>
        </pc:sldMkLst>
      </pc:sldChg>
      <pc:sldChg chg="modSp mod">
        <pc:chgData name="JHEYSON FABIAN VILLAVISAN BUITRAGO" userId="e5ced5c2-d787-455d-b115-4f08a699b8c8" providerId="ADAL" clId="{83D57D63-D11F-4A5C-AF47-0F7B7BC46677}" dt="2025-01-09T15:40:52.938" v="52" actId="1076"/>
        <pc:sldMkLst>
          <pc:docMk/>
          <pc:sldMk cId="407945755" sldId="290"/>
        </pc:sldMkLst>
      </pc:sldChg>
      <pc:sldChg chg="modSp mod">
        <pc:chgData name="JHEYSON FABIAN VILLAVISAN BUITRAGO" userId="e5ced5c2-d787-455d-b115-4f08a699b8c8" providerId="ADAL" clId="{83D57D63-D11F-4A5C-AF47-0F7B7BC46677}" dt="2025-01-09T15:35:54.806" v="38" actId="20577"/>
        <pc:sldMkLst>
          <pc:docMk/>
          <pc:sldMk cId="2448612144" sldId="293"/>
        </pc:sldMkLst>
      </pc:sldChg>
      <pc:sldChg chg="addSp modSp mod ord">
        <pc:chgData name="JHEYSON FABIAN VILLAVISAN BUITRAGO" userId="e5ced5c2-d787-455d-b115-4f08a699b8c8" providerId="ADAL" clId="{83D57D63-D11F-4A5C-AF47-0F7B7BC46677}" dt="2025-01-09T15:37:20.119" v="47" actId="113"/>
        <pc:sldMkLst>
          <pc:docMk/>
          <pc:sldMk cId="2466407268" sldId="294"/>
        </pc:sldMkLst>
      </pc:sldChg>
      <pc:sldChg chg="modSp">
        <pc:chgData name="JHEYSON FABIAN VILLAVISAN BUITRAGO" userId="e5ced5c2-d787-455d-b115-4f08a699b8c8" providerId="ADAL" clId="{83D57D63-D11F-4A5C-AF47-0F7B7BC46677}" dt="2025-01-08T17:02:49.348" v="17" actId="20577"/>
        <pc:sldMkLst>
          <pc:docMk/>
          <pc:sldMk cId="2113326980" sldId="295"/>
        </pc:sldMkLst>
      </pc:sldChg>
      <pc:sldChg chg="del">
        <pc:chgData name="JHEYSON FABIAN VILLAVISAN BUITRAGO" userId="e5ced5c2-d787-455d-b115-4f08a699b8c8" providerId="ADAL" clId="{83D57D63-D11F-4A5C-AF47-0F7B7BC46677}" dt="2025-01-03T19:53:35.355" v="1" actId="47"/>
        <pc:sldMkLst>
          <pc:docMk/>
          <pc:sldMk cId="3981299200" sldId="296"/>
        </pc:sldMkLst>
      </pc:sldChg>
      <pc:sldChg chg="del">
        <pc:chgData name="JHEYSON FABIAN VILLAVISAN BUITRAGO" userId="e5ced5c2-d787-455d-b115-4f08a699b8c8" providerId="ADAL" clId="{83D57D63-D11F-4A5C-AF47-0F7B7BC46677}" dt="2025-01-03T19:53:19.807" v="0" actId="47"/>
        <pc:sldMkLst>
          <pc:docMk/>
          <pc:sldMk cId="1439744647" sldId="297"/>
        </pc:sldMkLst>
      </pc:sldChg>
    </pc:docChg>
  </pc:docChgLst>
  <pc:docChgLst>
    <pc:chgData name="JHEYSON FABIAN VILLAVISAN BUITRAGO" userId="e5ced5c2-d787-455d-b115-4f08a699b8c8" providerId="ADAL" clId="{346ECE53-D0EE-4664-97A2-EE5ED4BD15CE}"/>
    <pc:docChg chg="undo custSel addSld delSld modSld sldOrd modSection">
      <pc:chgData name="JHEYSON FABIAN VILLAVISAN BUITRAGO" userId="e5ced5c2-d787-455d-b115-4f08a699b8c8" providerId="ADAL" clId="{346ECE53-D0EE-4664-97A2-EE5ED4BD15CE}" dt="2025-09-13T05:09:48.743" v="3807" actId="1076"/>
      <pc:docMkLst>
        <pc:docMk/>
      </pc:docMkLst>
      <pc:sldChg chg="addSp delSp modSp mod">
        <pc:chgData name="JHEYSON FABIAN VILLAVISAN BUITRAGO" userId="e5ced5c2-d787-455d-b115-4f08a699b8c8" providerId="ADAL" clId="{346ECE53-D0EE-4664-97A2-EE5ED4BD15CE}" dt="2025-09-13T02:32:08.467" v="1269" actId="403"/>
        <pc:sldMkLst>
          <pc:docMk/>
          <pc:sldMk cId="616220982" sldId="275"/>
        </pc:sldMkLst>
        <pc:spChg chg="mod">
          <ac:chgData name="JHEYSON FABIAN VILLAVISAN BUITRAGO" userId="e5ced5c2-d787-455d-b115-4f08a699b8c8" providerId="ADAL" clId="{346ECE53-D0EE-4664-97A2-EE5ED4BD15CE}" dt="2025-09-13T02:32:08.467" v="1269" actId="403"/>
          <ac:spMkLst>
            <pc:docMk/>
            <pc:sldMk cId="616220982" sldId="275"/>
            <ac:spMk id="2" creationId="{FB1B6180-BCA0-4F51-9F68-9E5BAB8A4FDC}"/>
          </ac:spMkLst>
        </pc:spChg>
        <pc:graphicFrameChg chg="add del mod">
          <ac:chgData name="JHEYSON FABIAN VILLAVISAN BUITRAGO" userId="e5ced5c2-d787-455d-b115-4f08a699b8c8" providerId="ADAL" clId="{346ECE53-D0EE-4664-97A2-EE5ED4BD15CE}" dt="2025-09-12T14:51:36.533" v="27" actId="21"/>
          <ac:graphicFrameMkLst>
            <pc:docMk/>
            <pc:sldMk cId="616220982" sldId="275"/>
            <ac:graphicFrameMk id="3" creationId="{63B60C0F-8412-C9B6-539D-47CF012F30FB}"/>
          </ac:graphicFrameMkLst>
        </pc:graphicFrameChg>
        <pc:graphicFrameChg chg="add mod">
          <ac:chgData name="JHEYSON FABIAN VILLAVISAN BUITRAGO" userId="e5ced5c2-d787-455d-b115-4f08a699b8c8" providerId="ADAL" clId="{346ECE53-D0EE-4664-97A2-EE5ED4BD15CE}" dt="2025-09-12T14:51:42.036" v="28"/>
          <ac:graphicFrameMkLst>
            <pc:docMk/>
            <pc:sldMk cId="616220982" sldId="275"/>
            <ac:graphicFrameMk id="4" creationId="{63B60C0F-8412-C9B6-539D-47CF012F30FB}"/>
          </ac:graphicFrameMkLst>
        </pc:graphicFrameChg>
      </pc:sldChg>
      <pc:sldChg chg="del">
        <pc:chgData name="JHEYSON FABIAN VILLAVISAN BUITRAGO" userId="e5ced5c2-d787-455d-b115-4f08a699b8c8" providerId="ADAL" clId="{346ECE53-D0EE-4664-97A2-EE5ED4BD15CE}" dt="2025-09-12T14:39:17.290" v="15" actId="47"/>
        <pc:sldMkLst>
          <pc:docMk/>
          <pc:sldMk cId="2780058799" sldId="276"/>
        </pc:sldMkLst>
      </pc:sldChg>
      <pc:sldChg chg="addSp delSp modSp mod">
        <pc:chgData name="JHEYSON FABIAN VILLAVISAN BUITRAGO" userId="e5ced5c2-d787-455d-b115-4f08a699b8c8" providerId="ADAL" clId="{346ECE53-D0EE-4664-97A2-EE5ED4BD15CE}" dt="2025-09-12T14:59:42.484" v="106"/>
        <pc:sldMkLst>
          <pc:docMk/>
          <pc:sldMk cId="3945607397" sldId="277"/>
        </pc:sldMkLst>
        <pc:spChg chg="del">
          <ac:chgData name="JHEYSON FABIAN VILLAVISAN BUITRAGO" userId="e5ced5c2-d787-455d-b115-4f08a699b8c8" providerId="ADAL" clId="{346ECE53-D0EE-4664-97A2-EE5ED4BD15CE}" dt="2025-09-12T14:56:10.525" v="67" actId="478"/>
          <ac:spMkLst>
            <pc:docMk/>
            <pc:sldMk cId="3945607397" sldId="277"/>
            <ac:spMk id="2" creationId="{EE749B6E-4106-4C47-9E8B-DF7F796D6CA1}"/>
          </ac:spMkLst>
        </pc:spChg>
        <pc:spChg chg="add del mod">
          <ac:chgData name="JHEYSON FABIAN VILLAVISAN BUITRAGO" userId="e5ced5c2-d787-455d-b115-4f08a699b8c8" providerId="ADAL" clId="{346ECE53-D0EE-4664-97A2-EE5ED4BD15CE}" dt="2025-09-12T14:56:12.233" v="68" actId="478"/>
          <ac:spMkLst>
            <pc:docMk/>
            <pc:sldMk cId="3945607397" sldId="277"/>
            <ac:spMk id="4" creationId="{B95762E0-4C02-7430-7711-879AE8143420}"/>
          </ac:spMkLst>
        </pc:spChg>
        <pc:spChg chg="add mod">
          <ac:chgData name="JHEYSON FABIAN VILLAVISAN BUITRAGO" userId="e5ced5c2-d787-455d-b115-4f08a699b8c8" providerId="ADAL" clId="{346ECE53-D0EE-4664-97A2-EE5ED4BD15CE}" dt="2025-09-12T14:59:41.780" v="104" actId="20577"/>
          <ac:spMkLst>
            <pc:docMk/>
            <pc:sldMk cId="3945607397" sldId="277"/>
            <ac:spMk id="6" creationId="{684B3C1E-722D-E3E2-9D03-B36BCB46F0C4}"/>
          </ac:spMkLst>
        </pc:spChg>
        <pc:spChg chg="add mod">
          <ac:chgData name="JHEYSON FABIAN VILLAVISAN BUITRAGO" userId="e5ced5c2-d787-455d-b115-4f08a699b8c8" providerId="ADAL" clId="{346ECE53-D0EE-4664-97A2-EE5ED4BD15CE}" dt="2025-09-12T14:59:42.484" v="106"/>
          <ac:spMkLst>
            <pc:docMk/>
            <pc:sldMk cId="3945607397" sldId="277"/>
            <ac:spMk id="7" creationId="{799E0616-2CD9-3757-B001-70FC454B2B99}"/>
          </ac:spMkLst>
        </pc:spChg>
      </pc:sldChg>
      <pc:sldChg chg="del">
        <pc:chgData name="JHEYSON FABIAN VILLAVISAN BUITRAGO" userId="e5ced5c2-d787-455d-b115-4f08a699b8c8" providerId="ADAL" clId="{346ECE53-D0EE-4664-97A2-EE5ED4BD15CE}" dt="2025-09-12T14:39:17.290" v="15" actId="47"/>
        <pc:sldMkLst>
          <pc:docMk/>
          <pc:sldMk cId="2919251281" sldId="278"/>
        </pc:sldMkLst>
      </pc:sldChg>
      <pc:sldChg chg="addSp modSp add mod">
        <pc:chgData name="JHEYSON FABIAN VILLAVISAN BUITRAGO" userId="e5ced5c2-d787-455d-b115-4f08a699b8c8" providerId="ADAL" clId="{346ECE53-D0EE-4664-97A2-EE5ED4BD15CE}" dt="2025-09-12T15:02:56.069" v="405" actId="113"/>
        <pc:sldMkLst>
          <pc:docMk/>
          <pc:sldMk cId="3746561078" sldId="278"/>
        </pc:sldMkLst>
        <pc:spChg chg="add mod">
          <ac:chgData name="JHEYSON FABIAN VILLAVISAN BUITRAGO" userId="e5ced5c2-d787-455d-b115-4f08a699b8c8" providerId="ADAL" clId="{346ECE53-D0EE-4664-97A2-EE5ED4BD15CE}" dt="2025-09-12T15:00:25.856" v="111" actId="1076"/>
          <ac:spMkLst>
            <pc:docMk/>
            <pc:sldMk cId="3746561078" sldId="278"/>
            <ac:spMk id="2" creationId="{EE98EDC3-F098-5149-AC1F-7943F20F1D1B}"/>
          </ac:spMkLst>
        </pc:spChg>
        <pc:spChg chg="add mod">
          <ac:chgData name="JHEYSON FABIAN VILLAVISAN BUITRAGO" userId="e5ced5c2-d787-455d-b115-4f08a699b8c8" providerId="ADAL" clId="{346ECE53-D0EE-4664-97A2-EE5ED4BD15CE}" dt="2025-09-12T15:02:10.485" v="394" actId="255"/>
          <ac:spMkLst>
            <pc:docMk/>
            <pc:sldMk cId="3746561078" sldId="278"/>
            <ac:spMk id="4" creationId="{803C74F3-2E10-1883-816D-A4A452E6B140}"/>
          </ac:spMkLst>
        </pc:spChg>
        <pc:spChg chg="mod">
          <ac:chgData name="JHEYSON FABIAN VILLAVISAN BUITRAGO" userId="e5ced5c2-d787-455d-b115-4f08a699b8c8" providerId="ADAL" clId="{346ECE53-D0EE-4664-97A2-EE5ED4BD15CE}" dt="2025-09-12T15:02:56.069" v="405" actId="113"/>
          <ac:spMkLst>
            <pc:docMk/>
            <pc:sldMk cId="3746561078" sldId="278"/>
            <ac:spMk id="6" creationId="{F437BFB6-198B-61F7-A267-9230FE96B063}"/>
          </ac:spMkLst>
        </pc:spChg>
        <pc:spChg chg="mod">
          <ac:chgData name="JHEYSON FABIAN VILLAVISAN BUITRAGO" userId="e5ced5c2-d787-455d-b115-4f08a699b8c8" providerId="ADAL" clId="{346ECE53-D0EE-4664-97A2-EE5ED4BD15CE}" dt="2025-09-12T14:59:49.798" v="108" actId="20577"/>
          <ac:spMkLst>
            <pc:docMk/>
            <pc:sldMk cId="3746561078" sldId="278"/>
            <ac:spMk id="10" creationId="{A03F36E1-3F88-C0B3-1DB6-AD73D42D30EC}"/>
          </ac:spMkLst>
        </pc:spChg>
      </pc:sldChg>
      <pc:sldChg chg="delSp modSp add mod ord">
        <pc:chgData name="JHEYSON FABIAN VILLAVISAN BUITRAGO" userId="e5ced5c2-d787-455d-b115-4f08a699b8c8" providerId="ADAL" clId="{346ECE53-D0EE-4664-97A2-EE5ED4BD15CE}" dt="2025-09-12T15:38:45.047" v="891" actId="20577"/>
        <pc:sldMkLst>
          <pc:docMk/>
          <pc:sldMk cId="1148687951" sldId="279"/>
        </pc:sldMkLst>
        <pc:spChg chg="del">
          <ac:chgData name="JHEYSON FABIAN VILLAVISAN BUITRAGO" userId="e5ced5c2-d787-455d-b115-4f08a699b8c8" providerId="ADAL" clId="{346ECE53-D0EE-4664-97A2-EE5ED4BD15CE}" dt="2025-09-12T15:31:01.074" v="784" actId="478"/>
          <ac:spMkLst>
            <pc:docMk/>
            <pc:sldMk cId="1148687951" sldId="279"/>
            <ac:spMk id="2" creationId="{D0863227-85A7-DBE3-F59C-ACC7152DC8EF}"/>
          </ac:spMkLst>
        </pc:spChg>
        <pc:spChg chg="mod">
          <ac:chgData name="JHEYSON FABIAN VILLAVISAN BUITRAGO" userId="e5ced5c2-d787-455d-b115-4f08a699b8c8" providerId="ADAL" clId="{346ECE53-D0EE-4664-97A2-EE5ED4BD15CE}" dt="2025-09-12T15:25:09.773" v="453" actId="20577"/>
          <ac:spMkLst>
            <pc:docMk/>
            <pc:sldMk cId="1148687951" sldId="279"/>
            <ac:spMk id="4" creationId="{97F29C58-5D06-CF4B-D841-734D0FDAEADF}"/>
          </ac:spMkLst>
        </pc:spChg>
        <pc:spChg chg="mod">
          <ac:chgData name="JHEYSON FABIAN VILLAVISAN BUITRAGO" userId="e5ced5c2-d787-455d-b115-4f08a699b8c8" providerId="ADAL" clId="{346ECE53-D0EE-4664-97A2-EE5ED4BD15CE}" dt="2025-09-12T15:34:16.124" v="889" actId="115"/>
          <ac:spMkLst>
            <pc:docMk/>
            <pc:sldMk cId="1148687951" sldId="279"/>
            <ac:spMk id="6" creationId="{687AF4B0-5700-9E1F-530B-2B7DE5DDCF1D}"/>
          </ac:spMkLst>
        </pc:spChg>
        <pc:spChg chg="mod">
          <ac:chgData name="JHEYSON FABIAN VILLAVISAN BUITRAGO" userId="e5ced5c2-d787-455d-b115-4f08a699b8c8" providerId="ADAL" clId="{346ECE53-D0EE-4664-97A2-EE5ED4BD15CE}" dt="2025-09-12T15:38:45.047" v="891" actId="20577"/>
          <ac:spMkLst>
            <pc:docMk/>
            <pc:sldMk cId="1148687951" sldId="279"/>
            <ac:spMk id="10" creationId="{BDD035CC-0D1B-27B2-B394-8E616BCE7DD6}"/>
          </ac:spMkLst>
        </pc:spChg>
      </pc:sldChg>
      <pc:sldChg chg="del">
        <pc:chgData name="JHEYSON FABIAN VILLAVISAN BUITRAGO" userId="e5ced5c2-d787-455d-b115-4f08a699b8c8" providerId="ADAL" clId="{346ECE53-D0EE-4664-97A2-EE5ED4BD15CE}" dt="2025-09-12T14:39:17.290" v="15" actId="47"/>
        <pc:sldMkLst>
          <pc:docMk/>
          <pc:sldMk cId="1436345519" sldId="279"/>
        </pc:sldMkLst>
      </pc:sldChg>
      <pc:sldChg chg="modSp add mod">
        <pc:chgData name="JHEYSON FABIAN VILLAVISAN BUITRAGO" userId="e5ced5c2-d787-455d-b115-4f08a699b8c8" providerId="ADAL" clId="{346ECE53-D0EE-4664-97A2-EE5ED4BD15CE}" dt="2025-09-12T15:34:46.149" v="890" actId="20577"/>
        <pc:sldMkLst>
          <pc:docMk/>
          <pc:sldMk cId="1131463220" sldId="280"/>
        </pc:sldMkLst>
        <pc:spChg chg="mod">
          <ac:chgData name="JHEYSON FABIAN VILLAVISAN BUITRAGO" userId="e5ced5c2-d787-455d-b115-4f08a699b8c8" providerId="ADAL" clId="{346ECE53-D0EE-4664-97A2-EE5ED4BD15CE}" dt="2025-09-12T15:34:46.149" v="890" actId="20577"/>
          <ac:spMkLst>
            <pc:docMk/>
            <pc:sldMk cId="1131463220" sldId="280"/>
            <ac:spMk id="10" creationId="{F61BB614-6885-2680-D694-54925BBB48A1}"/>
          </ac:spMkLst>
        </pc:spChg>
      </pc:sldChg>
      <pc:sldChg chg="del">
        <pc:chgData name="JHEYSON FABIAN VILLAVISAN BUITRAGO" userId="e5ced5c2-d787-455d-b115-4f08a699b8c8" providerId="ADAL" clId="{346ECE53-D0EE-4664-97A2-EE5ED4BD15CE}" dt="2025-09-12T14:39:17.290" v="15" actId="47"/>
        <pc:sldMkLst>
          <pc:docMk/>
          <pc:sldMk cId="2814664192" sldId="280"/>
        </pc:sldMkLst>
      </pc:sldChg>
      <pc:sldChg chg="modSp add mod ord">
        <pc:chgData name="JHEYSON FABIAN VILLAVISAN BUITRAGO" userId="e5ced5c2-d787-455d-b115-4f08a699b8c8" providerId="ADAL" clId="{346ECE53-D0EE-4664-97A2-EE5ED4BD15CE}" dt="2025-09-12T15:46:46.741" v="1195" actId="20577"/>
        <pc:sldMkLst>
          <pc:docMk/>
          <pc:sldMk cId="2986019163" sldId="281"/>
        </pc:sldMkLst>
        <pc:spChg chg="mod">
          <ac:chgData name="JHEYSON FABIAN VILLAVISAN BUITRAGO" userId="e5ced5c2-d787-455d-b115-4f08a699b8c8" providerId="ADAL" clId="{346ECE53-D0EE-4664-97A2-EE5ED4BD15CE}" dt="2025-09-12T15:40:52.633" v="985" actId="20577"/>
          <ac:spMkLst>
            <pc:docMk/>
            <pc:sldMk cId="2986019163" sldId="281"/>
            <ac:spMk id="4" creationId="{BD3BE91F-F6AC-CFA7-1CE9-041082F7B67F}"/>
          </ac:spMkLst>
        </pc:spChg>
        <pc:spChg chg="mod">
          <ac:chgData name="JHEYSON FABIAN VILLAVISAN BUITRAGO" userId="e5ced5c2-d787-455d-b115-4f08a699b8c8" providerId="ADAL" clId="{346ECE53-D0EE-4664-97A2-EE5ED4BD15CE}" dt="2025-09-12T15:46:46.741" v="1195" actId="20577"/>
          <ac:spMkLst>
            <pc:docMk/>
            <pc:sldMk cId="2986019163" sldId="281"/>
            <ac:spMk id="6" creationId="{F52C42A0-526C-B140-57D9-F5520CF939C0}"/>
          </ac:spMkLst>
        </pc:spChg>
        <pc:spChg chg="mod">
          <ac:chgData name="JHEYSON FABIAN VILLAVISAN BUITRAGO" userId="e5ced5c2-d787-455d-b115-4f08a699b8c8" providerId="ADAL" clId="{346ECE53-D0EE-4664-97A2-EE5ED4BD15CE}" dt="2025-09-12T15:38:51.082" v="895" actId="20577"/>
          <ac:spMkLst>
            <pc:docMk/>
            <pc:sldMk cId="2986019163" sldId="281"/>
            <ac:spMk id="10" creationId="{7785CB6F-9B5E-7EC4-97F5-85319983DEFF}"/>
          </ac:spMkLst>
        </pc:spChg>
      </pc:sldChg>
      <pc:sldChg chg="del">
        <pc:chgData name="JHEYSON FABIAN VILLAVISAN BUITRAGO" userId="e5ced5c2-d787-455d-b115-4f08a699b8c8" providerId="ADAL" clId="{346ECE53-D0EE-4664-97A2-EE5ED4BD15CE}" dt="2025-09-12T14:39:17.290" v="15" actId="47"/>
        <pc:sldMkLst>
          <pc:docMk/>
          <pc:sldMk cId="3836185615" sldId="281"/>
        </pc:sldMkLst>
      </pc:sldChg>
      <pc:sldChg chg="del">
        <pc:chgData name="JHEYSON FABIAN VILLAVISAN BUITRAGO" userId="e5ced5c2-d787-455d-b115-4f08a699b8c8" providerId="ADAL" clId="{346ECE53-D0EE-4664-97A2-EE5ED4BD15CE}" dt="2025-09-12T14:39:17.290" v="15" actId="47"/>
        <pc:sldMkLst>
          <pc:docMk/>
          <pc:sldMk cId="2541286" sldId="282"/>
        </pc:sldMkLst>
      </pc:sldChg>
      <pc:sldChg chg="delSp modSp add mod">
        <pc:chgData name="JHEYSON FABIAN VILLAVISAN BUITRAGO" userId="e5ced5c2-d787-455d-b115-4f08a699b8c8" providerId="ADAL" clId="{346ECE53-D0EE-4664-97A2-EE5ED4BD15CE}" dt="2025-09-12T15:51:12.114" v="1205" actId="478"/>
        <pc:sldMkLst>
          <pc:docMk/>
          <pc:sldMk cId="494517937" sldId="282"/>
        </pc:sldMkLst>
        <pc:spChg chg="del">
          <ac:chgData name="JHEYSON FABIAN VILLAVISAN BUITRAGO" userId="e5ced5c2-d787-455d-b115-4f08a699b8c8" providerId="ADAL" clId="{346ECE53-D0EE-4664-97A2-EE5ED4BD15CE}" dt="2025-09-12T15:51:12.114" v="1205" actId="478"/>
          <ac:spMkLst>
            <pc:docMk/>
            <pc:sldMk cId="494517937" sldId="282"/>
            <ac:spMk id="2" creationId="{4187095E-3E17-6587-985F-CD08B50930C6}"/>
          </ac:spMkLst>
        </pc:spChg>
        <pc:spChg chg="mod">
          <ac:chgData name="JHEYSON FABIAN VILLAVISAN BUITRAGO" userId="e5ced5c2-d787-455d-b115-4f08a699b8c8" providerId="ADAL" clId="{346ECE53-D0EE-4664-97A2-EE5ED4BD15CE}" dt="2025-09-12T15:45:21.628" v="1173" actId="20577"/>
          <ac:spMkLst>
            <pc:docMk/>
            <pc:sldMk cId="494517937" sldId="282"/>
            <ac:spMk id="4" creationId="{C3211D91-0E87-8980-10BC-806687D82ABF}"/>
          </ac:spMkLst>
        </pc:spChg>
        <pc:spChg chg="mod">
          <ac:chgData name="JHEYSON FABIAN VILLAVISAN BUITRAGO" userId="e5ced5c2-d787-455d-b115-4f08a699b8c8" providerId="ADAL" clId="{346ECE53-D0EE-4664-97A2-EE5ED4BD15CE}" dt="2025-09-12T15:46:28.431" v="1190" actId="1076"/>
          <ac:spMkLst>
            <pc:docMk/>
            <pc:sldMk cId="494517937" sldId="282"/>
            <ac:spMk id="6" creationId="{69BB5EE8-BC56-2D19-38B8-4DE17909746E}"/>
          </ac:spMkLst>
        </pc:spChg>
        <pc:spChg chg="mod">
          <ac:chgData name="JHEYSON FABIAN VILLAVISAN BUITRAGO" userId="e5ced5c2-d787-455d-b115-4f08a699b8c8" providerId="ADAL" clId="{346ECE53-D0EE-4664-97A2-EE5ED4BD15CE}" dt="2025-09-12T15:46:50.591" v="1196" actId="20577"/>
          <ac:spMkLst>
            <pc:docMk/>
            <pc:sldMk cId="494517937" sldId="282"/>
            <ac:spMk id="10" creationId="{36245763-A174-DCFD-F6D2-623CAB23B62B}"/>
          </ac:spMkLst>
        </pc:spChg>
      </pc:sldChg>
      <pc:sldChg chg="del">
        <pc:chgData name="JHEYSON FABIAN VILLAVISAN BUITRAGO" userId="e5ced5c2-d787-455d-b115-4f08a699b8c8" providerId="ADAL" clId="{346ECE53-D0EE-4664-97A2-EE5ED4BD15CE}" dt="2025-09-12T14:39:17.290" v="15" actId="47"/>
        <pc:sldMkLst>
          <pc:docMk/>
          <pc:sldMk cId="1249203809" sldId="283"/>
        </pc:sldMkLst>
      </pc:sldChg>
      <pc:sldChg chg="delSp modSp add mod">
        <pc:chgData name="JHEYSON FABIAN VILLAVISAN BUITRAGO" userId="e5ced5c2-d787-455d-b115-4f08a699b8c8" providerId="ADAL" clId="{346ECE53-D0EE-4664-97A2-EE5ED4BD15CE}" dt="2025-09-13T03:12:48.842" v="1274" actId="20577"/>
        <pc:sldMkLst>
          <pc:docMk/>
          <pc:sldMk cId="3663197592" sldId="283"/>
        </pc:sldMkLst>
        <pc:spChg chg="del">
          <ac:chgData name="JHEYSON FABIAN VILLAVISAN BUITRAGO" userId="e5ced5c2-d787-455d-b115-4f08a699b8c8" providerId="ADAL" clId="{346ECE53-D0EE-4664-97A2-EE5ED4BD15CE}" dt="2025-09-12T15:51:10.154" v="1204" actId="478"/>
          <ac:spMkLst>
            <pc:docMk/>
            <pc:sldMk cId="3663197592" sldId="283"/>
            <ac:spMk id="2" creationId="{577DE7DC-BE2E-3D0A-B670-DB86C9DE436A}"/>
          </ac:spMkLst>
        </pc:spChg>
        <pc:spChg chg="mod">
          <ac:chgData name="JHEYSON FABIAN VILLAVISAN BUITRAGO" userId="e5ced5c2-d787-455d-b115-4f08a699b8c8" providerId="ADAL" clId="{346ECE53-D0EE-4664-97A2-EE5ED4BD15CE}" dt="2025-09-13T03:12:48.842" v="1274" actId="20577"/>
          <ac:spMkLst>
            <pc:docMk/>
            <pc:sldMk cId="3663197592" sldId="283"/>
            <ac:spMk id="6" creationId="{67E0E06F-60DF-7EB8-8D4E-30A04AD53DF8}"/>
          </ac:spMkLst>
        </pc:spChg>
        <pc:spChg chg="mod">
          <ac:chgData name="JHEYSON FABIAN VILLAVISAN BUITRAGO" userId="e5ced5c2-d787-455d-b115-4f08a699b8c8" providerId="ADAL" clId="{346ECE53-D0EE-4664-97A2-EE5ED4BD15CE}" dt="2025-09-12T15:59:02.983" v="1211" actId="20577"/>
          <ac:spMkLst>
            <pc:docMk/>
            <pc:sldMk cId="3663197592" sldId="283"/>
            <ac:spMk id="10" creationId="{10ADF9DA-FBCD-36FD-AF1E-36FEE49C35F1}"/>
          </ac:spMkLst>
        </pc:spChg>
      </pc:sldChg>
      <pc:sldChg chg="del">
        <pc:chgData name="JHEYSON FABIAN VILLAVISAN BUITRAGO" userId="e5ced5c2-d787-455d-b115-4f08a699b8c8" providerId="ADAL" clId="{346ECE53-D0EE-4664-97A2-EE5ED4BD15CE}" dt="2025-09-12T14:39:17.290" v="15" actId="47"/>
        <pc:sldMkLst>
          <pc:docMk/>
          <pc:sldMk cId="834430153" sldId="284"/>
        </pc:sldMkLst>
      </pc:sldChg>
      <pc:sldChg chg="addSp modSp add mod">
        <pc:chgData name="JHEYSON FABIAN VILLAVISAN BUITRAGO" userId="e5ced5c2-d787-455d-b115-4f08a699b8c8" providerId="ADAL" clId="{346ECE53-D0EE-4664-97A2-EE5ED4BD15CE}" dt="2025-09-13T03:18:27.313" v="1413" actId="14100"/>
        <pc:sldMkLst>
          <pc:docMk/>
          <pc:sldMk cId="3099760383" sldId="284"/>
        </pc:sldMkLst>
        <pc:spChg chg="add mod">
          <ac:chgData name="JHEYSON FABIAN VILLAVISAN BUITRAGO" userId="e5ced5c2-d787-455d-b115-4f08a699b8c8" providerId="ADAL" clId="{346ECE53-D0EE-4664-97A2-EE5ED4BD15CE}" dt="2025-09-13T03:17:41.624" v="1396" actId="1076"/>
          <ac:spMkLst>
            <pc:docMk/>
            <pc:sldMk cId="3099760383" sldId="284"/>
            <ac:spMk id="3" creationId="{68E8DA0E-F25E-CF22-3287-CBC3A3CF72BC}"/>
          </ac:spMkLst>
        </pc:spChg>
        <pc:spChg chg="mod">
          <ac:chgData name="JHEYSON FABIAN VILLAVISAN BUITRAGO" userId="e5ced5c2-d787-455d-b115-4f08a699b8c8" providerId="ADAL" clId="{346ECE53-D0EE-4664-97A2-EE5ED4BD15CE}" dt="2025-09-13T03:15:24.652" v="1314" actId="113"/>
          <ac:spMkLst>
            <pc:docMk/>
            <pc:sldMk cId="3099760383" sldId="284"/>
            <ac:spMk id="6" creationId="{C3650EDA-30BA-9F38-F8B1-790C3575A148}"/>
          </ac:spMkLst>
        </pc:spChg>
        <pc:spChg chg="mod">
          <ac:chgData name="JHEYSON FABIAN VILLAVISAN BUITRAGO" userId="e5ced5c2-d787-455d-b115-4f08a699b8c8" providerId="ADAL" clId="{346ECE53-D0EE-4664-97A2-EE5ED4BD15CE}" dt="2025-09-13T03:14:20.510" v="1277" actId="20577"/>
          <ac:spMkLst>
            <pc:docMk/>
            <pc:sldMk cId="3099760383" sldId="284"/>
            <ac:spMk id="10" creationId="{02B75607-D9BC-7EB7-434D-8ACF9F24D784}"/>
          </ac:spMkLst>
        </pc:spChg>
        <pc:picChg chg="add mod">
          <ac:chgData name="JHEYSON FABIAN VILLAVISAN BUITRAGO" userId="e5ced5c2-d787-455d-b115-4f08a699b8c8" providerId="ADAL" clId="{346ECE53-D0EE-4664-97A2-EE5ED4BD15CE}" dt="2025-09-13T03:18:21.778" v="1411" actId="1076"/>
          <ac:picMkLst>
            <pc:docMk/>
            <pc:sldMk cId="3099760383" sldId="284"/>
            <ac:picMk id="8" creationId="{65FB83AA-5D06-5A37-9686-EAF601183983}"/>
          </ac:picMkLst>
        </pc:picChg>
        <pc:picChg chg="add mod">
          <ac:chgData name="JHEYSON FABIAN VILLAVISAN BUITRAGO" userId="e5ced5c2-d787-455d-b115-4f08a699b8c8" providerId="ADAL" clId="{346ECE53-D0EE-4664-97A2-EE5ED4BD15CE}" dt="2025-09-13T03:18:27.313" v="1413" actId="14100"/>
          <ac:picMkLst>
            <pc:docMk/>
            <pc:sldMk cId="3099760383" sldId="284"/>
            <ac:picMk id="1026" creationId="{E84B4310-9F65-73B8-29BC-1F2767C29E05}"/>
          </ac:picMkLst>
        </pc:picChg>
      </pc:sldChg>
      <pc:sldChg chg="new del">
        <pc:chgData name="JHEYSON FABIAN VILLAVISAN BUITRAGO" userId="e5ced5c2-d787-455d-b115-4f08a699b8c8" providerId="ADAL" clId="{346ECE53-D0EE-4664-97A2-EE5ED4BD15CE}" dt="2025-09-13T03:19:13.259" v="1415" actId="680"/>
        <pc:sldMkLst>
          <pc:docMk/>
          <pc:sldMk cId="1480763866" sldId="285"/>
        </pc:sldMkLst>
      </pc:sldChg>
      <pc:sldChg chg="addSp delSp modSp add mod">
        <pc:chgData name="JHEYSON FABIAN VILLAVISAN BUITRAGO" userId="e5ced5c2-d787-455d-b115-4f08a699b8c8" providerId="ADAL" clId="{346ECE53-D0EE-4664-97A2-EE5ED4BD15CE}" dt="2025-09-13T03:26:07.917" v="1811" actId="20577"/>
        <pc:sldMkLst>
          <pc:docMk/>
          <pc:sldMk cId="2372076187" sldId="285"/>
        </pc:sldMkLst>
        <pc:spChg chg="mod">
          <ac:chgData name="JHEYSON FABIAN VILLAVISAN BUITRAGO" userId="e5ced5c2-d787-455d-b115-4f08a699b8c8" providerId="ADAL" clId="{346ECE53-D0EE-4664-97A2-EE5ED4BD15CE}" dt="2025-09-13T03:23:07.158" v="1795" actId="1076"/>
          <ac:spMkLst>
            <pc:docMk/>
            <pc:sldMk cId="2372076187" sldId="285"/>
            <ac:spMk id="3" creationId="{2722AC7A-C5C6-6808-5BDF-7600F2B62D6F}"/>
          </ac:spMkLst>
        </pc:spChg>
        <pc:spChg chg="mod">
          <ac:chgData name="JHEYSON FABIAN VILLAVISAN BUITRAGO" userId="e5ced5c2-d787-455d-b115-4f08a699b8c8" providerId="ADAL" clId="{346ECE53-D0EE-4664-97A2-EE5ED4BD15CE}" dt="2025-09-13T03:26:07.917" v="1811" actId="20577"/>
          <ac:spMkLst>
            <pc:docMk/>
            <pc:sldMk cId="2372076187" sldId="285"/>
            <ac:spMk id="6" creationId="{6525BC43-A8CA-9E96-21AB-C51CAF8F3C85}"/>
          </ac:spMkLst>
        </pc:spChg>
        <pc:spChg chg="mod">
          <ac:chgData name="JHEYSON FABIAN VILLAVISAN BUITRAGO" userId="e5ced5c2-d787-455d-b115-4f08a699b8c8" providerId="ADAL" clId="{346ECE53-D0EE-4664-97A2-EE5ED4BD15CE}" dt="2025-09-13T03:19:17.049" v="1418" actId="20577"/>
          <ac:spMkLst>
            <pc:docMk/>
            <pc:sldMk cId="2372076187" sldId="285"/>
            <ac:spMk id="10" creationId="{4CDBFCD3-73B9-47A1-36AE-A1CFCAF4C576}"/>
          </ac:spMkLst>
        </pc:spChg>
        <pc:picChg chg="del">
          <ac:chgData name="JHEYSON FABIAN VILLAVISAN BUITRAGO" userId="e5ced5c2-d787-455d-b115-4f08a699b8c8" providerId="ADAL" clId="{346ECE53-D0EE-4664-97A2-EE5ED4BD15CE}" dt="2025-09-13T03:19:57.243" v="1490" actId="478"/>
          <ac:picMkLst>
            <pc:docMk/>
            <pc:sldMk cId="2372076187" sldId="285"/>
            <ac:picMk id="8" creationId="{2C9289E9-4807-375D-29B9-130EE3E1FE97}"/>
          </ac:picMkLst>
        </pc:picChg>
        <pc:picChg chg="del">
          <ac:chgData name="JHEYSON FABIAN VILLAVISAN BUITRAGO" userId="e5ced5c2-d787-455d-b115-4f08a699b8c8" providerId="ADAL" clId="{346ECE53-D0EE-4664-97A2-EE5ED4BD15CE}" dt="2025-09-13T03:19:56.166" v="1489" actId="478"/>
          <ac:picMkLst>
            <pc:docMk/>
            <pc:sldMk cId="2372076187" sldId="285"/>
            <ac:picMk id="1026" creationId="{D84AC573-7E7A-5340-8654-5543BC21C63D}"/>
          </ac:picMkLst>
        </pc:picChg>
        <pc:picChg chg="add del mod">
          <ac:chgData name="JHEYSON FABIAN VILLAVISAN BUITRAGO" userId="e5ced5c2-d787-455d-b115-4f08a699b8c8" providerId="ADAL" clId="{346ECE53-D0EE-4664-97A2-EE5ED4BD15CE}" dt="2025-09-13T03:24:02.503" v="1800" actId="478"/>
          <ac:picMkLst>
            <pc:docMk/>
            <pc:sldMk cId="2372076187" sldId="285"/>
            <ac:picMk id="2050" creationId="{FB1C132C-07B0-BE65-DD9F-5CD3A3CA5B5A}"/>
          </ac:picMkLst>
        </pc:picChg>
        <pc:picChg chg="add mod">
          <ac:chgData name="JHEYSON FABIAN VILLAVISAN BUITRAGO" userId="e5ced5c2-d787-455d-b115-4f08a699b8c8" providerId="ADAL" clId="{346ECE53-D0EE-4664-97A2-EE5ED4BD15CE}" dt="2025-09-13T03:24:47.286" v="1803" actId="1076"/>
          <ac:picMkLst>
            <pc:docMk/>
            <pc:sldMk cId="2372076187" sldId="285"/>
            <ac:picMk id="2052" creationId="{C0974DFB-289E-26FA-6CDE-8F42D25BAAB8}"/>
          </ac:picMkLst>
        </pc:picChg>
        <pc:picChg chg="add mod">
          <ac:chgData name="JHEYSON FABIAN VILLAVISAN BUITRAGO" userId="e5ced5c2-d787-455d-b115-4f08a699b8c8" providerId="ADAL" clId="{346ECE53-D0EE-4664-97A2-EE5ED4BD15CE}" dt="2025-09-13T03:25:07.475" v="1806" actId="1076"/>
          <ac:picMkLst>
            <pc:docMk/>
            <pc:sldMk cId="2372076187" sldId="285"/>
            <ac:picMk id="2054" creationId="{8A3C638C-7E65-A40A-4104-0D9CAA00F638}"/>
          </ac:picMkLst>
        </pc:picChg>
      </pc:sldChg>
      <pc:sldChg chg="del">
        <pc:chgData name="JHEYSON FABIAN VILLAVISAN BUITRAGO" userId="e5ced5c2-d787-455d-b115-4f08a699b8c8" providerId="ADAL" clId="{346ECE53-D0EE-4664-97A2-EE5ED4BD15CE}" dt="2025-09-12T14:39:17.290" v="15" actId="47"/>
        <pc:sldMkLst>
          <pc:docMk/>
          <pc:sldMk cId="2871355928" sldId="285"/>
        </pc:sldMkLst>
      </pc:sldChg>
      <pc:sldChg chg="addSp delSp modSp add mod">
        <pc:chgData name="JHEYSON FABIAN VILLAVISAN BUITRAGO" userId="e5ced5c2-d787-455d-b115-4f08a699b8c8" providerId="ADAL" clId="{346ECE53-D0EE-4664-97A2-EE5ED4BD15CE}" dt="2025-09-13T03:38:18.281" v="2225" actId="113"/>
        <pc:sldMkLst>
          <pc:docMk/>
          <pc:sldMk cId="884579945" sldId="286"/>
        </pc:sldMkLst>
        <pc:spChg chg="add mod">
          <ac:chgData name="JHEYSON FABIAN VILLAVISAN BUITRAGO" userId="e5ced5c2-d787-455d-b115-4f08a699b8c8" providerId="ADAL" clId="{346ECE53-D0EE-4664-97A2-EE5ED4BD15CE}" dt="2025-09-13T03:29:34.987" v="1869" actId="207"/>
          <ac:spMkLst>
            <pc:docMk/>
            <pc:sldMk cId="884579945" sldId="286"/>
            <ac:spMk id="2" creationId="{1079C164-90B4-2CFB-9C18-E474059766EA}"/>
          </ac:spMkLst>
        </pc:spChg>
        <pc:spChg chg="del">
          <ac:chgData name="JHEYSON FABIAN VILLAVISAN BUITRAGO" userId="e5ced5c2-d787-455d-b115-4f08a699b8c8" providerId="ADAL" clId="{346ECE53-D0EE-4664-97A2-EE5ED4BD15CE}" dt="2025-09-13T03:27:40.528" v="1856" actId="478"/>
          <ac:spMkLst>
            <pc:docMk/>
            <pc:sldMk cId="884579945" sldId="286"/>
            <ac:spMk id="3" creationId="{128D039A-1CAA-DA1E-8C84-24DB5188196D}"/>
          </ac:spMkLst>
        </pc:spChg>
        <pc:spChg chg="mod">
          <ac:chgData name="JHEYSON FABIAN VILLAVISAN BUITRAGO" userId="e5ced5c2-d787-455d-b115-4f08a699b8c8" providerId="ADAL" clId="{346ECE53-D0EE-4664-97A2-EE5ED4BD15CE}" dt="2025-09-13T03:38:18.281" v="2225" actId="113"/>
          <ac:spMkLst>
            <pc:docMk/>
            <pc:sldMk cId="884579945" sldId="286"/>
            <ac:spMk id="6" creationId="{9C89D0C1-4C43-2601-B8DE-32CD4E23BEEB}"/>
          </ac:spMkLst>
        </pc:spChg>
        <pc:spChg chg="add mod">
          <ac:chgData name="JHEYSON FABIAN VILLAVISAN BUITRAGO" userId="e5ced5c2-d787-455d-b115-4f08a699b8c8" providerId="ADAL" clId="{346ECE53-D0EE-4664-97A2-EE5ED4BD15CE}" dt="2025-09-13T03:29:39.858" v="1871" actId="1076"/>
          <ac:spMkLst>
            <pc:docMk/>
            <pc:sldMk cId="884579945" sldId="286"/>
            <ac:spMk id="7" creationId="{0B027638-5B83-DF0C-2F4C-C5796EC549FD}"/>
          </ac:spMkLst>
        </pc:spChg>
        <pc:spChg chg="mod">
          <ac:chgData name="JHEYSON FABIAN VILLAVISAN BUITRAGO" userId="e5ced5c2-d787-455d-b115-4f08a699b8c8" providerId="ADAL" clId="{346ECE53-D0EE-4664-97A2-EE5ED4BD15CE}" dt="2025-09-13T03:28:21.533" v="1865" actId="20577"/>
          <ac:spMkLst>
            <pc:docMk/>
            <pc:sldMk cId="884579945" sldId="286"/>
            <ac:spMk id="10" creationId="{C5C577E2-63E3-56E8-BB1E-314F4866D684}"/>
          </ac:spMkLst>
        </pc:spChg>
        <pc:picChg chg="del">
          <ac:chgData name="JHEYSON FABIAN VILLAVISAN BUITRAGO" userId="e5ced5c2-d787-455d-b115-4f08a699b8c8" providerId="ADAL" clId="{346ECE53-D0EE-4664-97A2-EE5ED4BD15CE}" dt="2025-09-13T03:27:41.999" v="1858" actId="478"/>
          <ac:picMkLst>
            <pc:docMk/>
            <pc:sldMk cId="884579945" sldId="286"/>
            <ac:picMk id="2052" creationId="{3BE5ED93-FB78-9FF7-CD57-663E6C1FAC86}"/>
          </ac:picMkLst>
        </pc:picChg>
        <pc:picChg chg="del">
          <ac:chgData name="JHEYSON FABIAN VILLAVISAN BUITRAGO" userId="e5ced5c2-d787-455d-b115-4f08a699b8c8" providerId="ADAL" clId="{346ECE53-D0EE-4664-97A2-EE5ED4BD15CE}" dt="2025-09-13T03:27:41.320" v="1857" actId="478"/>
          <ac:picMkLst>
            <pc:docMk/>
            <pc:sldMk cId="884579945" sldId="286"/>
            <ac:picMk id="2054" creationId="{6C6ED1CB-B5CE-A186-E962-15B3948DE1DC}"/>
          </ac:picMkLst>
        </pc:picChg>
        <pc:picChg chg="add mod">
          <ac:chgData name="JHEYSON FABIAN VILLAVISAN BUITRAGO" userId="e5ced5c2-d787-455d-b115-4f08a699b8c8" providerId="ADAL" clId="{346ECE53-D0EE-4664-97A2-EE5ED4BD15CE}" dt="2025-09-13T03:28:40.140" v="1866" actId="1076"/>
          <ac:picMkLst>
            <pc:docMk/>
            <pc:sldMk cId="884579945" sldId="286"/>
            <ac:picMk id="3074" creationId="{4D048334-F1FE-EB2E-BB21-CD5EB0BFC073}"/>
          </ac:picMkLst>
        </pc:picChg>
      </pc:sldChg>
      <pc:sldChg chg="del">
        <pc:chgData name="JHEYSON FABIAN VILLAVISAN BUITRAGO" userId="e5ced5c2-d787-455d-b115-4f08a699b8c8" providerId="ADAL" clId="{346ECE53-D0EE-4664-97A2-EE5ED4BD15CE}" dt="2025-09-12T14:39:17.290" v="15" actId="47"/>
        <pc:sldMkLst>
          <pc:docMk/>
          <pc:sldMk cId="2664902677" sldId="286"/>
        </pc:sldMkLst>
      </pc:sldChg>
      <pc:sldChg chg="del">
        <pc:chgData name="JHEYSON FABIAN VILLAVISAN BUITRAGO" userId="e5ced5c2-d787-455d-b115-4f08a699b8c8" providerId="ADAL" clId="{346ECE53-D0EE-4664-97A2-EE5ED4BD15CE}" dt="2025-09-12T14:39:17.290" v="15" actId="47"/>
        <pc:sldMkLst>
          <pc:docMk/>
          <pc:sldMk cId="1073089991" sldId="287"/>
        </pc:sldMkLst>
      </pc:sldChg>
      <pc:sldChg chg="addSp delSp modSp add mod">
        <pc:chgData name="JHEYSON FABIAN VILLAVISAN BUITRAGO" userId="e5ced5c2-d787-455d-b115-4f08a699b8c8" providerId="ADAL" clId="{346ECE53-D0EE-4664-97A2-EE5ED4BD15CE}" dt="2025-09-13T03:32:35.848" v="2146" actId="20577"/>
        <pc:sldMkLst>
          <pc:docMk/>
          <pc:sldMk cId="1441206610" sldId="287"/>
        </pc:sldMkLst>
        <pc:spChg chg="del">
          <ac:chgData name="JHEYSON FABIAN VILLAVISAN BUITRAGO" userId="e5ced5c2-d787-455d-b115-4f08a699b8c8" providerId="ADAL" clId="{346ECE53-D0EE-4664-97A2-EE5ED4BD15CE}" dt="2025-09-13T03:30:38.742" v="1906" actId="478"/>
          <ac:spMkLst>
            <pc:docMk/>
            <pc:sldMk cId="1441206610" sldId="287"/>
            <ac:spMk id="2" creationId="{B4A5D48A-4A95-581B-11E0-54D1BA909999}"/>
          </ac:spMkLst>
        </pc:spChg>
        <pc:spChg chg="add">
          <ac:chgData name="JHEYSON FABIAN VILLAVISAN BUITRAGO" userId="e5ced5c2-d787-455d-b115-4f08a699b8c8" providerId="ADAL" clId="{346ECE53-D0EE-4664-97A2-EE5ED4BD15CE}" dt="2025-09-13T03:30:40.423" v="1907"/>
          <ac:spMkLst>
            <pc:docMk/>
            <pc:sldMk cId="1441206610" sldId="287"/>
            <ac:spMk id="3" creationId="{6468731B-FA8B-EFD4-41B4-B705EB0662BF}"/>
          </ac:spMkLst>
        </pc:spChg>
        <pc:spChg chg="mod">
          <ac:chgData name="JHEYSON FABIAN VILLAVISAN BUITRAGO" userId="e5ced5c2-d787-455d-b115-4f08a699b8c8" providerId="ADAL" clId="{346ECE53-D0EE-4664-97A2-EE5ED4BD15CE}" dt="2025-09-13T03:32:31.183" v="2144" actId="20577"/>
          <ac:spMkLst>
            <pc:docMk/>
            <pc:sldMk cId="1441206610" sldId="287"/>
            <ac:spMk id="6" creationId="{3DB5E809-A8ED-6A5F-BD47-3EBE59047B28}"/>
          </ac:spMkLst>
        </pc:spChg>
        <pc:spChg chg="del">
          <ac:chgData name="JHEYSON FABIAN VILLAVISAN BUITRAGO" userId="e5ced5c2-d787-455d-b115-4f08a699b8c8" providerId="ADAL" clId="{346ECE53-D0EE-4664-97A2-EE5ED4BD15CE}" dt="2025-09-13T03:30:37.988" v="1905" actId="478"/>
          <ac:spMkLst>
            <pc:docMk/>
            <pc:sldMk cId="1441206610" sldId="287"/>
            <ac:spMk id="7" creationId="{5AFC1434-D130-B668-6771-5D365FBC290C}"/>
          </ac:spMkLst>
        </pc:spChg>
        <pc:spChg chg="add del">
          <ac:chgData name="JHEYSON FABIAN VILLAVISAN BUITRAGO" userId="e5ced5c2-d787-455d-b115-4f08a699b8c8" providerId="ADAL" clId="{346ECE53-D0EE-4664-97A2-EE5ED4BD15CE}" dt="2025-09-13T03:30:46.181" v="1909" actId="478"/>
          <ac:spMkLst>
            <pc:docMk/>
            <pc:sldMk cId="1441206610" sldId="287"/>
            <ac:spMk id="8" creationId="{63C23739-6CE2-1611-1390-91AB5AC7EBA2}"/>
          </ac:spMkLst>
        </pc:spChg>
        <pc:spChg chg="add">
          <ac:chgData name="JHEYSON FABIAN VILLAVISAN BUITRAGO" userId="e5ced5c2-d787-455d-b115-4f08a699b8c8" providerId="ADAL" clId="{346ECE53-D0EE-4664-97A2-EE5ED4BD15CE}" dt="2025-09-13T03:31:04.091" v="1910"/>
          <ac:spMkLst>
            <pc:docMk/>
            <pc:sldMk cId="1441206610" sldId="287"/>
            <ac:spMk id="9" creationId="{2B2BF2A7-ABE2-C12D-43CD-7663F7693691}"/>
          </ac:spMkLst>
        </pc:spChg>
        <pc:spChg chg="mod">
          <ac:chgData name="JHEYSON FABIAN VILLAVISAN BUITRAGO" userId="e5ced5c2-d787-455d-b115-4f08a699b8c8" providerId="ADAL" clId="{346ECE53-D0EE-4664-97A2-EE5ED4BD15CE}" dt="2025-09-13T03:32:35.848" v="2146" actId="20577"/>
          <ac:spMkLst>
            <pc:docMk/>
            <pc:sldMk cId="1441206610" sldId="287"/>
            <ac:spMk id="10" creationId="{D6EA273E-F2BF-8D5A-267C-DF5BB77741B6}"/>
          </ac:spMkLst>
        </pc:spChg>
        <pc:picChg chg="add mod">
          <ac:chgData name="JHEYSON FABIAN VILLAVISAN BUITRAGO" userId="e5ced5c2-d787-455d-b115-4f08a699b8c8" providerId="ADAL" clId="{346ECE53-D0EE-4664-97A2-EE5ED4BD15CE}" dt="2025-09-13T03:31:19.332" v="1914" actId="1076"/>
          <ac:picMkLst>
            <pc:docMk/>
            <pc:sldMk cId="1441206610" sldId="287"/>
            <ac:picMk id="12" creationId="{929FFF2C-4CC4-AED5-0655-27A72112F1B3}"/>
          </ac:picMkLst>
        </pc:picChg>
        <pc:picChg chg="del">
          <ac:chgData name="JHEYSON FABIAN VILLAVISAN BUITRAGO" userId="e5ced5c2-d787-455d-b115-4f08a699b8c8" providerId="ADAL" clId="{346ECE53-D0EE-4664-97A2-EE5ED4BD15CE}" dt="2025-09-13T03:30:13.901" v="1904" actId="478"/>
          <ac:picMkLst>
            <pc:docMk/>
            <pc:sldMk cId="1441206610" sldId="287"/>
            <ac:picMk id="3074" creationId="{DFF79291-B1B4-7504-6400-CDBFCBA264F1}"/>
          </ac:picMkLst>
        </pc:picChg>
      </pc:sldChg>
      <pc:sldChg chg="delSp modSp add mod">
        <pc:chgData name="JHEYSON FABIAN VILLAVISAN BUITRAGO" userId="e5ced5c2-d787-455d-b115-4f08a699b8c8" providerId="ADAL" clId="{346ECE53-D0EE-4664-97A2-EE5ED4BD15CE}" dt="2025-09-13T03:35:28.533" v="2224" actId="20577"/>
        <pc:sldMkLst>
          <pc:docMk/>
          <pc:sldMk cId="1620504128" sldId="288"/>
        </pc:sldMkLst>
        <pc:spChg chg="mod">
          <ac:chgData name="JHEYSON FABIAN VILLAVISAN BUITRAGO" userId="e5ced5c2-d787-455d-b115-4f08a699b8c8" providerId="ADAL" clId="{346ECE53-D0EE-4664-97A2-EE5ED4BD15CE}" dt="2025-09-13T03:35:24.208" v="2222" actId="113"/>
          <ac:spMkLst>
            <pc:docMk/>
            <pc:sldMk cId="1620504128" sldId="288"/>
            <ac:spMk id="6" creationId="{320B4B20-943E-B532-006E-178AF4872D88}"/>
          </ac:spMkLst>
        </pc:spChg>
        <pc:spChg chg="mod">
          <ac:chgData name="JHEYSON FABIAN VILLAVISAN BUITRAGO" userId="e5ced5c2-d787-455d-b115-4f08a699b8c8" providerId="ADAL" clId="{346ECE53-D0EE-4664-97A2-EE5ED4BD15CE}" dt="2025-09-13T03:35:28.533" v="2224" actId="20577"/>
          <ac:spMkLst>
            <pc:docMk/>
            <pc:sldMk cId="1620504128" sldId="288"/>
            <ac:spMk id="10" creationId="{E201037E-1DA4-D08F-EF3A-F291F587B5EF}"/>
          </ac:spMkLst>
        </pc:spChg>
        <pc:picChg chg="del">
          <ac:chgData name="JHEYSON FABIAN VILLAVISAN BUITRAGO" userId="e5ced5c2-d787-455d-b115-4f08a699b8c8" providerId="ADAL" clId="{346ECE53-D0EE-4664-97A2-EE5ED4BD15CE}" dt="2025-09-13T03:34:11.842" v="2148" actId="478"/>
          <ac:picMkLst>
            <pc:docMk/>
            <pc:sldMk cId="1620504128" sldId="288"/>
            <ac:picMk id="12" creationId="{59E31658-858D-6950-EF0E-306BDEBA4974}"/>
          </ac:picMkLst>
        </pc:picChg>
      </pc:sldChg>
      <pc:sldChg chg="del">
        <pc:chgData name="JHEYSON FABIAN VILLAVISAN BUITRAGO" userId="e5ced5c2-d787-455d-b115-4f08a699b8c8" providerId="ADAL" clId="{346ECE53-D0EE-4664-97A2-EE5ED4BD15CE}" dt="2025-09-12T14:39:17.290" v="15" actId="47"/>
        <pc:sldMkLst>
          <pc:docMk/>
          <pc:sldMk cId="3711119762" sldId="288"/>
        </pc:sldMkLst>
      </pc:sldChg>
      <pc:sldChg chg="del">
        <pc:chgData name="JHEYSON FABIAN VILLAVISAN BUITRAGO" userId="e5ced5c2-d787-455d-b115-4f08a699b8c8" providerId="ADAL" clId="{346ECE53-D0EE-4664-97A2-EE5ED4BD15CE}" dt="2025-09-12T14:39:17.290" v="15" actId="47"/>
        <pc:sldMkLst>
          <pc:docMk/>
          <pc:sldMk cId="1844154036" sldId="289"/>
        </pc:sldMkLst>
      </pc:sldChg>
      <pc:sldChg chg="addSp delSp modSp add mod">
        <pc:chgData name="JHEYSON FABIAN VILLAVISAN BUITRAGO" userId="e5ced5c2-d787-455d-b115-4f08a699b8c8" providerId="ADAL" clId="{346ECE53-D0EE-4664-97A2-EE5ED4BD15CE}" dt="2025-09-13T03:49:44.013" v="2317" actId="1076"/>
        <pc:sldMkLst>
          <pc:docMk/>
          <pc:sldMk cId="3874451147" sldId="289"/>
        </pc:sldMkLst>
        <pc:spChg chg="mod">
          <ac:chgData name="JHEYSON FABIAN VILLAVISAN BUITRAGO" userId="e5ced5c2-d787-455d-b115-4f08a699b8c8" providerId="ADAL" clId="{346ECE53-D0EE-4664-97A2-EE5ED4BD15CE}" dt="2025-09-13T03:38:32.923" v="2237" actId="20577"/>
          <ac:spMkLst>
            <pc:docMk/>
            <pc:sldMk cId="3874451147" sldId="289"/>
            <ac:spMk id="4" creationId="{85F96B76-9DC3-733E-9551-529BA3080877}"/>
          </ac:spMkLst>
        </pc:spChg>
        <pc:spChg chg="mod">
          <ac:chgData name="JHEYSON FABIAN VILLAVISAN BUITRAGO" userId="e5ced5c2-d787-455d-b115-4f08a699b8c8" providerId="ADAL" clId="{346ECE53-D0EE-4664-97A2-EE5ED4BD15CE}" dt="2025-09-13T03:44:41.363" v="2266" actId="403"/>
          <ac:spMkLst>
            <pc:docMk/>
            <pc:sldMk cId="3874451147" sldId="289"/>
            <ac:spMk id="6" creationId="{97AE601D-86F5-C2F0-2D47-283341152B04}"/>
          </ac:spMkLst>
        </pc:spChg>
        <pc:spChg chg="mod">
          <ac:chgData name="JHEYSON FABIAN VILLAVISAN BUITRAGO" userId="e5ced5c2-d787-455d-b115-4f08a699b8c8" providerId="ADAL" clId="{346ECE53-D0EE-4664-97A2-EE5ED4BD15CE}" dt="2025-09-13T03:42:19.352" v="2245" actId="20577"/>
          <ac:spMkLst>
            <pc:docMk/>
            <pc:sldMk cId="3874451147" sldId="289"/>
            <ac:spMk id="10" creationId="{E5800FF2-D075-CB4F-38AF-3ECBEAA017A1}"/>
          </ac:spMkLst>
        </pc:spChg>
        <pc:picChg chg="add del mod">
          <ac:chgData name="JHEYSON FABIAN VILLAVISAN BUITRAGO" userId="e5ced5c2-d787-455d-b115-4f08a699b8c8" providerId="ADAL" clId="{346ECE53-D0EE-4664-97A2-EE5ED4BD15CE}" dt="2025-09-13T03:43:16.084" v="2253" actId="478"/>
          <ac:picMkLst>
            <pc:docMk/>
            <pc:sldMk cId="3874451147" sldId="289"/>
            <ac:picMk id="5122" creationId="{CA824B2E-2B2C-71A9-4071-DF2498FFDC3B}"/>
          </ac:picMkLst>
        </pc:picChg>
        <pc:picChg chg="add del mod">
          <ac:chgData name="JHEYSON FABIAN VILLAVISAN BUITRAGO" userId="e5ced5c2-d787-455d-b115-4f08a699b8c8" providerId="ADAL" clId="{346ECE53-D0EE-4664-97A2-EE5ED4BD15CE}" dt="2025-09-13T03:49:32.920" v="2309" actId="478"/>
          <ac:picMkLst>
            <pc:docMk/>
            <pc:sldMk cId="3874451147" sldId="289"/>
            <ac:picMk id="5124" creationId="{A582EA95-5173-D571-7945-34AE356439FF}"/>
          </ac:picMkLst>
        </pc:picChg>
        <pc:picChg chg="add mod">
          <ac:chgData name="JHEYSON FABIAN VILLAVISAN BUITRAGO" userId="e5ced5c2-d787-455d-b115-4f08a699b8c8" providerId="ADAL" clId="{346ECE53-D0EE-4664-97A2-EE5ED4BD15CE}" dt="2025-09-13T03:49:44.013" v="2317" actId="1076"/>
          <ac:picMkLst>
            <pc:docMk/>
            <pc:sldMk cId="3874451147" sldId="289"/>
            <ac:picMk id="5126" creationId="{A88634BA-3C09-8EC5-2E3F-12728C82041F}"/>
          </ac:picMkLst>
        </pc:picChg>
      </pc:sldChg>
      <pc:sldChg chg="addSp delSp modSp add mod">
        <pc:chgData name="JHEYSON FABIAN VILLAVISAN BUITRAGO" userId="e5ced5c2-d787-455d-b115-4f08a699b8c8" providerId="ADAL" clId="{346ECE53-D0EE-4664-97A2-EE5ED4BD15CE}" dt="2025-09-13T03:49:48.131" v="2319"/>
        <pc:sldMkLst>
          <pc:docMk/>
          <pc:sldMk cId="1838750615" sldId="290"/>
        </pc:sldMkLst>
        <pc:spChg chg="mod">
          <ac:chgData name="JHEYSON FABIAN VILLAVISAN BUITRAGO" userId="e5ced5c2-d787-455d-b115-4f08a699b8c8" providerId="ADAL" clId="{346ECE53-D0EE-4664-97A2-EE5ED4BD15CE}" dt="2025-09-13T03:45:35.789" v="2274" actId="20577"/>
          <ac:spMkLst>
            <pc:docMk/>
            <pc:sldMk cId="1838750615" sldId="290"/>
            <ac:spMk id="6" creationId="{8EAED660-5085-6B2A-E15F-EF6792A118C6}"/>
          </ac:spMkLst>
        </pc:spChg>
        <pc:spChg chg="mod">
          <ac:chgData name="JHEYSON FABIAN VILLAVISAN BUITRAGO" userId="e5ced5c2-d787-455d-b115-4f08a699b8c8" providerId="ADAL" clId="{346ECE53-D0EE-4664-97A2-EE5ED4BD15CE}" dt="2025-09-13T03:45:31.359" v="2273" actId="20577"/>
          <ac:spMkLst>
            <pc:docMk/>
            <pc:sldMk cId="1838750615" sldId="290"/>
            <ac:spMk id="10" creationId="{92321D03-824C-B16A-4204-0EF70CD36654}"/>
          </ac:spMkLst>
        </pc:spChg>
        <pc:picChg chg="add mod">
          <ac:chgData name="JHEYSON FABIAN VILLAVISAN BUITRAGO" userId="e5ced5c2-d787-455d-b115-4f08a699b8c8" providerId="ADAL" clId="{346ECE53-D0EE-4664-97A2-EE5ED4BD15CE}" dt="2025-09-13T03:49:48.131" v="2319"/>
          <ac:picMkLst>
            <pc:docMk/>
            <pc:sldMk cId="1838750615" sldId="290"/>
            <ac:picMk id="2" creationId="{E99EFF56-FBC8-8B7F-C555-46DB49933BCF}"/>
          </ac:picMkLst>
        </pc:picChg>
        <pc:picChg chg="del mod">
          <ac:chgData name="JHEYSON FABIAN VILLAVISAN BUITRAGO" userId="e5ced5c2-d787-455d-b115-4f08a699b8c8" providerId="ADAL" clId="{346ECE53-D0EE-4664-97A2-EE5ED4BD15CE}" dt="2025-09-13T03:49:46.062" v="2318" actId="478"/>
          <ac:picMkLst>
            <pc:docMk/>
            <pc:sldMk cId="1838750615" sldId="290"/>
            <ac:picMk id="5124" creationId="{DA9D2396-C70F-9EE6-3D27-5C9F9B42BC53}"/>
          </ac:picMkLst>
        </pc:picChg>
      </pc:sldChg>
      <pc:sldChg chg="add del">
        <pc:chgData name="JHEYSON FABIAN VILLAVISAN BUITRAGO" userId="e5ced5c2-d787-455d-b115-4f08a699b8c8" providerId="ADAL" clId="{346ECE53-D0EE-4664-97A2-EE5ED4BD15CE}" dt="2025-09-13T03:44:30.970" v="2262" actId="2696"/>
        <pc:sldMkLst>
          <pc:docMk/>
          <pc:sldMk cId="2920125484" sldId="290"/>
        </pc:sldMkLst>
      </pc:sldChg>
      <pc:sldChg chg="addSp delSp modSp add mod">
        <pc:chgData name="JHEYSON FABIAN VILLAVISAN BUITRAGO" userId="e5ced5c2-d787-455d-b115-4f08a699b8c8" providerId="ADAL" clId="{346ECE53-D0EE-4664-97A2-EE5ED4BD15CE}" dt="2025-09-13T04:03:54.524" v="2408"/>
        <pc:sldMkLst>
          <pc:docMk/>
          <pc:sldMk cId="960353526" sldId="291"/>
        </pc:sldMkLst>
        <pc:spChg chg="mod">
          <ac:chgData name="JHEYSON FABIAN VILLAVISAN BUITRAGO" userId="e5ced5c2-d787-455d-b115-4f08a699b8c8" providerId="ADAL" clId="{346ECE53-D0EE-4664-97A2-EE5ED4BD15CE}" dt="2025-09-13T04:03:54.524" v="2408"/>
          <ac:spMkLst>
            <pc:docMk/>
            <pc:sldMk cId="960353526" sldId="291"/>
            <ac:spMk id="6" creationId="{5535565A-8CD5-B3B0-372C-362D9022850F}"/>
          </ac:spMkLst>
        </pc:spChg>
        <pc:spChg chg="mod">
          <ac:chgData name="JHEYSON FABIAN VILLAVISAN BUITRAGO" userId="e5ced5c2-d787-455d-b115-4f08a699b8c8" providerId="ADAL" clId="{346ECE53-D0EE-4664-97A2-EE5ED4BD15CE}" dt="2025-09-13T03:50:39.214" v="2324" actId="1076"/>
          <ac:spMkLst>
            <pc:docMk/>
            <pc:sldMk cId="960353526" sldId="291"/>
            <ac:spMk id="10" creationId="{3FAEC302-C4CC-50A1-0A98-750F9BEE3884}"/>
          </ac:spMkLst>
        </pc:spChg>
        <pc:picChg chg="del">
          <ac:chgData name="JHEYSON FABIAN VILLAVISAN BUITRAGO" userId="e5ced5c2-d787-455d-b115-4f08a699b8c8" providerId="ADAL" clId="{346ECE53-D0EE-4664-97A2-EE5ED4BD15CE}" dt="2025-09-13T03:48:00.026" v="2303" actId="478"/>
          <ac:picMkLst>
            <pc:docMk/>
            <pc:sldMk cId="960353526" sldId="291"/>
            <ac:picMk id="5124" creationId="{6BA38966-8B00-B262-3B49-91E543C96499}"/>
          </ac:picMkLst>
        </pc:picChg>
        <pc:picChg chg="add mod">
          <ac:chgData name="JHEYSON FABIAN VILLAVISAN BUITRAGO" userId="e5ced5c2-d787-455d-b115-4f08a699b8c8" providerId="ADAL" clId="{346ECE53-D0EE-4664-97A2-EE5ED4BD15CE}" dt="2025-09-13T03:48:23.969" v="2308" actId="1076"/>
          <ac:picMkLst>
            <pc:docMk/>
            <pc:sldMk cId="960353526" sldId="291"/>
            <ac:picMk id="6146" creationId="{DA271F10-8AEE-2406-6F79-E2EFAE4C9806}"/>
          </ac:picMkLst>
        </pc:picChg>
        <pc:picChg chg="add mod">
          <ac:chgData name="JHEYSON FABIAN VILLAVISAN BUITRAGO" userId="e5ced5c2-d787-455d-b115-4f08a699b8c8" providerId="ADAL" clId="{346ECE53-D0EE-4664-97A2-EE5ED4BD15CE}" dt="2025-09-13T03:50:42.205" v="2325" actId="1076"/>
          <ac:picMkLst>
            <pc:docMk/>
            <pc:sldMk cId="960353526" sldId="291"/>
            <ac:picMk id="6148" creationId="{8E8A0261-0A2A-1A35-7AEE-C5BA5B09D896}"/>
          </ac:picMkLst>
        </pc:picChg>
      </pc:sldChg>
      <pc:sldChg chg="addSp delSp modSp add mod">
        <pc:chgData name="JHEYSON FABIAN VILLAVISAN BUITRAGO" userId="e5ced5c2-d787-455d-b115-4f08a699b8c8" providerId="ADAL" clId="{346ECE53-D0EE-4664-97A2-EE5ED4BD15CE}" dt="2025-09-13T03:57:31.864" v="2362" actId="20577"/>
        <pc:sldMkLst>
          <pc:docMk/>
          <pc:sldMk cId="1210700863" sldId="292"/>
        </pc:sldMkLst>
        <pc:spChg chg="mod">
          <ac:chgData name="JHEYSON FABIAN VILLAVISAN BUITRAGO" userId="e5ced5c2-d787-455d-b115-4f08a699b8c8" providerId="ADAL" clId="{346ECE53-D0EE-4664-97A2-EE5ED4BD15CE}" dt="2025-09-13T03:57:22.693" v="2360" actId="20577"/>
          <ac:spMkLst>
            <pc:docMk/>
            <pc:sldMk cId="1210700863" sldId="292"/>
            <ac:spMk id="6" creationId="{0C93BB4E-EEEB-E676-F4E7-75DFF65E7847}"/>
          </ac:spMkLst>
        </pc:spChg>
        <pc:spChg chg="mod">
          <ac:chgData name="JHEYSON FABIAN VILLAVISAN BUITRAGO" userId="e5ced5c2-d787-455d-b115-4f08a699b8c8" providerId="ADAL" clId="{346ECE53-D0EE-4664-97A2-EE5ED4BD15CE}" dt="2025-09-13T03:57:31.864" v="2362" actId="20577"/>
          <ac:spMkLst>
            <pc:docMk/>
            <pc:sldMk cId="1210700863" sldId="292"/>
            <ac:spMk id="10" creationId="{69626540-79CC-5DBB-D872-18D58F202673}"/>
          </ac:spMkLst>
        </pc:spChg>
        <pc:picChg chg="del">
          <ac:chgData name="JHEYSON FABIAN VILLAVISAN BUITRAGO" userId="e5ced5c2-d787-455d-b115-4f08a699b8c8" providerId="ADAL" clId="{346ECE53-D0EE-4664-97A2-EE5ED4BD15CE}" dt="2025-09-13T03:53:21.050" v="2336" actId="478"/>
          <ac:picMkLst>
            <pc:docMk/>
            <pc:sldMk cId="1210700863" sldId="292"/>
            <ac:picMk id="6148" creationId="{8687B22A-70E8-557A-6FAF-E3C101260BAE}"/>
          </ac:picMkLst>
        </pc:picChg>
        <pc:picChg chg="add mod">
          <ac:chgData name="JHEYSON FABIAN VILLAVISAN BUITRAGO" userId="e5ced5c2-d787-455d-b115-4f08a699b8c8" providerId="ADAL" clId="{346ECE53-D0EE-4664-97A2-EE5ED4BD15CE}" dt="2025-09-13T03:55:26.742" v="2350" actId="1076"/>
          <ac:picMkLst>
            <pc:docMk/>
            <pc:sldMk cId="1210700863" sldId="292"/>
            <ac:picMk id="8194" creationId="{50DD33BF-0153-AD2F-36DC-59C3EA3A1541}"/>
          </ac:picMkLst>
        </pc:picChg>
        <pc:picChg chg="add del">
          <ac:chgData name="JHEYSON FABIAN VILLAVISAN BUITRAGO" userId="e5ced5c2-d787-455d-b115-4f08a699b8c8" providerId="ADAL" clId="{346ECE53-D0EE-4664-97A2-EE5ED4BD15CE}" dt="2025-09-13T03:55:54.533" v="2352" actId="478"/>
          <ac:picMkLst>
            <pc:docMk/>
            <pc:sldMk cId="1210700863" sldId="292"/>
            <ac:picMk id="8196" creationId="{A5B54A96-1523-4FDD-F32D-E1B3A54EA09F}"/>
          </ac:picMkLst>
        </pc:picChg>
        <pc:picChg chg="add mod">
          <ac:chgData name="JHEYSON FABIAN VILLAVISAN BUITRAGO" userId="e5ced5c2-d787-455d-b115-4f08a699b8c8" providerId="ADAL" clId="{346ECE53-D0EE-4664-97A2-EE5ED4BD15CE}" dt="2025-09-13T03:57:05.739" v="2359" actId="1076"/>
          <ac:picMkLst>
            <pc:docMk/>
            <pc:sldMk cId="1210700863" sldId="292"/>
            <ac:picMk id="8198" creationId="{C5889BCC-BCB6-C558-1EB9-2D9C0D7837D7}"/>
          </ac:picMkLst>
        </pc:picChg>
      </pc:sldChg>
      <pc:sldChg chg="addSp delSp modSp add mod">
        <pc:chgData name="JHEYSON FABIAN VILLAVISAN BUITRAGO" userId="e5ced5c2-d787-455d-b115-4f08a699b8c8" providerId="ADAL" clId="{346ECE53-D0EE-4664-97A2-EE5ED4BD15CE}" dt="2025-09-13T04:04:03.264" v="2409" actId="113"/>
        <pc:sldMkLst>
          <pc:docMk/>
          <pc:sldMk cId="406270927" sldId="293"/>
        </pc:sldMkLst>
        <pc:spChg chg="mod">
          <ac:chgData name="JHEYSON FABIAN VILLAVISAN BUITRAGO" userId="e5ced5c2-d787-455d-b115-4f08a699b8c8" providerId="ADAL" clId="{346ECE53-D0EE-4664-97A2-EE5ED4BD15CE}" dt="2025-09-13T04:04:03.264" v="2409" actId="113"/>
          <ac:spMkLst>
            <pc:docMk/>
            <pc:sldMk cId="406270927" sldId="293"/>
            <ac:spMk id="6" creationId="{4CC882D1-0AA1-8AFE-3009-F96162772D5C}"/>
          </ac:spMkLst>
        </pc:spChg>
        <pc:spChg chg="mod">
          <ac:chgData name="JHEYSON FABIAN VILLAVISAN BUITRAGO" userId="e5ced5c2-d787-455d-b115-4f08a699b8c8" providerId="ADAL" clId="{346ECE53-D0EE-4664-97A2-EE5ED4BD15CE}" dt="2025-09-13T03:58:14.513" v="2365" actId="20577"/>
          <ac:spMkLst>
            <pc:docMk/>
            <pc:sldMk cId="406270927" sldId="293"/>
            <ac:spMk id="10" creationId="{00CF3AA0-B3FF-1D53-ADAB-A70C0BC8D5FD}"/>
          </ac:spMkLst>
        </pc:spChg>
        <pc:graphicFrameChg chg="add mod">
          <ac:chgData name="JHEYSON FABIAN VILLAVISAN BUITRAGO" userId="e5ced5c2-d787-455d-b115-4f08a699b8c8" providerId="ADAL" clId="{346ECE53-D0EE-4664-97A2-EE5ED4BD15CE}" dt="2025-09-13T03:58:20.706" v="2366"/>
          <ac:graphicFrameMkLst>
            <pc:docMk/>
            <pc:sldMk cId="406270927" sldId="293"/>
            <ac:graphicFrameMk id="2" creationId="{B60F27A3-4A63-8AF6-699B-BB2BF795AF1D}"/>
          </ac:graphicFrameMkLst>
        </pc:graphicFrameChg>
        <pc:picChg chg="del">
          <ac:chgData name="JHEYSON FABIAN VILLAVISAN BUITRAGO" userId="e5ced5c2-d787-455d-b115-4f08a699b8c8" providerId="ADAL" clId="{346ECE53-D0EE-4664-97A2-EE5ED4BD15CE}" dt="2025-09-13T03:59:11.913" v="2382" actId="478"/>
          <ac:picMkLst>
            <pc:docMk/>
            <pc:sldMk cId="406270927" sldId="293"/>
            <ac:picMk id="8194" creationId="{549EC861-FF82-2555-9563-281E3C2BFE8C}"/>
          </ac:picMkLst>
        </pc:picChg>
        <pc:picChg chg="del">
          <ac:chgData name="JHEYSON FABIAN VILLAVISAN BUITRAGO" userId="e5ced5c2-d787-455d-b115-4f08a699b8c8" providerId="ADAL" clId="{346ECE53-D0EE-4664-97A2-EE5ED4BD15CE}" dt="2025-09-13T03:59:11.402" v="2381" actId="478"/>
          <ac:picMkLst>
            <pc:docMk/>
            <pc:sldMk cId="406270927" sldId="293"/>
            <ac:picMk id="8198" creationId="{F42D6509-2DEA-C157-B8FF-6868E00DC333}"/>
          </ac:picMkLst>
        </pc:picChg>
      </pc:sldChg>
      <pc:sldChg chg="modSp add mod ord">
        <pc:chgData name="JHEYSON FABIAN VILLAVISAN BUITRAGO" userId="e5ced5c2-d787-455d-b115-4f08a699b8c8" providerId="ADAL" clId="{346ECE53-D0EE-4664-97A2-EE5ED4BD15CE}" dt="2025-09-13T04:05:16.493" v="2431" actId="113"/>
        <pc:sldMkLst>
          <pc:docMk/>
          <pc:sldMk cId="1152748006" sldId="294"/>
        </pc:sldMkLst>
        <pc:spChg chg="mod">
          <ac:chgData name="JHEYSON FABIAN VILLAVISAN BUITRAGO" userId="e5ced5c2-d787-455d-b115-4f08a699b8c8" providerId="ADAL" clId="{346ECE53-D0EE-4664-97A2-EE5ED4BD15CE}" dt="2025-09-13T04:04:37.862" v="2427" actId="20577"/>
          <ac:spMkLst>
            <pc:docMk/>
            <pc:sldMk cId="1152748006" sldId="294"/>
            <ac:spMk id="4" creationId="{C99219BE-15F6-E2F9-28B8-4B8CC8EEFA34}"/>
          </ac:spMkLst>
        </pc:spChg>
        <pc:spChg chg="mod">
          <ac:chgData name="JHEYSON FABIAN VILLAVISAN BUITRAGO" userId="e5ced5c2-d787-455d-b115-4f08a699b8c8" providerId="ADAL" clId="{346ECE53-D0EE-4664-97A2-EE5ED4BD15CE}" dt="2025-09-13T04:05:16.493" v="2431" actId="113"/>
          <ac:spMkLst>
            <pc:docMk/>
            <pc:sldMk cId="1152748006" sldId="294"/>
            <ac:spMk id="6" creationId="{99CB5B52-7E7E-8C93-B1DE-FEDC349D9108}"/>
          </ac:spMkLst>
        </pc:spChg>
        <pc:spChg chg="mod">
          <ac:chgData name="JHEYSON FABIAN VILLAVISAN BUITRAGO" userId="e5ced5c2-d787-455d-b115-4f08a699b8c8" providerId="ADAL" clId="{346ECE53-D0EE-4664-97A2-EE5ED4BD15CE}" dt="2025-09-13T04:04:33.826" v="2414" actId="20577"/>
          <ac:spMkLst>
            <pc:docMk/>
            <pc:sldMk cId="1152748006" sldId="294"/>
            <ac:spMk id="10" creationId="{DBBA2A39-7469-A89E-5A50-682B4419A56D}"/>
          </ac:spMkLst>
        </pc:spChg>
      </pc:sldChg>
      <pc:sldChg chg="modSp add mod">
        <pc:chgData name="JHEYSON FABIAN VILLAVISAN BUITRAGO" userId="e5ced5c2-d787-455d-b115-4f08a699b8c8" providerId="ADAL" clId="{346ECE53-D0EE-4664-97A2-EE5ED4BD15CE}" dt="2025-09-13T04:12:52.484" v="2447"/>
        <pc:sldMkLst>
          <pc:docMk/>
          <pc:sldMk cId="2860410823" sldId="295"/>
        </pc:sldMkLst>
        <pc:spChg chg="mod">
          <ac:chgData name="JHEYSON FABIAN VILLAVISAN BUITRAGO" userId="e5ced5c2-d787-455d-b115-4f08a699b8c8" providerId="ADAL" clId="{346ECE53-D0EE-4664-97A2-EE5ED4BD15CE}" dt="2025-09-13T04:10:40.313" v="2444" actId="20577"/>
          <ac:spMkLst>
            <pc:docMk/>
            <pc:sldMk cId="2860410823" sldId="295"/>
            <ac:spMk id="4" creationId="{B0B40BF8-76B4-E539-201C-F4A455A15DF1}"/>
          </ac:spMkLst>
        </pc:spChg>
        <pc:spChg chg="mod">
          <ac:chgData name="JHEYSON FABIAN VILLAVISAN BUITRAGO" userId="e5ced5c2-d787-455d-b115-4f08a699b8c8" providerId="ADAL" clId="{346ECE53-D0EE-4664-97A2-EE5ED4BD15CE}" dt="2025-09-13T04:12:52.484" v="2447"/>
          <ac:spMkLst>
            <pc:docMk/>
            <pc:sldMk cId="2860410823" sldId="295"/>
            <ac:spMk id="6" creationId="{A4712743-4AF9-7144-9A84-C1164478F581}"/>
          </ac:spMkLst>
        </pc:spChg>
        <pc:spChg chg="mod">
          <ac:chgData name="JHEYSON FABIAN VILLAVISAN BUITRAGO" userId="e5ced5c2-d787-455d-b115-4f08a699b8c8" providerId="ADAL" clId="{346ECE53-D0EE-4664-97A2-EE5ED4BD15CE}" dt="2025-09-13T04:12:06.466" v="2446" actId="20577"/>
          <ac:spMkLst>
            <pc:docMk/>
            <pc:sldMk cId="2860410823" sldId="295"/>
            <ac:spMk id="10" creationId="{1BF5CBD4-31D0-7A47-5E22-9215620D4D23}"/>
          </ac:spMkLst>
        </pc:spChg>
      </pc:sldChg>
      <pc:sldChg chg="addSp delSp modSp add mod">
        <pc:chgData name="JHEYSON FABIAN VILLAVISAN BUITRAGO" userId="e5ced5c2-d787-455d-b115-4f08a699b8c8" providerId="ADAL" clId="{346ECE53-D0EE-4664-97A2-EE5ED4BD15CE}" dt="2025-09-13T04:33:36.103" v="2511" actId="20577"/>
        <pc:sldMkLst>
          <pc:docMk/>
          <pc:sldMk cId="1584679968" sldId="296"/>
        </pc:sldMkLst>
        <pc:spChg chg="mod">
          <ac:chgData name="JHEYSON FABIAN VILLAVISAN BUITRAGO" userId="e5ced5c2-d787-455d-b115-4f08a699b8c8" providerId="ADAL" clId="{346ECE53-D0EE-4664-97A2-EE5ED4BD15CE}" dt="2025-09-13T04:33:20.842" v="2505" actId="20577"/>
          <ac:spMkLst>
            <pc:docMk/>
            <pc:sldMk cId="1584679968" sldId="296"/>
            <ac:spMk id="6" creationId="{CDEF2F7C-092B-F6D7-F43D-939D803C1B1A}"/>
          </ac:spMkLst>
        </pc:spChg>
        <pc:spChg chg="mod">
          <ac:chgData name="JHEYSON FABIAN VILLAVISAN BUITRAGO" userId="e5ced5c2-d787-455d-b115-4f08a699b8c8" providerId="ADAL" clId="{346ECE53-D0EE-4664-97A2-EE5ED4BD15CE}" dt="2025-09-13T04:33:36.103" v="2511" actId="20577"/>
          <ac:spMkLst>
            <pc:docMk/>
            <pc:sldMk cId="1584679968" sldId="296"/>
            <ac:spMk id="10" creationId="{9948FBD5-4969-62BE-F940-5DD9840958F7}"/>
          </ac:spMkLst>
        </pc:spChg>
        <pc:picChg chg="add del mod">
          <ac:chgData name="JHEYSON FABIAN VILLAVISAN BUITRAGO" userId="e5ced5c2-d787-455d-b115-4f08a699b8c8" providerId="ADAL" clId="{346ECE53-D0EE-4664-97A2-EE5ED4BD15CE}" dt="2025-09-13T04:32:39.707" v="2465" actId="478"/>
          <ac:picMkLst>
            <pc:docMk/>
            <pc:sldMk cId="1584679968" sldId="296"/>
            <ac:picMk id="10242" creationId="{81E6025E-E7C4-F6C8-4897-D8C8749A73B3}"/>
          </ac:picMkLst>
        </pc:picChg>
        <pc:picChg chg="add del mod">
          <ac:chgData name="JHEYSON FABIAN VILLAVISAN BUITRAGO" userId="e5ced5c2-d787-455d-b115-4f08a699b8c8" providerId="ADAL" clId="{346ECE53-D0EE-4664-97A2-EE5ED4BD15CE}" dt="2025-09-13T04:32:40.107" v="2466" actId="478"/>
          <ac:picMkLst>
            <pc:docMk/>
            <pc:sldMk cId="1584679968" sldId="296"/>
            <ac:picMk id="10244" creationId="{5FF646EF-3861-FF7F-7DF8-6204E317652B}"/>
          </ac:picMkLst>
        </pc:picChg>
      </pc:sldChg>
      <pc:sldChg chg="modSp add mod ord">
        <pc:chgData name="JHEYSON FABIAN VILLAVISAN BUITRAGO" userId="e5ced5c2-d787-455d-b115-4f08a699b8c8" providerId="ADAL" clId="{346ECE53-D0EE-4664-97A2-EE5ED4BD15CE}" dt="2025-09-13T04:33:33.843" v="2509" actId="20577"/>
        <pc:sldMkLst>
          <pc:docMk/>
          <pc:sldMk cId="1419936985" sldId="297"/>
        </pc:sldMkLst>
        <pc:spChg chg="mod">
          <ac:chgData name="JHEYSON FABIAN VILLAVISAN BUITRAGO" userId="e5ced5c2-d787-455d-b115-4f08a699b8c8" providerId="ADAL" clId="{346ECE53-D0EE-4664-97A2-EE5ED4BD15CE}" dt="2025-09-13T04:33:33.843" v="2509" actId="20577"/>
          <ac:spMkLst>
            <pc:docMk/>
            <pc:sldMk cId="1419936985" sldId="297"/>
            <ac:spMk id="10" creationId="{15FA4C49-B1DE-4900-9A7E-EFFC1B406D55}"/>
          </ac:spMkLst>
        </pc:spChg>
      </pc:sldChg>
      <pc:sldChg chg="modSp add mod">
        <pc:chgData name="JHEYSON FABIAN VILLAVISAN BUITRAGO" userId="e5ced5c2-d787-455d-b115-4f08a699b8c8" providerId="ADAL" clId="{346ECE53-D0EE-4664-97A2-EE5ED4BD15CE}" dt="2025-09-13T04:36:10.013" v="2569" actId="20577"/>
        <pc:sldMkLst>
          <pc:docMk/>
          <pc:sldMk cId="467175700" sldId="298"/>
        </pc:sldMkLst>
        <pc:spChg chg="mod">
          <ac:chgData name="JHEYSON FABIAN VILLAVISAN BUITRAGO" userId="e5ced5c2-d787-455d-b115-4f08a699b8c8" providerId="ADAL" clId="{346ECE53-D0EE-4664-97A2-EE5ED4BD15CE}" dt="2025-09-13T04:36:10.013" v="2569" actId="20577"/>
          <ac:spMkLst>
            <pc:docMk/>
            <pc:sldMk cId="467175700" sldId="298"/>
            <ac:spMk id="6" creationId="{0AAE6FB7-7E2C-4882-8D02-907A42322428}"/>
          </ac:spMkLst>
        </pc:spChg>
        <pc:spChg chg="mod">
          <ac:chgData name="JHEYSON FABIAN VILLAVISAN BUITRAGO" userId="e5ced5c2-d787-455d-b115-4f08a699b8c8" providerId="ADAL" clId="{346ECE53-D0EE-4664-97A2-EE5ED4BD15CE}" dt="2025-09-13T04:34:28.400" v="2517" actId="20577"/>
          <ac:spMkLst>
            <pc:docMk/>
            <pc:sldMk cId="467175700" sldId="298"/>
            <ac:spMk id="10" creationId="{FA391DAE-D014-6EB6-0AAA-C4EBDDC57A2D}"/>
          </ac:spMkLst>
        </pc:spChg>
      </pc:sldChg>
      <pc:sldChg chg="del">
        <pc:chgData name="JHEYSON FABIAN VILLAVISAN BUITRAGO" userId="e5ced5c2-d787-455d-b115-4f08a699b8c8" providerId="ADAL" clId="{346ECE53-D0EE-4664-97A2-EE5ED4BD15CE}" dt="2025-09-12T14:39:17.290" v="15" actId="47"/>
        <pc:sldMkLst>
          <pc:docMk/>
          <pc:sldMk cId="3615389890" sldId="298"/>
        </pc:sldMkLst>
      </pc:sldChg>
      <pc:sldChg chg="modSp add mod">
        <pc:chgData name="JHEYSON FABIAN VILLAVISAN BUITRAGO" userId="e5ced5c2-d787-455d-b115-4f08a699b8c8" providerId="ADAL" clId="{346ECE53-D0EE-4664-97A2-EE5ED4BD15CE}" dt="2025-09-13T04:52:30.691" v="2706" actId="21"/>
        <pc:sldMkLst>
          <pc:docMk/>
          <pc:sldMk cId="3294748194" sldId="299"/>
        </pc:sldMkLst>
        <pc:spChg chg="mod">
          <ac:chgData name="JHEYSON FABIAN VILLAVISAN BUITRAGO" userId="e5ced5c2-d787-455d-b115-4f08a699b8c8" providerId="ADAL" clId="{346ECE53-D0EE-4664-97A2-EE5ED4BD15CE}" dt="2025-09-13T04:52:30.691" v="2706" actId="21"/>
          <ac:spMkLst>
            <pc:docMk/>
            <pc:sldMk cId="3294748194" sldId="299"/>
            <ac:spMk id="6" creationId="{16EB0CEE-0A27-1147-8824-25C17B08DA55}"/>
          </ac:spMkLst>
        </pc:spChg>
        <pc:spChg chg="mod">
          <ac:chgData name="JHEYSON FABIAN VILLAVISAN BUITRAGO" userId="e5ced5c2-d787-455d-b115-4f08a699b8c8" providerId="ADAL" clId="{346ECE53-D0EE-4664-97A2-EE5ED4BD15CE}" dt="2025-09-13T04:39:11.851" v="2571" actId="20577"/>
          <ac:spMkLst>
            <pc:docMk/>
            <pc:sldMk cId="3294748194" sldId="299"/>
            <ac:spMk id="10" creationId="{FA64C5A6-5D58-EC48-782E-0F6BB7B4880C}"/>
          </ac:spMkLst>
        </pc:spChg>
      </pc:sldChg>
      <pc:sldChg chg="del">
        <pc:chgData name="JHEYSON FABIAN VILLAVISAN BUITRAGO" userId="e5ced5c2-d787-455d-b115-4f08a699b8c8" providerId="ADAL" clId="{346ECE53-D0EE-4664-97A2-EE5ED4BD15CE}" dt="2025-09-12T14:39:17.290" v="15" actId="47"/>
        <pc:sldMkLst>
          <pc:docMk/>
          <pc:sldMk cId="3420418071" sldId="299"/>
        </pc:sldMkLst>
      </pc:sldChg>
      <pc:sldChg chg="addSp modSp add del mod modAnim">
        <pc:chgData name="JHEYSON FABIAN VILLAVISAN BUITRAGO" userId="e5ced5c2-d787-455d-b115-4f08a699b8c8" providerId="ADAL" clId="{346ECE53-D0EE-4664-97A2-EE5ED4BD15CE}" dt="2025-09-13T04:49:28.685" v="2704" actId="14100"/>
        <pc:sldMkLst>
          <pc:docMk/>
          <pc:sldMk cId="2042207119" sldId="300"/>
        </pc:sldMkLst>
        <pc:spChg chg="mod">
          <ac:chgData name="JHEYSON FABIAN VILLAVISAN BUITRAGO" userId="e5ced5c2-d787-455d-b115-4f08a699b8c8" providerId="ADAL" clId="{346ECE53-D0EE-4664-97A2-EE5ED4BD15CE}" dt="2025-09-13T04:48:50.775" v="2697" actId="1076"/>
          <ac:spMkLst>
            <pc:docMk/>
            <pc:sldMk cId="2042207119" sldId="300"/>
            <ac:spMk id="6" creationId="{492BA95A-2C63-8F22-7BF8-CA841D1BD244}"/>
          </ac:spMkLst>
        </pc:spChg>
        <pc:spChg chg="mod">
          <ac:chgData name="JHEYSON FABIAN VILLAVISAN BUITRAGO" userId="e5ced5c2-d787-455d-b115-4f08a699b8c8" providerId="ADAL" clId="{346ECE53-D0EE-4664-97A2-EE5ED4BD15CE}" dt="2025-09-13T04:48:54.599" v="2699" actId="20577"/>
          <ac:spMkLst>
            <pc:docMk/>
            <pc:sldMk cId="2042207119" sldId="300"/>
            <ac:spMk id="10" creationId="{D0C7E204-6B4D-5DCD-1F20-A06FB1CE361A}"/>
          </ac:spMkLst>
        </pc:spChg>
        <pc:picChg chg="add mod">
          <ac:chgData name="JHEYSON FABIAN VILLAVISAN BUITRAGO" userId="e5ced5c2-d787-455d-b115-4f08a699b8c8" providerId="ADAL" clId="{346ECE53-D0EE-4664-97A2-EE5ED4BD15CE}" dt="2025-09-13T04:49:28.685" v="2704" actId="14100"/>
          <ac:picMkLst>
            <pc:docMk/>
            <pc:sldMk cId="2042207119" sldId="300"/>
            <ac:picMk id="2" creationId="{42628D9E-ED3F-C3F9-E869-73F0C85D6403}"/>
          </ac:picMkLst>
        </pc:picChg>
      </pc:sldChg>
      <pc:sldChg chg="del">
        <pc:chgData name="JHEYSON FABIAN VILLAVISAN BUITRAGO" userId="e5ced5c2-d787-455d-b115-4f08a699b8c8" providerId="ADAL" clId="{346ECE53-D0EE-4664-97A2-EE5ED4BD15CE}" dt="2025-09-12T14:39:17.290" v="15" actId="47"/>
        <pc:sldMkLst>
          <pc:docMk/>
          <pc:sldMk cId="3504482196" sldId="300"/>
        </pc:sldMkLst>
      </pc:sldChg>
      <pc:sldChg chg="addSp delSp modSp add mod delAnim">
        <pc:chgData name="JHEYSON FABIAN VILLAVISAN BUITRAGO" userId="e5ced5c2-d787-455d-b115-4f08a699b8c8" providerId="ADAL" clId="{346ECE53-D0EE-4664-97A2-EE5ED4BD15CE}" dt="2025-09-13T05:00:00.573" v="3303" actId="20577"/>
        <pc:sldMkLst>
          <pc:docMk/>
          <pc:sldMk cId="45021175" sldId="301"/>
        </pc:sldMkLst>
        <pc:spChg chg="mod">
          <ac:chgData name="JHEYSON FABIAN VILLAVISAN BUITRAGO" userId="e5ced5c2-d787-455d-b115-4f08a699b8c8" providerId="ADAL" clId="{346ECE53-D0EE-4664-97A2-EE5ED4BD15CE}" dt="2025-09-13T04:56:44.626" v="2718" actId="20577"/>
          <ac:spMkLst>
            <pc:docMk/>
            <pc:sldMk cId="45021175" sldId="301"/>
            <ac:spMk id="4" creationId="{58C748AB-39C2-3E5B-63AA-2DA64DC685C8}"/>
          </ac:spMkLst>
        </pc:spChg>
        <pc:spChg chg="mod">
          <ac:chgData name="JHEYSON FABIAN VILLAVISAN BUITRAGO" userId="e5ced5c2-d787-455d-b115-4f08a699b8c8" providerId="ADAL" clId="{346ECE53-D0EE-4664-97A2-EE5ED4BD15CE}" dt="2025-09-13T04:59:41.797" v="3301" actId="20577"/>
          <ac:spMkLst>
            <pc:docMk/>
            <pc:sldMk cId="45021175" sldId="301"/>
            <ac:spMk id="6" creationId="{492BA95A-2C63-8F22-7BF8-CA841D1BD244}"/>
          </ac:spMkLst>
        </pc:spChg>
        <pc:spChg chg="mod">
          <ac:chgData name="JHEYSON FABIAN VILLAVISAN BUITRAGO" userId="e5ced5c2-d787-455d-b115-4f08a699b8c8" providerId="ADAL" clId="{346ECE53-D0EE-4664-97A2-EE5ED4BD15CE}" dt="2025-09-13T05:00:00.573" v="3303" actId="20577"/>
          <ac:spMkLst>
            <pc:docMk/>
            <pc:sldMk cId="45021175" sldId="301"/>
            <ac:spMk id="10" creationId="{D0C7E204-6B4D-5DCD-1F20-A06FB1CE361A}"/>
          </ac:spMkLst>
        </pc:spChg>
        <pc:picChg chg="del">
          <ac:chgData name="JHEYSON FABIAN VILLAVISAN BUITRAGO" userId="e5ced5c2-d787-455d-b115-4f08a699b8c8" providerId="ADAL" clId="{346ECE53-D0EE-4664-97A2-EE5ED4BD15CE}" dt="2025-09-13T04:56:41.273" v="2708" actId="478"/>
          <ac:picMkLst>
            <pc:docMk/>
            <pc:sldMk cId="45021175" sldId="301"/>
            <ac:picMk id="2" creationId="{42628D9E-ED3F-C3F9-E869-73F0C85D6403}"/>
          </ac:picMkLst>
        </pc:picChg>
        <pc:picChg chg="add mod">
          <ac:chgData name="JHEYSON FABIAN VILLAVISAN BUITRAGO" userId="e5ced5c2-d787-455d-b115-4f08a699b8c8" providerId="ADAL" clId="{346ECE53-D0EE-4664-97A2-EE5ED4BD15CE}" dt="2025-09-13T04:59:27.164" v="3298" actId="1076"/>
          <ac:picMkLst>
            <pc:docMk/>
            <pc:sldMk cId="45021175" sldId="301"/>
            <ac:picMk id="7" creationId="{27850AE2-964E-B5A9-0177-69FE44312809}"/>
          </ac:picMkLst>
        </pc:picChg>
      </pc:sldChg>
      <pc:sldChg chg="del">
        <pc:chgData name="JHEYSON FABIAN VILLAVISAN BUITRAGO" userId="e5ced5c2-d787-455d-b115-4f08a699b8c8" providerId="ADAL" clId="{346ECE53-D0EE-4664-97A2-EE5ED4BD15CE}" dt="2025-09-12T14:39:17.290" v="15" actId="47"/>
        <pc:sldMkLst>
          <pc:docMk/>
          <pc:sldMk cId="3238592863" sldId="301"/>
        </pc:sldMkLst>
      </pc:sldChg>
      <pc:sldChg chg="del">
        <pc:chgData name="JHEYSON FABIAN VILLAVISAN BUITRAGO" userId="e5ced5c2-d787-455d-b115-4f08a699b8c8" providerId="ADAL" clId="{346ECE53-D0EE-4664-97A2-EE5ED4BD15CE}" dt="2025-09-12T14:39:17.290" v="15" actId="47"/>
        <pc:sldMkLst>
          <pc:docMk/>
          <pc:sldMk cId="1588383939" sldId="302"/>
        </pc:sldMkLst>
      </pc:sldChg>
      <pc:sldChg chg="addSp delSp modSp add mod">
        <pc:chgData name="JHEYSON FABIAN VILLAVISAN BUITRAGO" userId="e5ced5c2-d787-455d-b115-4f08a699b8c8" providerId="ADAL" clId="{346ECE53-D0EE-4664-97A2-EE5ED4BD15CE}" dt="2025-09-13T05:09:16.635" v="3778" actId="313"/>
        <pc:sldMkLst>
          <pc:docMk/>
          <pc:sldMk cId="1696375848" sldId="302"/>
        </pc:sldMkLst>
        <pc:spChg chg="mod">
          <ac:chgData name="JHEYSON FABIAN VILLAVISAN BUITRAGO" userId="e5ced5c2-d787-455d-b115-4f08a699b8c8" providerId="ADAL" clId="{346ECE53-D0EE-4664-97A2-EE5ED4BD15CE}" dt="2025-09-13T05:09:16.635" v="3778" actId="313"/>
          <ac:spMkLst>
            <pc:docMk/>
            <pc:sldMk cId="1696375848" sldId="302"/>
            <ac:spMk id="4" creationId="{63DE7118-4C73-8A2A-B1C5-ABE4B53B0574}"/>
          </ac:spMkLst>
        </pc:spChg>
        <pc:spChg chg="mod">
          <ac:chgData name="JHEYSON FABIAN VILLAVISAN BUITRAGO" userId="e5ced5c2-d787-455d-b115-4f08a699b8c8" providerId="ADAL" clId="{346ECE53-D0EE-4664-97A2-EE5ED4BD15CE}" dt="2025-09-13T05:09:12.928" v="3777" actId="20577"/>
          <ac:spMkLst>
            <pc:docMk/>
            <pc:sldMk cId="1696375848" sldId="302"/>
            <ac:spMk id="6" creationId="{5E65C762-2C53-E3C4-7DC6-613B2D3C73F4}"/>
          </ac:spMkLst>
        </pc:spChg>
        <pc:spChg chg="mod">
          <ac:chgData name="JHEYSON FABIAN VILLAVISAN BUITRAGO" userId="e5ced5c2-d787-455d-b115-4f08a699b8c8" providerId="ADAL" clId="{346ECE53-D0EE-4664-97A2-EE5ED4BD15CE}" dt="2025-09-13T05:02:03.372" v="3326" actId="20577"/>
          <ac:spMkLst>
            <pc:docMk/>
            <pc:sldMk cId="1696375848" sldId="302"/>
            <ac:spMk id="10" creationId="{219FF730-CC58-350A-E4EC-0DCD5994825A}"/>
          </ac:spMkLst>
        </pc:spChg>
        <pc:picChg chg="add del">
          <ac:chgData name="JHEYSON FABIAN VILLAVISAN BUITRAGO" userId="e5ced5c2-d787-455d-b115-4f08a699b8c8" providerId="ADAL" clId="{346ECE53-D0EE-4664-97A2-EE5ED4BD15CE}" dt="2025-09-13T05:05:57.319" v="3481" actId="478"/>
          <ac:picMkLst>
            <pc:docMk/>
            <pc:sldMk cId="1696375848" sldId="302"/>
            <ac:picMk id="3" creationId="{011AC604-153B-A922-E2C9-11EF649F41D9}"/>
          </ac:picMkLst>
        </pc:picChg>
        <pc:picChg chg="del">
          <ac:chgData name="JHEYSON FABIAN VILLAVISAN BUITRAGO" userId="e5ced5c2-d787-455d-b115-4f08a699b8c8" providerId="ADAL" clId="{346ECE53-D0EE-4664-97A2-EE5ED4BD15CE}" dt="2025-09-13T05:04:32.400" v="3478" actId="478"/>
          <ac:picMkLst>
            <pc:docMk/>
            <pc:sldMk cId="1696375848" sldId="302"/>
            <ac:picMk id="7" creationId="{4C01EA5F-3180-B3EB-1927-4D7E73F5F9EB}"/>
          </ac:picMkLst>
        </pc:picChg>
      </pc:sldChg>
      <pc:sldChg chg="del">
        <pc:chgData name="JHEYSON FABIAN VILLAVISAN BUITRAGO" userId="e5ced5c2-d787-455d-b115-4f08a699b8c8" providerId="ADAL" clId="{346ECE53-D0EE-4664-97A2-EE5ED4BD15CE}" dt="2025-09-12T14:39:17.290" v="15" actId="47"/>
        <pc:sldMkLst>
          <pc:docMk/>
          <pc:sldMk cId="658582679" sldId="303"/>
        </pc:sldMkLst>
      </pc:sldChg>
      <pc:sldChg chg="addSp delSp modSp add mod">
        <pc:chgData name="JHEYSON FABIAN VILLAVISAN BUITRAGO" userId="e5ced5c2-d787-455d-b115-4f08a699b8c8" providerId="ADAL" clId="{346ECE53-D0EE-4664-97A2-EE5ED4BD15CE}" dt="2025-09-13T05:09:27.565" v="3782" actId="20577"/>
        <pc:sldMkLst>
          <pc:docMk/>
          <pc:sldMk cId="2881167433" sldId="303"/>
        </pc:sldMkLst>
        <pc:spChg chg="mod">
          <ac:chgData name="JHEYSON FABIAN VILLAVISAN BUITRAGO" userId="e5ced5c2-d787-455d-b115-4f08a699b8c8" providerId="ADAL" clId="{346ECE53-D0EE-4664-97A2-EE5ED4BD15CE}" dt="2025-09-13T05:06:06.040" v="3486" actId="313"/>
          <ac:spMkLst>
            <pc:docMk/>
            <pc:sldMk cId="2881167433" sldId="303"/>
            <ac:spMk id="4" creationId="{EB5BC1AC-F286-58D9-0C16-FF5BF360C91F}"/>
          </ac:spMkLst>
        </pc:spChg>
        <pc:spChg chg="del">
          <ac:chgData name="JHEYSON FABIAN VILLAVISAN BUITRAGO" userId="e5ced5c2-d787-455d-b115-4f08a699b8c8" providerId="ADAL" clId="{346ECE53-D0EE-4664-97A2-EE5ED4BD15CE}" dt="2025-09-13T05:06:01.233" v="3483" actId="478"/>
          <ac:spMkLst>
            <pc:docMk/>
            <pc:sldMk cId="2881167433" sldId="303"/>
            <ac:spMk id="6" creationId="{F3F6EFD9-F9E5-FA1A-4680-8F51175D1653}"/>
          </ac:spMkLst>
        </pc:spChg>
        <pc:spChg chg="add del mod">
          <ac:chgData name="JHEYSON FABIAN VILLAVISAN BUITRAGO" userId="e5ced5c2-d787-455d-b115-4f08a699b8c8" providerId="ADAL" clId="{346ECE53-D0EE-4664-97A2-EE5ED4BD15CE}" dt="2025-09-13T05:06:02.787" v="3484" actId="478"/>
          <ac:spMkLst>
            <pc:docMk/>
            <pc:sldMk cId="2881167433" sldId="303"/>
            <ac:spMk id="7" creationId="{61E7774F-72F2-9BA2-5416-72FD4A64FFB9}"/>
          </ac:spMkLst>
        </pc:spChg>
        <pc:spChg chg="mod">
          <ac:chgData name="JHEYSON FABIAN VILLAVISAN BUITRAGO" userId="e5ced5c2-d787-455d-b115-4f08a699b8c8" providerId="ADAL" clId="{346ECE53-D0EE-4664-97A2-EE5ED4BD15CE}" dt="2025-09-13T05:09:27.565" v="3782" actId="20577"/>
          <ac:spMkLst>
            <pc:docMk/>
            <pc:sldMk cId="2881167433" sldId="303"/>
            <ac:spMk id="10" creationId="{60465CDE-CE01-291E-4163-2C90186D153F}"/>
          </ac:spMkLst>
        </pc:spChg>
        <pc:picChg chg="mod">
          <ac:chgData name="JHEYSON FABIAN VILLAVISAN BUITRAGO" userId="e5ced5c2-d787-455d-b115-4f08a699b8c8" providerId="ADAL" clId="{346ECE53-D0EE-4664-97A2-EE5ED4BD15CE}" dt="2025-09-13T05:09:20.698" v="3780" actId="1076"/>
          <ac:picMkLst>
            <pc:docMk/>
            <pc:sldMk cId="2881167433" sldId="303"/>
            <ac:picMk id="3" creationId="{8D9D6737-820C-41F2-0213-6566DAD2CA8C}"/>
          </ac:picMkLst>
        </pc:picChg>
      </pc:sldChg>
      <pc:sldChg chg="delSp modSp add mod">
        <pc:chgData name="JHEYSON FABIAN VILLAVISAN BUITRAGO" userId="e5ced5c2-d787-455d-b115-4f08a699b8c8" providerId="ADAL" clId="{346ECE53-D0EE-4664-97A2-EE5ED4BD15CE}" dt="2025-09-13T05:09:48.743" v="3807" actId="1076"/>
        <pc:sldMkLst>
          <pc:docMk/>
          <pc:sldMk cId="3882822646" sldId="304"/>
        </pc:sldMkLst>
        <pc:spChg chg="mod">
          <ac:chgData name="JHEYSON FABIAN VILLAVISAN BUITRAGO" userId="e5ced5c2-d787-455d-b115-4f08a699b8c8" providerId="ADAL" clId="{346ECE53-D0EE-4664-97A2-EE5ED4BD15CE}" dt="2025-09-13T05:09:48.743" v="3807" actId="1076"/>
          <ac:spMkLst>
            <pc:docMk/>
            <pc:sldMk cId="3882822646" sldId="304"/>
            <ac:spMk id="4" creationId="{39F124C8-098C-669F-4BB4-6CFDB379D9C3}"/>
          </ac:spMkLst>
        </pc:spChg>
        <pc:spChg chg="mod">
          <ac:chgData name="JHEYSON FABIAN VILLAVISAN BUITRAGO" userId="e5ced5c2-d787-455d-b115-4f08a699b8c8" providerId="ADAL" clId="{346ECE53-D0EE-4664-97A2-EE5ED4BD15CE}" dt="2025-09-13T05:09:35.775" v="3786" actId="20577"/>
          <ac:spMkLst>
            <pc:docMk/>
            <pc:sldMk cId="3882822646" sldId="304"/>
            <ac:spMk id="10" creationId="{25C0BFCC-1297-9A5E-A3A6-9E982ED1E620}"/>
          </ac:spMkLst>
        </pc:spChg>
        <pc:picChg chg="del">
          <ac:chgData name="JHEYSON FABIAN VILLAVISAN BUITRAGO" userId="e5ced5c2-d787-455d-b115-4f08a699b8c8" providerId="ADAL" clId="{346ECE53-D0EE-4664-97A2-EE5ED4BD15CE}" dt="2025-09-13T05:09:33.416" v="3784" actId="478"/>
          <ac:picMkLst>
            <pc:docMk/>
            <pc:sldMk cId="3882822646" sldId="304"/>
            <ac:picMk id="3" creationId="{22E6171F-62A9-3F56-0084-5D6F70BFA59C}"/>
          </ac:picMkLst>
        </pc:picChg>
      </pc:sldChg>
    </pc:docChg>
  </pc:docChgLst>
  <pc:docChgLst>
    <pc:chgData name="DIEGO ALEJANDRO RODRIGUEZ GOMEZ" userId="S::darodriguezgo@itc.edu.co::1e2337d8-8fab-437d-a653-fa453b036901" providerId="AD" clId="Web-{C13E926A-233F-0F61-E50D-8A8162AF14F2}"/>
    <pc:docChg chg="addSld modSld sldOrd modSection">
      <pc:chgData name="DIEGO ALEJANDRO RODRIGUEZ GOMEZ" userId="S::darodriguezgo@itc.edu.co::1e2337d8-8fab-437d-a653-fa453b036901" providerId="AD" clId="Web-{C13E926A-233F-0F61-E50D-8A8162AF14F2}" dt="2024-08-28T01:30:14.005" v="6"/>
      <pc:docMkLst>
        <pc:docMk/>
      </pc:docMkLst>
      <pc:sldChg chg="ord">
        <pc:chgData name="DIEGO ALEJANDRO RODRIGUEZ GOMEZ" userId="S::darodriguezgo@itc.edu.co::1e2337d8-8fab-437d-a653-fa453b036901" providerId="AD" clId="Web-{C13E926A-233F-0F61-E50D-8A8162AF14F2}" dt="2024-08-28T00:47:08.796" v="0"/>
        <pc:sldMkLst>
          <pc:docMk/>
          <pc:sldMk cId="2984553591" sldId="289"/>
        </pc:sldMkLst>
      </pc:sldChg>
      <pc:sldChg chg="addSp delSp modSp ord">
        <pc:chgData name="DIEGO ALEJANDRO RODRIGUEZ GOMEZ" userId="S::darodriguezgo@itc.edu.co::1e2337d8-8fab-437d-a653-fa453b036901" providerId="AD" clId="Web-{C13E926A-233F-0F61-E50D-8A8162AF14F2}" dt="2024-08-28T01:30:14.005" v="6"/>
        <pc:sldMkLst>
          <pc:docMk/>
          <pc:sldMk cId="407945755" sldId="290"/>
        </pc:sldMkLst>
      </pc:sldChg>
      <pc:sldChg chg="new">
        <pc:chgData name="DIEGO ALEJANDRO RODRIGUEZ GOMEZ" userId="S::darodriguezgo@itc.edu.co::1e2337d8-8fab-437d-a653-fa453b036901" providerId="AD" clId="Web-{C13E926A-233F-0F61-E50D-8A8162AF14F2}" dt="2024-08-28T00:48:28.626" v="1"/>
        <pc:sldMkLst>
          <pc:docMk/>
          <pc:sldMk cId="3981299200" sldId="296"/>
        </pc:sldMkLst>
      </pc:sldChg>
    </pc:docChg>
  </pc:docChgLst>
  <pc:docChgLst>
    <pc:chgData name="DIEGO ALEJANDRO RODRIGUEZ GOMEZ" userId="S::darodriguezgo@itc.edu.co::1e2337d8-8fab-437d-a653-fa453b036901" providerId="AD" clId="Web-{538D1E32-CF57-9A4D-28E3-F76089058522}"/>
    <pc:docChg chg="addSld modSection">
      <pc:chgData name="DIEGO ALEJANDRO RODRIGUEZ GOMEZ" userId="S::darodriguezgo@itc.edu.co::1e2337d8-8fab-437d-a653-fa453b036901" providerId="AD" clId="Web-{538D1E32-CF57-9A4D-28E3-F76089058522}" dt="2024-08-28T02:04:32.248" v="0"/>
      <pc:docMkLst>
        <pc:docMk/>
      </pc:docMkLst>
      <pc:sldChg chg="new">
        <pc:chgData name="DIEGO ALEJANDRO RODRIGUEZ GOMEZ" userId="S::darodriguezgo@itc.edu.co::1e2337d8-8fab-437d-a653-fa453b036901" providerId="AD" clId="Web-{538D1E32-CF57-9A4D-28E3-F76089058522}" dt="2024-08-28T02:04:32.248" v="0"/>
        <pc:sldMkLst>
          <pc:docMk/>
          <pc:sldMk cId="1439744647" sldId="297"/>
        </pc:sldMkLst>
      </pc:sldChg>
    </pc:docChg>
  </pc:docChgLst>
  <pc:docChgLst>
    <pc:chgData name="JHEYSON FABIAN VILLAVISAN BUITRAGO" userId="e5ced5c2-d787-455d-b115-4f08a699b8c8" providerId="ADAL" clId="{1E2E911B-7E72-4E39-98E0-2C0EB388CD7F}"/>
    <pc:docChg chg="custSel addSld modSld modSection">
      <pc:chgData name="JHEYSON FABIAN VILLAVISAN BUITRAGO" userId="e5ced5c2-d787-455d-b115-4f08a699b8c8" providerId="ADAL" clId="{1E2E911B-7E72-4E39-98E0-2C0EB388CD7F}" dt="2024-09-03T14:29:29.165" v="211" actId="20577"/>
      <pc:docMkLst>
        <pc:docMk/>
      </pc:docMkLst>
      <pc:sldChg chg="addSp delSp modSp mod">
        <pc:chgData name="JHEYSON FABIAN VILLAVISAN BUITRAGO" userId="e5ced5c2-d787-455d-b115-4f08a699b8c8" providerId="ADAL" clId="{1E2E911B-7E72-4E39-98E0-2C0EB388CD7F}" dt="2024-08-12T16:39:02.340" v="18" actId="20577"/>
        <pc:sldMkLst>
          <pc:docMk/>
          <pc:sldMk cId="2505371292" sldId="270"/>
        </pc:sldMkLst>
      </pc:sldChg>
      <pc:sldChg chg="modSp">
        <pc:chgData name="JHEYSON FABIAN VILLAVISAN BUITRAGO" userId="e5ced5c2-d787-455d-b115-4f08a699b8c8" providerId="ADAL" clId="{1E2E911B-7E72-4E39-98E0-2C0EB388CD7F}" dt="2024-08-12T16:39:14.175" v="19" actId="20577"/>
        <pc:sldMkLst>
          <pc:docMk/>
          <pc:sldMk cId="3873222534" sldId="276"/>
        </pc:sldMkLst>
      </pc:sldChg>
      <pc:sldChg chg="modSp">
        <pc:chgData name="JHEYSON FABIAN VILLAVISAN BUITRAGO" userId="e5ced5c2-d787-455d-b115-4f08a699b8c8" providerId="ADAL" clId="{1E2E911B-7E72-4E39-98E0-2C0EB388CD7F}" dt="2024-08-12T16:39:51.260" v="22" actId="20577"/>
        <pc:sldMkLst>
          <pc:docMk/>
          <pc:sldMk cId="58491467" sldId="278"/>
        </pc:sldMkLst>
      </pc:sldChg>
      <pc:sldChg chg="modSp mod">
        <pc:chgData name="JHEYSON FABIAN VILLAVISAN BUITRAGO" userId="e5ced5c2-d787-455d-b115-4f08a699b8c8" providerId="ADAL" clId="{1E2E911B-7E72-4E39-98E0-2C0EB388CD7F}" dt="2024-08-12T16:50:01.767" v="28" actId="20577"/>
        <pc:sldMkLst>
          <pc:docMk/>
          <pc:sldMk cId="1894837781" sldId="279"/>
        </pc:sldMkLst>
      </pc:sldChg>
      <pc:sldChg chg="addSp modSp mod">
        <pc:chgData name="JHEYSON FABIAN VILLAVISAN BUITRAGO" userId="e5ced5c2-d787-455d-b115-4f08a699b8c8" providerId="ADAL" clId="{1E2E911B-7E72-4E39-98E0-2C0EB388CD7F}" dt="2024-08-12T16:58:55.987" v="53" actId="20577"/>
        <pc:sldMkLst>
          <pc:docMk/>
          <pc:sldMk cId="1064503744" sldId="280"/>
        </pc:sldMkLst>
      </pc:sldChg>
      <pc:sldChg chg="modSp mod">
        <pc:chgData name="JHEYSON FABIAN VILLAVISAN BUITRAGO" userId="e5ced5c2-d787-455d-b115-4f08a699b8c8" providerId="ADAL" clId="{1E2E911B-7E72-4E39-98E0-2C0EB388CD7F}" dt="2024-08-12T16:58:45.549" v="51" actId="20577"/>
        <pc:sldMkLst>
          <pc:docMk/>
          <pc:sldMk cId="600911693" sldId="283"/>
        </pc:sldMkLst>
      </pc:sldChg>
      <pc:sldChg chg="modSp mod">
        <pc:chgData name="JHEYSON FABIAN VILLAVISAN BUITRAGO" userId="e5ced5c2-d787-455d-b115-4f08a699b8c8" providerId="ADAL" clId="{1E2E911B-7E72-4E39-98E0-2C0EB388CD7F}" dt="2024-08-12T17:58:30.651" v="204" actId="20577"/>
        <pc:sldMkLst>
          <pc:docMk/>
          <pc:sldMk cId="1698574024" sldId="284"/>
        </pc:sldMkLst>
      </pc:sldChg>
      <pc:sldChg chg="modSp mod">
        <pc:chgData name="JHEYSON FABIAN VILLAVISAN BUITRAGO" userId="e5ced5c2-d787-455d-b115-4f08a699b8c8" providerId="ADAL" clId="{1E2E911B-7E72-4E39-98E0-2C0EB388CD7F}" dt="2024-08-12T17:58:36.581" v="208" actId="20577"/>
        <pc:sldMkLst>
          <pc:docMk/>
          <pc:sldMk cId="1499167107" sldId="285"/>
        </pc:sldMkLst>
      </pc:sldChg>
      <pc:sldChg chg="addSp modSp mod">
        <pc:chgData name="JHEYSON FABIAN VILLAVISAN BUITRAGO" userId="e5ced5c2-d787-455d-b115-4f08a699b8c8" providerId="ADAL" clId="{1E2E911B-7E72-4E39-98E0-2C0EB388CD7F}" dt="2024-08-12T17:05:04.214" v="64" actId="20577"/>
        <pc:sldMkLst>
          <pc:docMk/>
          <pc:sldMk cId="1001278451" sldId="286"/>
        </pc:sldMkLst>
      </pc:sldChg>
      <pc:sldChg chg="addSp modSp mod">
        <pc:chgData name="JHEYSON FABIAN VILLAVISAN BUITRAGO" userId="e5ced5c2-d787-455d-b115-4f08a699b8c8" providerId="ADAL" clId="{1E2E911B-7E72-4E39-98E0-2C0EB388CD7F}" dt="2024-08-20T21:47:44.001" v="209" actId="1076"/>
        <pc:sldMkLst>
          <pc:docMk/>
          <pc:sldMk cId="185654624" sldId="287"/>
        </pc:sldMkLst>
      </pc:sldChg>
      <pc:sldChg chg="modSp mod">
        <pc:chgData name="JHEYSON FABIAN VILLAVISAN BUITRAGO" userId="e5ced5c2-d787-455d-b115-4f08a699b8c8" providerId="ADAL" clId="{1E2E911B-7E72-4E39-98E0-2C0EB388CD7F}" dt="2024-08-12T17:45:05.182" v="187" actId="20577"/>
        <pc:sldMkLst>
          <pc:docMk/>
          <pc:sldMk cId="1693476339" sldId="288"/>
        </pc:sldMkLst>
      </pc:sldChg>
      <pc:sldChg chg="modSp mod">
        <pc:chgData name="JHEYSON FABIAN VILLAVISAN BUITRAGO" userId="e5ced5c2-d787-455d-b115-4f08a699b8c8" providerId="ADAL" clId="{1E2E911B-7E72-4E39-98E0-2C0EB388CD7F}" dt="2024-08-12T17:45:07.724" v="189" actId="20577"/>
        <pc:sldMkLst>
          <pc:docMk/>
          <pc:sldMk cId="2984553591" sldId="289"/>
        </pc:sldMkLst>
      </pc:sldChg>
      <pc:sldChg chg="modSp mod">
        <pc:chgData name="JHEYSON FABIAN VILLAVISAN BUITRAGO" userId="e5ced5c2-d787-455d-b115-4f08a699b8c8" providerId="ADAL" clId="{1E2E911B-7E72-4E39-98E0-2C0EB388CD7F}" dt="2024-08-12T17:45:40.642" v="199" actId="1076"/>
        <pc:sldMkLst>
          <pc:docMk/>
          <pc:sldMk cId="407945755" sldId="290"/>
        </pc:sldMkLst>
      </pc:sldChg>
      <pc:sldChg chg="modSp mod">
        <pc:chgData name="JHEYSON FABIAN VILLAVISAN BUITRAGO" userId="e5ced5c2-d787-455d-b115-4f08a699b8c8" providerId="ADAL" clId="{1E2E911B-7E72-4E39-98E0-2C0EB388CD7F}" dt="2024-09-03T14:29:29.165" v="211" actId="20577"/>
        <pc:sldMkLst>
          <pc:docMk/>
          <pc:sldMk cId="1362307742" sldId="291"/>
        </pc:sldMkLst>
      </pc:sldChg>
      <pc:sldChg chg="modSp mod">
        <pc:chgData name="JHEYSON FABIAN VILLAVISAN BUITRAGO" userId="e5ced5c2-d787-455d-b115-4f08a699b8c8" providerId="ADAL" clId="{1E2E911B-7E72-4E39-98E0-2C0EB388CD7F}" dt="2024-08-12T17:58:34.241" v="206" actId="20577"/>
        <pc:sldMkLst>
          <pc:docMk/>
          <pc:sldMk cId="1411283449" sldId="292"/>
        </pc:sldMkLst>
      </pc:sldChg>
      <pc:sldChg chg="modSp add mod">
        <pc:chgData name="JHEYSON FABIAN VILLAVISAN BUITRAGO" userId="e5ced5c2-d787-455d-b115-4f08a699b8c8" providerId="ADAL" clId="{1E2E911B-7E72-4E39-98E0-2C0EB388CD7F}" dt="2024-08-12T16:49:47.251" v="27" actId="20577"/>
        <pc:sldMkLst>
          <pc:docMk/>
          <pc:sldMk cId="2448612144" sldId="293"/>
        </pc:sldMkLst>
      </pc:sldChg>
      <pc:sldChg chg="addSp delSp modSp add mod">
        <pc:chgData name="JHEYSON FABIAN VILLAVISAN BUITRAGO" userId="e5ced5c2-d787-455d-b115-4f08a699b8c8" providerId="ADAL" clId="{1E2E911B-7E72-4E39-98E0-2C0EB388CD7F}" dt="2024-08-12T17:44:59.584" v="183" actId="20577"/>
        <pc:sldMkLst>
          <pc:docMk/>
          <pc:sldMk cId="2466407268" sldId="294"/>
        </pc:sldMkLst>
      </pc:sldChg>
      <pc:sldChg chg="addSp modSp add mod">
        <pc:chgData name="JHEYSON FABIAN VILLAVISAN BUITRAGO" userId="e5ced5c2-d787-455d-b115-4f08a699b8c8" providerId="ADAL" clId="{1E2E911B-7E72-4E39-98E0-2C0EB388CD7F}" dt="2024-08-12T17:45:02.067" v="185" actId="20577"/>
        <pc:sldMkLst>
          <pc:docMk/>
          <pc:sldMk cId="2113326980" sldId="295"/>
        </pc:sldMkLst>
      </pc:sldChg>
    </pc:docChg>
  </pc:docChgLst>
  <pc:docChgLst>
    <pc:chgData name="JHEYSON FABIAN VILLAVISAN BUITRAGO" userId="e5ced5c2-d787-455d-b115-4f08a699b8c8" providerId="ADAL" clId="{6D4E4387-A8B5-4EAB-B129-13D0102C3393}"/>
    <pc:docChg chg="undo custSel addSld modSld modSection">
      <pc:chgData name="JHEYSON FABIAN VILLAVISAN BUITRAGO" userId="e5ced5c2-d787-455d-b115-4f08a699b8c8" providerId="ADAL" clId="{6D4E4387-A8B5-4EAB-B129-13D0102C3393}" dt="2023-08-02T00:01:03.382" v="783" actId="20577"/>
      <pc:docMkLst>
        <pc:docMk/>
      </pc:docMkLst>
      <pc:sldChg chg="delSp modSp mod">
        <pc:chgData name="JHEYSON FABIAN VILLAVISAN BUITRAGO" userId="e5ced5c2-d787-455d-b115-4f08a699b8c8" providerId="ADAL" clId="{6D4E4387-A8B5-4EAB-B129-13D0102C3393}" dt="2023-08-01T18:38:51.331" v="37" actId="1076"/>
        <pc:sldMkLst>
          <pc:docMk/>
          <pc:sldMk cId="0" sldId="256"/>
        </pc:sldMkLst>
      </pc:sldChg>
      <pc:sldChg chg="addSp delSp modSp">
        <pc:chgData name="JHEYSON FABIAN VILLAVISAN BUITRAGO" userId="e5ced5c2-d787-455d-b115-4f08a699b8c8" providerId="ADAL" clId="{6D4E4387-A8B5-4EAB-B129-13D0102C3393}" dt="2023-08-01T18:50:11.591" v="691" actId="20577"/>
        <pc:sldMkLst>
          <pc:docMk/>
          <pc:sldMk cId="0" sldId="261"/>
        </pc:sldMkLst>
      </pc:sldChg>
      <pc:sldChg chg="delSp">
        <pc:chgData name="JHEYSON FABIAN VILLAVISAN BUITRAGO" userId="e5ced5c2-d787-455d-b115-4f08a699b8c8" providerId="ADAL" clId="{6D4E4387-A8B5-4EAB-B129-13D0102C3393}" dt="2023-08-01T18:39:15.327" v="44" actId="478"/>
        <pc:sldMkLst>
          <pc:docMk/>
          <pc:sldMk cId="0" sldId="264"/>
        </pc:sldMkLst>
      </pc:sldChg>
      <pc:sldChg chg="addSp delSp modSp">
        <pc:chgData name="JHEYSON FABIAN VILLAVISAN BUITRAGO" userId="e5ced5c2-d787-455d-b115-4f08a699b8c8" providerId="ADAL" clId="{6D4E4387-A8B5-4EAB-B129-13D0102C3393}" dt="2023-08-01T18:40:30.551" v="89"/>
        <pc:sldMkLst>
          <pc:docMk/>
          <pc:sldMk cId="0" sldId="265"/>
        </pc:sldMkLst>
      </pc:sldChg>
      <pc:sldChg chg="addSp delSp modSp">
        <pc:chgData name="JHEYSON FABIAN VILLAVISAN BUITRAGO" userId="e5ced5c2-d787-455d-b115-4f08a699b8c8" providerId="ADAL" clId="{6D4E4387-A8B5-4EAB-B129-13D0102C3393}" dt="2023-08-01T18:40:32.003" v="90"/>
        <pc:sldMkLst>
          <pc:docMk/>
          <pc:sldMk cId="0" sldId="266"/>
        </pc:sldMkLst>
      </pc:sldChg>
      <pc:sldChg chg="addSp delSp modSp">
        <pc:chgData name="JHEYSON FABIAN VILLAVISAN BUITRAGO" userId="e5ced5c2-d787-455d-b115-4f08a699b8c8" providerId="ADAL" clId="{6D4E4387-A8B5-4EAB-B129-13D0102C3393}" dt="2023-08-01T18:40:35.454" v="93"/>
        <pc:sldMkLst>
          <pc:docMk/>
          <pc:sldMk cId="0" sldId="268"/>
        </pc:sldMkLst>
      </pc:sldChg>
      <pc:sldChg chg="addSp delSp modSp mod">
        <pc:chgData name="JHEYSON FABIAN VILLAVISAN BUITRAGO" userId="e5ced5c2-d787-455d-b115-4f08a699b8c8" providerId="ADAL" clId="{6D4E4387-A8B5-4EAB-B129-13D0102C3393}" dt="2023-08-02T00:01:03.382" v="783" actId="20577"/>
        <pc:sldMkLst>
          <pc:docMk/>
          <pc:sldMk cId="2505371292" sldId="270"/>
        </pc:sldMkLst>
      </pc:sldChg>
      <pc:sldChg chg="addSp delSp modSp mod">
        <pc:chgData name="JHEYSON FABIAN VILLAVISAN BUITRAGO" userId="e5ced5c2-d787-455d-b115-4f08a699b8c8" providerId="ADAL" clId="{6D4E4387-A8B5-4EAB-B129-13D0102C3393}" dt="2023-08-01T19:03:12.469" v="724" actId="20577"/>
        <pc:sldMkLst>
          <pc:docMk/>
          <pc:sldMk cId="3709177429" sldId="274"/>
        </pc:sldMkLst>
      </pc:sldChg>
      <pc:sldChg chg="addSp delSp modSp">
        <pc:chgData name="JHEYSON FABIAN VILLAVISAN BUITRAGO" userId="e5ced5c2-d787-455d-b115-4f08a699b8c8" providerId="ADAL" clId="{6D4E4387-A8B5-4EAB-B129-13D0102C3393}" dt="2023-08-01T18:40:33.092" v="91"/>
        <pc:sldMkLst>
          <pc:docMk/>
          <pc:sldMk cId="2680639377" sldId="275"/>
        </pc:sldMkLst>
      </pc:sldChg>
      <pc:sldChg chg="addSp delSp modSp">
        <pc:chgData name="JHEYSON FABIAN VILLAVISAN BUITRAGO" userId="e5ced5c2-d787-455d-b115-4f08a699b8c8" providerId="ADAL" clId="{6D4E4387-A8B5-4EAB-B129-13D0102C3393}" dt="2023-08-01T18:40:34.096" v="92"/>
        <pc:sldMkLst>
          <pc:docMk/>
          <pc:sldMk cId="1955606898" sldId="277"/>
        </pc:sldMkLst>
      </pc:sldChg>
      <pc:sldChg chg="addSp delSp modSp">
        <pc:chgData name="JHEYSON FABIAN VILLAVISAN BUITRAGO" userId="e5ced5c2-d787-455d-b115-4f08a699b8c8" providerId="ADAL" clId="{6D4E4387-A8B5-4EAB-B129-13D0102C3393}" dt="2023-08-01T18:40:19.901" v="86"/>
        <pc:sldMkLst>
          <pc:docMk/>
          <pc:sldMk cId="214171354" sldId="278"/>
        </pc:sldMkLst>
      </pc:sldChg>
      <pc:sldChg chg="addSp delSp modSp add mod">
        <pc:chgData name="JHEYSON FABIAN VILLAVISAN BUITRAGO" userId="e5ced5c2-d787-455d-b115-4f08a699b8c8" providerId="ADAL" clId="{6D4E4387-A8B5-4EAB-B129-13D0102C3393}" dt="2023-08-01T19:21:09.537" v="739" actId="1076"/>
        <pc:sldMkLst>
          <pc:docMk/>
          <pc:sldMk cId="3765501484" sldId="279"/>
        </pc:sldMkLst>
      </pc:sldChg>
    </pc:docChg>
  </pc:docChgLst>
  <pc:docChgLst>
    <pc:chgData name="JHEYSON FABIAN VILLAVISAN BUITRAGO" userId="e5ced5c2-d787-455d-b115-4f08a699b8c8" providerId="ADAL" clId="{FE57EBB9-7AE9-4756-9485-EE2269EC4231}"/>
    <pc:docChg chg="custSel addSld delSld modSld modSection">
      <pc:chgData name="JHEYSON FABIAN VILLAVISAN BUITRAGO" userId="e5ced5c2-d787-455d-b115-4f08a699b8c8" providerId="ADAL" clId="{FE57EBB9-7AE9-4756-9485-EE2269EC4231}" dt="2025-08-22T17:25:29.623" v="290" actId="47"/>
      <pc:docMkLst>
        <pc:docMk/>
      </pc:docMkLst>
      <pc:sldChg chg="modSp mod">
        <pc:chgData name="JHEYSON FABIAN VILLAVISAN BUITRAGO" userId="e5ced5c2-d787-455d-b115-4f08a699b8c8" providerId="ADAL" clId="{FE57EBB9-7AE9-4756-9485-EE2269EC4231}" dt="2025-08-22T16:54:38.773" v="1" actId="20577"/>
        <pc:sldMkLst>
          <pc:docMk/>
          <pc:sldMk cId="0" sldId="256"/>
        </pc:sldMkLst>
        <pc:spChg chg="mod">
          <ac:chgData name="JHEYSON FABIAN VILLAVISAN BUITRAGO" userId="e5ced5c2-d787-455d-b115-4f08a699b8c8" providerId="ADAL" clId="{FE57EBB9-7AE9-4756-9485-EE2269EC4231}" dt="2025-08-22T16:54:38.773" v="1" actId="20577"/>
          <ac:spMkLst>
            <pc:docMk/>
            <pc:sldMk cId="0" sldId="256"/>
            <ac:spMk id="10" creationId="{0D52910C-C7FF-51AD-9B9D-1A390D5FFE1B}"/>
          </ac:spMkLst>
        </pc:spChg>
      </pc:sldChg>
      <pc:sldChg chg="del">
        <pc:chgData name="JHEYSON FABIAN VILLAVISAN BUITRAGO" userId="e5ced5c2-d787-455d-b115-4f08a699b8c8" providerId="ADAL" clId="{FE57EBB9-7AE9-4756-9485-EE2269EC4231}" dt="2025-08-22T16:54:41.694" v="2" actId="47"/>
        <pc:sldMkLst>
          <pc:docMk/>
          <pc:sldMk cId="2505371292" sldId="270"/>
        </pc:sldMkLst>
      </pc:sldChg>
      <pc:sldChg chg="modSp del mod">
        <pc:chgData name="JHEYSON FABIAN VILLAVISAN BUITRAGO" userId="e5ced5c2-d787-455d-b115-4f08a699b8c8" providerId="ADAL" clId="{FE57EBB9-7AE9-4756-9485-EE2269EC4231}" dt="2025-08-22T16:54:48.581" v="5" actId="47"/>
        <pc:sldMkLst>
          <pc:docMk/>
          <pc:sldMk cId="3709177429" sldId="274"/>
        </pc:sldMkLst>
      </pc:sldChg>
      <pc:sldChg chg="modSp mod">
        <pc:chgData name="JHEYSON FABIAN VILLAVISAN BUITRAGO" userId="e5ced5c2-d787-455d-b115-4f08a699b8c8" providerId="ADAL" clId="{FE57EBB9-7AE9-4756-9485-EE2269EC4231}" dt="2025-08-22T17:04:52.794" v="12"/>
        <pc:sldMkLst>
          <pc:docMk/>
          <pc:sldMk cId="616220982" sldId="275"/>
        </pc:sldMkLst>
        <pc:spChg chg="mod">
          <ac:chgData name="JHEYSON FABIAN VILLAVISAN BUITRAGO" userId="e5ced5c2-d787-455d-b115-4f08a699b8c8" providerId="ADAL" clId="{FE57EBB9-7AE9-4756-9485-EE2269EC4231}" dt="2025-08-22T17:04:52.794" v="12"/>
          <ac:spMkLst>
            <pc:docMk/>
            <pc:sldMk cId="616220982" sldId="275"/>
            <ac:spMk id="5" creationId="{AD83FA30-4A3C-43B8-17CD-C08519129156}"/>
          </ac:spMkLst>
        </pc:spChg>
        <pc:spChg chg="mod">
          <ac:chgData name="JHEYSON FABIAN VILLAVISAN BUITRAGO" userId="e5ced5c2-d787-455d-b115-4f08a699b8c8" providerId="ADAL" clId="{FE57EBB9-7AE9-4756-9485-EE2269EC4231}" dt="2025-08-22T16:55:01.944" v="7" actId="20577"/>
          <ac:spMkLst>
            <pc:docMk/>
            <pc:sldMk cId="616220982" sldId="275"/>
            <ac:spMk id="10" creationId="{AF4E183E-A171-4923-A99E-D149888CEC37}"/>
          </ac:spMkLst>
        </pc:spChg>
      </pc:sldChg>
      <pc:sldChg chg="modSp mod">
        <pc:chgData name="JHEYSON FABIAN VILLAVISAN BUITRAGO" userId="e5ced5c2-d787-455d-b115-4f08a699b8c8" providerId="ADAL" clId="{FE57EBB9-7AE9-4756-9485-EE2269EC4231}" dt="2025-08-22T17:04:54.271" v="13"/>
        <pc:sldMkLst>
          <pc:docMk/>
          <pc:sldMk cId="3873222534" sldId="276"/>
        </pc:sldMkLst>
      </pc:sldChg>
      <pc:sldChg chg="modSp mod">
        <pc:chgData name="JHEYSON FABIAN VILLAVISAN BUITRAGO" userId="e5ced5c2-d787-455d-b115-4f08a699b8c8" providerId="ADAL" clId="{FE57EBB9-7AE9-4756-9485-EE2269EC4231}" dt="2025-08-22T17:04:55.720" v="14"/>
        <pc:sldMkLst>
          <pc:docMk/>
          <pc:sldMk cId="3594096077" sldId="277"/>
        </pc:sldMkLst>
      </pc:sldChg>
      <pc:sldChg chg="modSp mod">
        <pc:chgData name="JHEYSON FABIAN VILLAVISAN BUITRAGO" userId="e5ced5c2-d787-455d-b115-4f08a699b8c8" providerId="ADAL" clId="{FE57EBB9-7AE9-4756-9485-EE2269EC4231}" dt="2025-08-22T17:06:55.254" v="40" actId="20577"/>
        <pc:sldMkLst>
          <pc:docMk/>
          <pc:sldMk cId="58491467" sldId="278"/>
        </pc:sldMkLst>
      </pc:sldChg>
      <pc:sldChg chg="modSp mod">
        <pc:chgData name="JHEYSON FABIAN VILLAVISAN BUITRAGO" userId="e5ced5c2-d787-455d-b115-4f08a699b8c8" providerId="ADAL" clId="{FE57EBB9-7AE9-4756-9485-EE2269EC4231}" dt="2025-08-22T17:23:31.498" v="253" actId="20577"/>
        <pc:sldMkLst>
          <pc:docMk/>
          <pc:sldMk cId="1894837781" sldId="279"/>
        </pc:sldMkLst>
      </pc:sldChg>
      <pc:sldChg chg="modSp mod">
        <pc:chgData name="JHEYSON FABIAN VILLAVISAN BUITRAGO" userId="e5ced5c2-d787-455d-b115-4f08a699b8c8" providerId="ADAL" clId="{FE57EBB9-7AE9-4756-9485-EE2269EC4231}" dt="2025-08-22T17:23:36.591" v="255" actId="20577"/>
        <pc:sldMkLst>
          <pc:docMk/>
          <pc:sldMk cId="1064503744" sldId="280"/>
        </pc:sldMkLst>
      </pc:sldChg>
      <pc:sldChg chg="modSp mod modNotesTx">
        <pc:chgData name="JHEYSON FABIAN VILLAVISAN BUITRAGO" userId="e5ced5c2-d787-455d-b115-4f08a699b8c8" providerId="ADAL" clId="{FE57EBB9-7AE9-4756-9485-EE2269EC4231}" dt="2025-08-22T17:24:02.583" v="260" actId="20577"/>
        <pc:sldMkLst>
          <pc:docMk/>
          <pc:sldMk cId="600911693" sldId="283"/>
        </pc:sldMkLst>
      </pc:sldChg>
      <pc:sldChg chg="modSp mod">
        <pc:chgData name="JHEYSON FABIAN VILLAVISAN BUITRAGO" userId="e5ced5c2-d787-455d-b115-4f08a699b8c8" providerId="ADAL" clId="{FE57EBB9-7AE9-4756-9485-EE2269EC4231}" dt="2025-08-22T17:25:23.244" v="288" actId="20577"/>
        <pc:sldMkLst>
          <pc:docMk/>
          <pc:sldMk cId="1698574024" sldId="284"/>
        </pc:sldMkLst>
      </pc:sldChg>
      <pc:sldChg chg="del">
        <pc:chgData name="JHEYSON FABIAN VILLAVISAN BUITRAGO" userId="e5ced5c2-d787-455d-b115-4f08a699b8c8" providerId="ADAL" clId="{FE57EBB9-7AE9-4756-9485-EE2269EC4231}" dt="2025-08-22T17:25:29.623" v="290" actId="47"/>
        <pc:sldMkLst>
          <pc:docMk/>
          <pc:sldMk cId="1499167107" sldId="285"/>
        </pc:sldMkLst>
      </pc:sldChg>
      <pc:sldChg chg="modSp mod">
        <pc:chgData name="JHEYSON FABIAN VILLAVISAN BUITRAGO" userId="e5ced5c2-d787-455d-b115-4f08a699b8c8" providerId="ADAL" clId="{FE57EBB9-7AE9-4756-9485-EE2269EC4231}" dt="2025-08-22T17:24:51.280" v="268" actId="20577"/>
        <pc:sldMkLst>
          <pc:docMk/>
          <pc:sldMk cId="1001278451" sldId="286"/>
        </pc:sldMkLst>
      </pc:sldChg>
      <pc:sldChg chg="modSp mod modNotesTx">
        <pc:chgData name="JHEYSON FABIAN VILLAVISAN BUITRAGO" userId="e5ced5c2-d787-455d-b115-4f08a699b8c8" providerId="ADAL" clId="{FE57EBB9-7AE9-4756-9485-EE2269EC4231}" dt="2025-08-22T17:24:12.648" v="261" actId="20577"/>
        <pc:sldMkLst>
          <pc:docMk/>
          <pc:sldMk cId="185654624" sldId="287"/>
        </pc:sldMkLst>
      </pc:sldChg>
      <pc:sldChg chg="modSp mod modNotesTx">
        <pc:chgData name="JHEYSON FABIAN VILLAVISAN BUITRAGO" userId="e5ced5c2-d787-455d-b115-4f08a699b8c8" providerId="ADAL" clId="{FE57EBB9-7AE9-4756-9485-EE2269EC4231}" dt="2025-08-22T17:25:01.546" v="276" actId="20577"/>
        <pc:sldMkLst>
          <pc:docMk/>
          <pc:sldMk cId="1693476339" sldId="288"/>
        </pc:sldMkLst>
      </pc:sldChg>
      <pc:sldChg chg="modSp mod">
        <pc:chgData name="JHEYSON FABIAN VILLAVISAN BUITRAGO" userId="e5ced5c2-d787-455d-b115-4f08a699b8c8" providerId="ADAL" clId="{FE57EBB9-7AE9-4756-9485-EE2269EC4231}" dt="2025-08-22T17:25:05.064" v="278" actId="20577"/>
        <pc:sldMkLst>
          <pc:docMk/>
          <pc:sldMk cId="2984553591" sldId="289"/>
        </pc:sldMkLst>
      </pc:sldChg>
      <pc:sldChg chg="modSp mod">
        <pc:chgData name="JHEYSON FABIAN VILLAVISAN BUITRAGO" userId="e5ced5c2-d787-455d-b115-4f08a699b8c8" providerId="ADAL" clId="{FE57EBB9-7AE9-4756-9485-EE2269EC4231}" dt="2025-08-22T17:25:08.401" v="280" actId="20577"/>
        <pc:sldMkLst>
          <pc:docMk/>
          <pc:sldMk cId="407945755" sldId="290"/>
        </pc:sldMkLst>
      </pc:sldChg>
      <pc:sldChg chg="modSp mod modNotesTx">
        <pc:chgData name="JHEYSON FABIAN VILLAVISAN BUITRAGO" userId="e5ced5c2-d787-455d-b115-4f08a699b8c8" providerId="ADAL" clId="{FE57EBB9-7AE9-4756-9485-EE2269EC4231}" dt="2025-08-22T17:25:19.352" v="286" actId="20577"/>
        <pc:sldMkLst>
          <pc:docMk/>
          <pc:sldMk cId="1362307742" sldId="291"/>
        </pc:sldMkLst>
      </pc:sldChg>
      <pc:sldChg chg="modSp del modNotesTx">
        <pc:chgData name="JHEYSON FABIAN VILLAVISAN BUITRAGO" userId="e5ced5c2-d787-455d-b115-4f08a699b8c8" providerId="ADAL" clId="{FE57EBB9-7AE9-4756-9485-EE2269EC4231}" dt="2025-08-22T17:25:27.866" v="289" actId="47"/>
        <pc:sldMkLst>
          <pc:docMk/>
          <pc:sldMk cId="1411283449" sldId="292"/>
        </pc:sldMkLst>
      </pc:sldChg>
      <pc:sldChg chg="modSp mod">
        <pc:chgData name="JHEYSON FABIAN VILLAVISAN BUITRAGO" userId="e5ced5c2-d787-455d-b115-4f08a699b8c8" providerId="ADAL" clId="{FE57EBB9-7AE9-4756-9485-EE2269EC4231}" dt="2025-08-22T17:07:02.309" v="42" actId="20577"/>
        <pc:sldMkLst>
          <pc:docMk/>
          <pc:sldMk cId="2448612144" sldId="293"/>
        </pc:sldMkLst>
      </pc:sldChg>
      <pc:sldChg chg="modSp mod">
        <pc:chgData name="JHEYSON FABIAN VILLAVISAN BUITRAGO" userId="e5ced5c2-d787-455d-b115-4f08a699b8c8" providerId="ADAL" clId="{FE57EBB9-7AE9-4756-9485-EE2269EC4231}" dt="2025-08-22T17:24:46.513" v="266" actId="20577"/>
        <pc:sldMkLst>
          <pc:docMk/>
          <pc:sldMk cId="2466407268" sldId="294"/>
        </pc:sldMkLst>
      </pc:sldChg>
      <pc:sldChg chg="modSp mod">
        <pc:chgData name="JHEYSON FABIAN VILLAVISAN BUITRAGO" userId="e5ced5c2-d787-455d-b115-4f08a699b8c8" providerId="ADAL" clId="{FE57EBB9-7AE9-4756-9485-EE2269EC4231}" dt="2025-08-22T17:24:57.122" v="274" actId="20577"/>
        <pc:sldMkLst>
          <pc:docMk/>
          <pc:sldMk cId="2113326980" sldId="295"/>
        </pc:sldMkLst>
      </pc:sldChg>
      <pc:sldChg chg="modSp add mod">
        <pc:chgData name="JHEYSON FABIAN VILLAVISAN BUITRAGO" userId="e5ced5c2-d787-455d-b115-4f08a699b8c8" providerId="ADAL" clId="{FE57EBB9-7AE9-4756-9485-EE2269EC4231}" dt="2025-08-22T17:08:16.935" v="78" actId="20577"/>
        <pc:sldMkLst>
          <pc:docMk/>
          <pc:sldMk cId="291105608" sldId="296"/>
        </pc:sldMkLst>
      </pc:sldChg>
      <pc:sldChg chg="modSp add mod">
        <pc:chgData name="JHEYSON FABIAN VILLAVISAN BUITRAGO" userId="e5ced5c2-d787-455d-b115-4f08a699b8c8" providerId="ADAL" clId="{FE57EBB9-7AE9-4756-9485-EE2269EC4231}" dt="2025-08-22T17:09:35.710" v="94" actId="20577"/>
        <pc:sldMkLst>
          <pc:docMk/>
          <pc:sldMk cId="3819376886" sldId="297"/>
        </pc:sldMkLst>
      </pc:sldChg>
      <pc:sldChg chg="addSp delSp modSp add mod">
        <pc:chgData name="JHEYSON FABIAN VILLAVISAN BUITRAGO" userId="e5ced5c2-d787-455d-b115-4f08a699b8c8" providerId="ADAL" clId="{FE57EBB9-7AE9-4756-9485-EE2269EC4231}" dt="2025-08-22T17:18:51.233" v="241" actId="1076"/>
        <pc:sldMkLst>
          <pc:docMk/>
          <pc:sldMk cId="3615389890" sldId="298"/>
        </pc:sldMkLst>
      </pc:sldChg>
      <pc:sldChg chg="addSp delSp modSp add mod">
        <pc:chgData name="JHEYSON FABIAN VILLAVISAN BUITRAGO" userId="e5ced5c2-d787-455d-b115-4f08a699b8c8" providerId="ADAL" clId="{FE57EBB9-7AE9-4756-9485-EE2269EC4231}" dt="2025-08-22T17:21:32.800" v="251" actId="1076"/>
        <pc:sldMkLst>
          <pc:docMk/>
          <pc:sldMk cId="3420418071" sldId="299"/>
        </pc:sldMkLst>
      </pc:sldChg>
    </pc:docChg>
  </pc:docChgLst>
  <pc:docChgLst>
    <pc:chgData name="Jheyson Fabian Villavisan Buitrago" userId="b9abc243-2adc-4788-8ef1-b07bec73deff" providerId="ADAL" clId="{33DDCE01-D5A0-4892-8419-FF73BDBED2B5}"/>
    <pc:docChg chg="undo custSel addSld delSld modSld modMainMaster modSection">
      <pc:chgData name="Jheyson Fabian Villavisan Buitrago" userId="b9abc243-2adc-4788-8ef1-b07bec73deff" providerId="ADAL" clId="{33DDCE01-D5A0-4892-8419-FF73BDBED2B5}" dt="2023-02-12T23:52:00.525" v="841" actId="47"/>
      <pc:docMkLst>
        <pc:docMk/>
      </pc:docMkLst>
      <pc:sldChg chg="addSp delSp modSp mod">
        <pc:chgData name="Jheyson Fabian Villavisan Buitrago" userId="b9abc243-2adc-4788-8ef1-b07bec73deff" providerId="ADAL" clId="{33DDCE01-D5A0-4892-8419-FF73BDBED2B5}" dt="2023-02-12T23:49:29.616" v="833" actId="20577"/>
        <pc:sldMkLst>
          <pc:docMk/>
          <pc:sldMk cId="0" sldId="256"/>
        </pc:sldMkLst>
      </pc:sldChg>
      <pc:sldChg chg="addSp delSp modSp mod">
        <pc:chgData name="Jheyson Fabian Villavisan Buitrago" userId="b9abc243-2adc-4788-8ef1-b07bec73deff" providerId="ADAL" clId="{33DDCE01-D5A0-4892-8419-FF73BDBED2B5}" dt="2023-02-12T21:28:06.624" v="776" actId="1076"/>
        <pc:sldMkLst>
          <pc:docMk/>
          <pc:sldMk cId="0" sldId="261"/>
        </pc:sldMkLst>
      </pc:sldChg>
      <pc:sldChg chg="addSp delSp modSp del">
        <pc:chgData name="Jheyson Fabian Villavisan Buitrago" userId="b9abc243-2adc-4788-8ef1-b07bec73deff" providerId="ADAL" clId="{33DDCE01-D5A0-4892-8419-FF73BDBED2B5}" dt="2023-02-12T21:25:48.745" v="723" actId="47"/>
        <pc:sldMkLst>
          <pc:docMk/>
          <pc:sldMk cId="0" sldId="263"/>
        </pc:sldMkLst>
      </pc:sldChg>
      <pc:sldChg chg="addSp delSp modSp mod">
        <pc:chgData name="Jheyson Fabian Villavisan Buitrago" userId="b9abc243-2adc-4788-8ef1-b07bec73deff" providerId="ADAL" clId="{33DDCE01-D5A0-4892-8419-FF73BDBED2B5}" dt="2023-02-12T21:27:42.140" v="775" actId="20577"/>
        <pc:sldMkLst>
          <pc:docMk/>
          <pc:sldMk cId="0" sldId="264"/>
        </pc:sldMkLst>
      </pc:sldChg>
      <pc:sldChg chg="addSp delSp modSp mod">
        <pc:chgData name="Jheyson Fabian Villavisan Buitrago" userId="b9abc243-2adc-4788-8ef1-b07bec73deff" providerId="ADAL" clId="{33DDCE01-D5A0-4892-8419-FF73BDBED2B5}" dt="2023-02-12T21:29:26.929" v="780" actId="20577"/>
        <pc:sldMkLst>
          <pc:docMk/>
          <pc:sldMk cId="0" sldId="265"/>
        </pc:sldMkLst>
      </pc:sldChg>
      <pc:sldChg chg="addSp delSp modSp mod">
        <pc:chgData name="Jheyson Fabian Villavisan Buitrago" userId="b9abc243-2adc-4788-8ef1-b07bec73deff" providerId="ADAL" clId="{33DDCE01-D5A0-4892-8419-FF73BDBED2B5}" dt="2023-02-12T20:26:28.068" v="263" actId="478"/>
        <pc:sldMkLst>
          <pc:docMk/>
          <pc:sldMk cId="0" sldId="266"/>
        </pc:sldMkLst>
      </pc:sldChg>
      <pc:sldChg chg="addSp delSp modSp mod">
        <pc:chgData name="Jheyson Fabian Villavisan Buitrago" userId="b9abc243-2adc-4788-8ef1-b07bec73deff" providerId="ADAL" clId="{33DDCE01-D5A0-4892-8419-FF73BDBED2B5}" dt="2023-02-12T22:48:24.178" v="783"/>
        <pc:sldMkLst>
          <pc:docMk/>
          <pc:sldMk cId="0" sldId="268"/>
        </pc:sldMkLst>
      </pc:sldChg>
      <pc:sldChg chg="modSp del">
        <pc:chgData name="Jheyson Fabian Villavisan Buitrago" userId="b9abc243-2adc-4788-8ef1-b07bec73deff" providerId="ADAL" clId="{33DDCE01-D5A0-4892-8419-FF73BDBED2B5}" dt="2023-02-12T20:16:51.698" v="89" actId="47"/>
        <pc:sldMkLst>
          <pc:docMk/>
          <pc:sldMk cId="0" sldId="269"/>
        </pc:sldMkLst>
      </pc:sldChg>
      <pc:sldChg chg="addSp delSp modSp mod">
        <pc:chgData name="Jheyson Fabian Villavisan Buitrago" userId="b9abc243-2adc-4788-8ef1-b07bec73deff" providerId="ADAL" clId="{33DDCE01-D5A0-4892-8419-FF73BDBED2B5}" dt="2023-02-12T21:06:34.390" v="722" actId="1076"/>
        <pc:sldMkLst>
          <pc:docMk/>
          <pc:sldMk cId="2505371292" sldId="270"/>
        </pc:sldMkLst>
      </pc:sldChg>
      <pc:sldChg chg="addSp delSp modSp mod">
        <pc:chgData name="Jheyson Fabian Villavisan Buitrago" userId="b9abc243-2adc-4788-8ef1-b07bec73deff" providerId="ADAL" clId="{33DDCE01-D5A0-4892-8419-FF73BDBED2B5}" dt="2023-02-12T20:17:40.832" v="98" actId="113"/>
        <pc:sldMkLst>
          <pc:docMk/>
          <pc:sldMk cId="3709177429" sldId="274"/>
        </pc:sldMkLst>
      </pc:sldChg>
      <pc:sldChg chg="addSp delSp modSp mod">
        <pc:chgData name="Jheyson Fabian Villavisan Buitrago" userId="b9abc243-2adc-4788-8ef1-b07bec73deff" providerId="ADAL" clId="{33DDCE01-D5A0-4892-8419-FF73BDBED2B5}" dt="2023-02-12T20:26:34.092" v="264" actId="478"/>
        <pc:sldMkLst>
          <pc:docMk/>
          <pc:sldMk cId="2680639377" sldId="275"/>
        </pc:sldMkLst>
      </pc:sldChg>
      <pc:sldChg chg="addSp delSp modSp del">
        <pc:chgData name="Jheyson Fabian Villavisan Buitrago" userId="b9abc243-2adc-4788-8ef1-b07bec73deff" providerId="ADAL" clId="{33DDCE01-D5A0-4892-8419-FF73BDBED2B5}" dt="2023-02-12T23:52:00.525" v="841" actId="47"/>
        <pc:sldMkLst>
          <pc:docMk/>
          <pc:sldMk cId="870139891" sldId="276"/>
        </pc:sldMkLst>
      </pc:sldChg>
      <pc:sldChg chg="addSp delSp modSp mod">
        <pc:chgData name="Jheyson Fabian Villavisan Buitrago" userId="b9abc243-2adc-4788-8ef1-b07bec73deff" providerId="ADAL" clId="{33DDCE01-D5A0-4892-8419-FF73BDBED2B5}" dt="2023-02-12T23:50:02.034" v="840" actId="1076"/>
        <pc:sldMkLst>
          <pc:docMk/>
          <pc:sldMk cId="1955606898" sldId="277"/>
        </pc:sldMkLst>
      </pc:sldChg>
      <pc:sldChg chg="addSp delSp modSp">
        <pc:chgData name="Jheyson Fabian Villavisan Buitrago" userId="b9abc243-2adc-4788-8ef1-b07bec73deff" providerId="ADAL" clId="{33DDCE01-D5A0-4892-8419-FF73BDBED2B5}" dt="2023-02-12T20:16:04.791" v="72"/>
        <pc:sldMkLst>
          <pc:docMk/>
          <pc:sldMk cId="214171354" sldId="278"/>
        </pc:sldMkLst>
      </pc:sldChg>
      <pc:sldChg chg="new del">
        <pc:chgData name="Jheyson Fabian Villavisan Buitrago" userId="b9abc243-2adc-4788-8ef1-b07bec73deff" providerId="ADAL" clId="{33DDCE01-D5A0-4892-8419-FF73BDBED2B5}" dt="2023-02-12T21:06:15.608" v="715" actId="680"/>
        <pc:sldMkLst>
          <pc:docMk/>
          <pc:sldMk cId="3471673601" sldId="279"/>
        </pc:sldMkLst>
      </pc:sldChg>
      <pc:sldMasterChg chg="addSp modSldLayout">
        <pc:chgData name="Jheyson Fabian Villavisan Buitrago" userId="b9abc243-2adc-4788-8ef1-b07bec73deff" providerId="ADAL" clId="{33DDCE01-D5A0-4892-8419-FF73BDBED2B5}" dt="2023-02-12T20:12:44.943" v="6"/>
        <pc:sldMasterMkLst>
          <pc:docMk/>
          <pc:sldMasterMk cId="87750959" sldId="2147483778"/>
        </pc:sldMasterMkLst>
        <pc:sldLayoutChg chg="addSp">
          <pc:chgData name="Jheyson Fabian Villavisan Buitrago" userId="b9abc243-2adc-4788-8ef1-b07bec73deff" providerId="ADAL" clId="{33DDCE01-D5A0-4892-8419-FF73BDBED2B5}" dt="2023-02-12T20:12:44.943" v="6"/>
          <pc:sldLayoutMkLst>
            <pc:docMk/>
            <pc:sldMasterMk cId="87750959" sldId="2147483778"/>
            <pc:sldLayoutMk cId="1675921050" sldId="2147483779"/>
          </pc:sldLayoutMkLst>
        </pc:sldLayoutChg>
      </pc:sldMasterChg>
      <pc:sldMasterChg chg="addSp modSldLayout">
        <pc:chgData name="Jheyson Fabian Villavisan Buitrago" userId="b9abc243-2adc-4788-8ef1-b07bec73deff" providerId="ADAL" clId="{33DDCE01-D5A0-4892-8419-FF73BDBED2B5}" dt="2023-02-12T20:06:35.969" v="0"/>
        <pc:sldMasterMkLst>
          <pc:docMk/>
          <pc:sldMasterMk cId="3641214427" sldId="2147483778"/>
        </pc:sldMasterMkLst>
        <pc:sldLayoutChg chg="addSp">
          <pc:chgData name="Jheyson Fabian Villavisan Buitrago" userId="b9abc243-2adc-4788-8ef1-b07bec73deff" providerId="ADAL" clId="{33DDCE01-D5A0-4892-8419-FF73BDBED2B5}" dt="2023-02-12T20:06:35.969" v="0"/>
          <pc:sldLayoutMkLst>
            <pc:docMk/>
            <pc:sldMasterMk cId="3641214427" sldId="2147483778"/>
            <pc:sldLayoutMk cId="4117338386" sldId="214748377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47915143-6094-49C4-8478-307681A6487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E61AFD88-643E-4E4D-8153-8A3839D76EFF}"/>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0BB1C097-8B49-4A36-A7FA-8C8F0C277D41}" type="datetimeFigureOut">
              <a:rPr lang="es-CO"/>
              <a:pPr>
                <a:defRPr/>
              </a:pPr>
              <a:t>12/09/2025</a:t>
            </a:fld>
            <a:endParaRPr lang="es-CO"/>
          </a:p>
        </p:txBody>
      </p:sp>
      <p:sp>
        <p:nvSpPr>
          <p:cNvPr id="4" name="3 Marcador de pie de página">
            <a:extLst>
              <a:ext uri="{FF2B5EF4-FFF2-40B4-BE49-F238E27FC236}">
                <a16:creationId xmlns:a16="http://schemas.microsoft.com/office/drawing/2014/main" id="{3BE10141-B975-4F90-A194-E7FDEF6D962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5" name="4 Marcador de número de diapositiva">
            <a:extLst>
              <a:ext uri="{FF2B5EF4-FFF2-40B4-BE49-F238E27FC236}">
                <a16:creationId xmlns:a16="http://schemas.microsoft.com/office/drawing/2014/main" id="{CB5420F6-B73B-496E-99A5-DA0DEB49103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7E2DAB9-AA88-43A6-983F-CB4A7A312EAD}" type="slidenum">
              <a:rPr lang="es-CO" altLang="es-CO"/>
              <a:pPr>
                <a:defRPr/>
              </a:pPr>
              <a:t>‹Nº›</a:t>
            </a:fld>
            <a:endParaRPr lang="es-CO" altLang="es-CO"/>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2C95AF31-5149-4332-A5F3-9D9CFCFA32E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D4B5AF27-5D83-4D95-A156-928EF9B608B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A0040F3-314B-4AAA-954A-3936AF2F78D0}" type="datetimeFigureOut">
              <a:rPr lang="es-CO"/>
              <a:pPr>
                <a:defRPr/>
              </a:pPr>
              <a:t>12/09/2025</a:t>
            </a:fld>
            <a:endParaRPr lang="es-CO"/>
          </a:p>
        </p:txBody>
      </p:sp>
      <p:sp>
        <p:nvSpPr>
          <p:cNvPr id="4" name="3 Marcador de imagen de diapositiva">
            <a:extLst>
              <a:ext uri="{FF2B5EF4-FFF2-40B4-BE49-F238E27FC236}">
                <a16:creationId xmlns:a16="http://schemas.microsoft.com/office/drawing/2014/main" id="{090DF562-10D4-4334-812B-4254934B629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CO" noProof="0"/>
          </a:p>
        </p:txBody>
      </p:sp>
      <p:sp>
        <p:nvSpPr>
          <p:cNvPr id="5" name="4 Marcador de notas">
            <a:extLst>
              <a:ext uri="{FF2B5EF4-FFF2-40B4-BE49-F238E27FC236}">
                <a16:creationId xmlns:a16="http://schemas.microsoft.com/office/drawing/2014/main" id="{0DF2FAE4-4DE9-447F-A5F2-283E54F4172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CO" noProof="0"/>
          </a:p>
        </p:txBody>
      </p:sp>
      <p:sp>
        <p:nvSpPr>
          <p:cNvPr id="6" name="5 Marcador de pie de página">
            <a:extLst>
              <a:ext uri="{FF2B5EF4-FFF2-40B4-BE49-F238E27FC236}">
                <a16:creationId xmlns:a16="http://schemas.microsoft.com/office/drawing/2014/main" id="{7D994E73-BBA8-4FBD-B1A6-0A295B07407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7" name="6 Marcador de número de diapositiva">
            <a:extLst>
              <a:ext uri="{FF2B5EF4-FFF2-40B4-BE49-F238E27FC236}">
                <a16:creationId xmlns:a16="http://schemas.microsoft.com/office/drawing/2014/main" id="{4D0EE3C9-11EB-42C6-BDB8-87C72B3F846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D1E0FDF-8C6F-43B4-8722-700C06D0C414}" type="slidenum">
              <a:rPr lang="es-CO" altLang="es-CO"/>
              <a:pPr>
                <a:defRPr/>
              </a:pPr>
              <a:t>‹Nº›</a:t>
            </a:fld>
            <a:endParaRPr lang="es-CO" altLang="es-CO"/>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a:extLst>
              <a:ext uri="{FF2B5EF4-FFF2-40B4-BE49-F238E27FC236}">
                <a16:creationId xmlns:a16="http://schemas.microsoft.com/office/drawing/2014/main" id="{78D3C7C4-FFB3-42B6-A4B0-ED4A84AF8C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2 Marcador de notas">
            <a:extLst>
              <a:ext uri="{FF2B5EF4-FFF2-40B4-BE49-F238E27FC236}">
                <a16:creationId xmlns:a16="http://schemas.microsoft.com/office/drawing/2014/main" id="{E86488B3-6D5E-452F-A655-0C78399B0D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O" altLang="es-CO"/>
          </a:p>
        </p:txBody>
      </p:sp>
      <p:sp>
        <p:nvSpPr>
          <p:cNvPr id="6148" name="3 Marcador de número de diapositiva">
            <a:extLst>
              <a:ext uri="{FF2B5EF4-FFF2-40B4-BE49-F238E27FC236}">
                <a16:creationId xmlns:a16="http://schemas.microsoft.com/office/drawing/2014/main" id="{7A241DB1-0FDE-44DC-B1DD-D836F28027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E7ECF6-8A67-4CA6-BDA2-9506B8AC7939}" type="slidenum">
              <a:rPr lang="es-CO" altLang="es-CO" smtClean="0"/>
              <a:pPr>
                <a:spcBef>
                  <a:spcPct val="0"/>
                </a:spcBef>
              </a:pPr>
              <a:t>1</a:t>
            </a:fld>
            <a:endParaRPr lang="es-CO" altLang="es-C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20F6C-4CB6-1231-6926-9D1C0EFBBA8D}"/>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871532A-F766-06A1-B904-5E7DD21FD92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1762F4B-DC61-F7F5-8966-D2718230EAB6}"/>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5" name="Marcador de pie de página 4">
            <a:extLst>
              <a:ext uri="{FF2B5EF4-FFF2-40B4-BE49-F238E27FC236}">
                <a16:creationId xmlns:a16="http://schemas.microsoft.com/office/drawing/2014/main" id="{013D9FE6-9A5C-9367-1C28-183D385B822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3DBBB9F-3052-B3AE-E085-BB27B503363F}"/>
              </a:ext>
            </a:extLst>
          </p:cNvPr>
          <p:cNvSpPr>
            <a:spLocks noGrp="1"/>
          </p:cNvSpPr>
          <p:nvPr>
            <p:ph type="sldNum" sz="quarter" idx="12"/>
          </p:nvPr>
        </p:nvSpPr>
        <p:spPr/>
        <p:txBody>
          <a:bodyPr/>
          <a:lstStyle/>
          <a:p>
            <a:pPr>
              <a:defRPr/>
            </a:pPr>
            <a:fld id="{3532E1E3-6AB7-4D92-A33A-F043E6C5B717}" type="slidenum">
              <a:rPr lang="es-CO" altLang="es-CO" smtClean="0"/>
              <a:pPr>
                <a:defRPr/>
              </a:pPr>
              <a:t>‹Nº›</a:t>
            </a:fld>
            <a:endParaRPr lang="es-CO" altLang="es-CO"/>
          </a:p>
        </p:txBody>
      </p:sp>
      <p:sp>
        <p:nvSpPr>
          <p:cNvPr id="7" name="7 Rectángulo">
            <a:extLst>
              <a:ext uri="{FF2B5EF4-FFF2-40B4-BE49-F238E27FC236}">
                <a16:creationId xmlns:a16="http://schemas.microsoft.com/office/drawing/2014/main" id="{4EDA08D5-F667-8787-0063-21E612015DD7}"/>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167592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BD68A1-6D68-CD6D-C3FD-91DA62A294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398EC3-5D4E-468C-F30B-CE656079842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49830B3-74C5-1ACB-B556-F55E98F593DF}"/>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5" name="Marcador de pie de página 4">
            <a:extLst>
              <a:ext uri="{FF2B5EF4-FFF2-40B4-BE49-F238E27FC236}">
                <a16:creationId xmlns:a16="http://schemas.microsoft.com/office/drawing/2014/main" id="{E327DCF0-C431-0852-42CE-95C44852C4D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D46AD75-DF05-40EA-B4F3-3CF83558E098}"/>
              </a:ext>
            </a:extLst>
          </p:cNvPr>
          <p:cNvSpPr>
            <a:spLocks noGrp="1"/>
          </p:cNvSpPr>
          <p:nvPr>
            <p:ph type="sldNum" sz="quarter" idx="12"/>
          </p:nvPr>
        </p:nvSpPr>
        <p:spPr/>
        <p:txBody>
          <a:bodyPr/>
          <a:lstStyle/>
          <a:p>
            <a:pPr>
              <a:defRPr/>
            </a:pPr>
            <a:fld id="{7F219D7D-12FE-4B7D-95D8-6A0F2828D8E3}" type="slidenum">
              <a:rPr lang="es-CO" altLang="es-CO" smtClean="0"/>
              <a:pPr>
                <a:defRPr/>
              </a:pPr>
              <a:t>‹Nº›</a:t>
            </a:fld>
            <a:endParaRPr lang="es-CO" altLang="es-CO"/>
          </a:p>
        </p:txBody>
      </p:sp>
    </p:spTree>
    <p:extLst>
      <p:ext uri="{BB962C8B-B14F-4D97-AF65-F5344CB8AC3E}">
        <p14:creationId xmlns:p14="http://schemas.microsoft.com/office/powerpoint/2010/main" val="3754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31533-0C84-ADE9-99EA-26241D9B4FD4}"/>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1E6E27-3202-D0B8-F283-8CFBD093E9C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68D6381-9943-A208-5F45-856FCB429756}"/>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5" name="Marcador de pie de página 4">
            <a:extLst>
              <a:ext uri="{FF2B5EF4-FFF2-40B4-BE49-F238E27FC236}">
                <a16:creationId xmlns:a16="http://schemas.microsoft.com/office/drawing/2014/main" id="{469BCE5B-A275-1968-3267-A868EB60BBE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2B90775-642D-4759-324A-AE1E3185805C}"/>
              </a:ext>
            </a:extLst>
          </p:cNvPr>
          <p:cNvSpPr>
            <a:spLocks noGrp="1"/>
          </p:cNvSpPr>
          <p:nvPr>
            <p:ph type="sldNum" sz="quarter" idx="12"/>
          </p:nvPr>
        </p:nvSpPr>
        <p:spPr/>
        <p:txBody>
          <a:bodyPr/>
          <a:lstStyle/>
          <a:p>
            <a:pPr>
              <a:defRPr/>
            </a:pPr>
            <a:fld id="{58D14026-6FB7-464F-BD55-9983151CEDB0}" type="slidenum">
              <a:rPr lang="es-CO" altLang="es-CO" smtClean="0"/>
              <a:pPr>
                <a:defRPr/>
              </a:pPr>
              <a:t>‹Nº›</a:t>
            </a:fld>
            <a:endParaRPr lang="es-CO" altLang="es-CO"/>
          </a:p>
        </p:txBody>
      </p:sp>
    </p:spTree>
    <p:extLst>
      <p:ext uri="{BB962C8B-B14F-4D97-AF65-F5344CB8AC3E}">
        <p14:creationId xmlns:p14="http://schemas.microsoft.com/office/powerpoint/2010/main" val="285136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947BA-2671-5DCE-289C-858407397C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86C8C46-4DD7-DB89-3971-B7D6B1F475AC}"/>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EBB1AC8-CC6D-7CD8-18BA-F0920AEC1E45}"/>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938D8F2-068C-1F31-5CF2-766814AC3145}"/>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6" name="Marcador de pie de página 5">
            <a:extLst>
              <a:ext uri="{FF2B5EF4-FFF2-40B4-BE49-F238E27FC236}">
                <a16:creationId xmlns:a16="http://schemas.microsoft.com/office/drawing/2014/main" id="{532360FD-9E47-D090-4AB3-714887C3A3D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AD37D2D-9508-DFEF-774C-C8A5B6A21DC6}"/>
              </a:ext>
            </a:extLst>
          </p:cNvPr>
          <p:cNvSpPr>
            <a:spLocks noGrp="1"/>
          </p:cNvSpPr>
          <p:nvPr>
            <p:ph type="sldNum" sz="quarter" idx="12"/>
          </p:nvPr>
        </p:nvSpPr>
        <p:spPr/>
        <p:txBody>
          <a:bodyPr/>
          <a:lstStyle/>
          <a:p>
            <a:pPr>
              <a:defRPr/>
            </a:pPr>
            <a:fld id="{97813DE1-EA20-4BEF-AB12-D2D69A6090C3}" type="slidenum">
              <a:rPr lang="es-CO" altLang="es-CO" smtClean="0"/>
              <a:pPr>
                <a:defRPr/>
              </a:pPr>
              <a:t>‹Nº›</a:t>
            </a:fld>
            <a:endParaRPr lang="es-CO" altLang="es-CO"/>
          </a:p>
        </p:txBody>
      </p:sp>
    </p:spTree>
    <p:extLst>
      <p:ext uri="{BB962C8B-B14F-4D97-AF65-F5344CB8AC3E}">
        <p14:creationId xmlns:p14="http://schemas.microsoft.com/office/powerpoint/2010/main" val="1019277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7BAD9-4D34-20A2-A9AE-82964CF41939}"/>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559AA51-6010-C8FF-084C-C110BCCDA83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96FAE22-1B9C-8F57-87A7-2E14CE3049BA}"/>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5E7830DD-6A40-8E27-70CB-D8FE41AD3C3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777C88D-8DD0-FC51-A16D-49E686FFA926}"/>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4FB2C8A-08F4-1A41-5036-C328209FC043}"/>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8" name="Marcador de pie de página 7">
            <a:extLst>
              <a:ext uri="{FF2B5EF4-FFF2-40B4-BE49-F238E27FC236}">
                <a16:creationId xmlns:a16="http://schemas.microsoft.com/office/drawing/2014/main" id="{6B5A1F5B-743C-D501-930D-F90EBA8A655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73F5F7C-9BF7-A3DE-8669-2EC9E00E02A1}"/>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15020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EE9A1-E144-373F-F5D9-12C31B7C66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E58BE38C-0964-C281-4826-2C3C11C496BE}"/>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4" name="Marcador de pie de página 3">
            <a:extLst>
              <a:ext uri="{FF2B5EF4-FFF2-40B4-BE49-F238E27FC236}">
                <a16:creationId xmlns:a16="http://schemas.microsoft.com/office/drawing/2014/main" id="{B43AB1AB-1E52-7FD3-3BB7-A73F570B991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167E51-3FDD-695C-0CE2-96F608F7E6F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273950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49E5E9C-8C29-201A-9031-69BC92AF4ABE}"/>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3" name="Marcador de pie de página 2">
            <a:extLst>
              <a:ext uri="{FF2B5EF4-FFF2-40B4-BE49-F238E27FC236}">
                <a16:creationId xmlns:a16="http://schemas.microsoft.com/office/drawing/2014/main" id="{1F115059-38DA-DC3D-A1B7-0C4BF868387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BC62E63-C8FB-04D9-3735-C7919A9DE6C5}"/>
              </a:ext>
            </a:extLst>
          </p:cNvPr>
          <p:cNvSpPr>
            <a:spLocks noGrp="1"/>
          </p:cNvSpPr>
          <p:nvPr>
            <p:ph type="sldNum" sz="quarter" idx="12"/>
          </p:nvPr>
        </p:nvSpPr>
        <p:spPr/>
        <p:txBody>
          <a:bodyPr/>
          <a:lstStyle/>
          <a:p>
            <a:pPr>
              <a:defRPr/>
            </a:pPr>
            <a:fld id="{A38C22F4-EE15-4184-8A4F-C4124F2BE447}" type="slidenum">
              <a:rPr lang="es-CO" altLang="es-CO" smtClean="0"/>
              <a:pPr>
                <a:defRPr/>
              </a:pPr>
              <a:t>‹Nº›</a:t>
            </a:fld>
            <a:endParaRPr lang="es-CO" altLang="es-CO"/>
          </a:p>
        </p:txBody>
      </p:sp>
    </p:spTree>
    <p:extLst>
      <p:ext uri="{BB962C8B-B14F-4D97-AF65-F5344CB8AC3E}">
        <p14:creationId xmlns:p14="http://schemas.microsoft.com/office/powerpoint/2010/main" val="402141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E3FE12-3262-8961-6F36-E338D8C87D75}"/>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A2AB934-4DB1-C46B-4EB1-4D1AAC7D074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8C1947E-F2E3-1002-A600-DED1B9DA8C5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A0B25A-FC1B-767C-8C69-FE2AD6FE5724}"/>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6" name="Marcador de pie de página 5">
            <a:extLst>
              <a:ext uri="{FF2B5EF4-FFF2-40B4-BE49-F238E27FC236}">
                <a16:creationId xmlns:a16="http://schemas.microsoft.com/office/drawing/2014/main" id="{BA85C023-3180-C2A8-6BD0-63D18C453A1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4F4F0A9-714D-5058-F92E-179ECE0AAA25}"/>
              </a:ext>
            </a:extLst>
          </p:cNvPr>
          <p:cNvSpPr>
            <a:spLocks noGrp="1"/>
          </p:cNvSpPr>
          <p:nvPr>
            <p:ph type="sldNum" sz="quarter" idx="12"/>
          </p:nvPr>
        </p:nvSpPr>
        <p:spPr/>
        <p:txBody>
          <a:bodyPr/>
          <a:lstStyle/>
          <a:p>
            <a:pPr>
              <a:defRPr/>
            </a:pPr>
            <a:fld id="{BCCB0E3D-5246-46A6-A0B3-053B7FB2AE0D}" type="slidenum">
              <a:rPr lang="es-CO" altLang="es-CO" smtClean="0"/>
              <a:pPr>
                <a:defRPr/>
              </a:pPr>
              <a:t>‹Nº›</a:t>
            </a:fld>
            <a:endParaRPr lang="es-CO" altLang="es-CO"/>
          </a:p>
        </p:txBody>
      </p:sp>
    </p:spTree>
    <p:extLst>
      <p:ext uri="{BB962C8B-B14F-4D97-AF65-F5344CB8AC3E}">
        <p14:creationId xmlns:p14="http://schemas.microsoft.com/office/powerpoint/2010/main" val="3239017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D8E29-2B5D-9CF4-A199-E673E0D5BDB9}"/>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D75A990-0E1F-4E60-D107-9756D6BFD3E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CO"/>
          </a:p>
        </p:txBody>
      </p:sp>
      <p:sp>
        <p:nvSpPr>
          <p:cNvPr id="4" name="Marcador de texto 3">
            <a:extLst>
              <a:ext uri="{FF2B5EF4-FFF2-40B4-BE49-F238E27FC236}">
                <a16:creationId xmlns:a16="http://schemas.microsoft.com/office/drawing/2014/main" id="{576BD761-3CC8-1CF5-9984-F066094FCB0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1540D8-AA84-05D7-E9B4-4E08651A543D}"/>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6" name="Marcador de pie de página 5">
            <a:extLst>
              <a:ext uri="{FF2B5EF4-FFF2-40B4-BE49-F238E27FC236}">
                <a16:creationId xmlns:a16="http://schemas.microsoft.com/office/drawing/2014/main" id="{19086AA3-AF31-8C9A-7F2F-B87848C66EE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71105B9-8899-D51A-88C0-376DC7823F2F}"/>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953745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04477-2834-99EC-CFA8-180937D0B4E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AAFD096-F1C5-E969-C636-867E3E66E5A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12F77-4B86-C6CC-4ED2-812449AE85E1}"/>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5" name="Marcador de pie de página 4">
            <a:extLst>
              <a:ext uri="{FF2B5EF4-FFF2-40B4-BE49-F238E27FC236}">
                <a16:creationId xmlns:a16="http://schemas.microsoft.com/office/drawing/2014/main" id="{25E79BD8-72C6-81E3-EF48-F29328E65CC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E1B4782-D0C0-509F-4BDC-03E4A7917264}"/>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712065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545E7B-9A8C-6F62-F333-E612FC1E4BCC}"/>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E5C78DD-62C0-ADA7-4AC6-5F7C5B358939}"/>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35F10F1-E647-76F8-2174-E45862B25B9B}"/>
              </a:ext>
            </a:extLst>
          </p:cNvPr>
          <p:cNvSpPr>
            <a:spLocks noGrp="1"/>
          </p:cNvSpPr>
          <p:nvPr>
            <p:ph type="dt" sz="half" idx="10"/>
          </p:nvPr>
        </p:nvSpPr>
        <p:spPr/>
        <p:txBody>
          <a:bodyPr/>
          <a:lstStyle/>
          <a:p>
            <a:fld id="{9CF7635E-2D71-42E7-9E6C-FBB85A15A85F}" type="datetimeFigureOut">
              <a:rPr lang="es-CO" smtClean="0"/>
              <a:t>12/09/2025</a:t>
            </a:fld>
            <a:endParaRPr lang="es-CO"/>
          </a:p>
        </p:txBody>
      </p:sp>
      <p:sp>
        <p:nvSpPr>
          <p:cNvPr id="5" name="Marcador de pie de página 4">
            <a:extLst>
              <a:ext uri="{FF2B5EF4-FFF2-40B4-BE49-F238E27FC236}">
                <a16:creationId xmlns:a16="http://schemas.microsoft.com/office/drawing/2014/main" id="{F5416465-EAB8-8324-072F-8B25CA80829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2151C83-117D-752A-7DDA-A1F8A8B94F2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4064717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4" name="7 Rectángulo">
            <a:extLst>
              <a:ext uri="{FF2B5EF4-FFF2-40B4-BE49-F238E27FC236}">
                <a16:creationId xmlns:a16="http://schemas.microsoft.com/office/drawing/2014/main" id="{EC631D57-6843-47FB-8C0A-4FA9AA9BC663}"/>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
        <p:nvSpPr>
          <p:cNvPr id="2" name="1 Título"/>
          <p:cNvSpPr>
            <a:spLocks noGrp="1"/>
          </p:cNvSpPr>
          <p:nvPr>
            <p:ph type="ctrTitle"/>
          </p:nvPr>
        </p:nvSpPr>
        <p:spPr>
          <a:xfrm>
            <a:off x="4000496" y="71414"/>
            <a:ext cx="5072066" cy="571504"/>
          </a:xfrm>
        </p:spPr>
        <p:txBody>
          <a:bodyPr/>
          <a:lstStyle>
            <a:lvl1pPr algn="r">
              <a:defRPr sz="2000" b="1"/>
            </a:lvl1pPr>
          </a:lstStyle>
          <a:p>
            <a:r>
              <a:rPr lang="es-ES"/>
              <a:t>Haga clic para modificar el estilo de título del patrón</a:t>
            </a:r>
            <a:endParaRPr lang="es-CO"/>
          </a:p>
        </p:txBody>
      </p:sp>
      <p:sp>
        <p:nvSpPr>
          <p:cNvPr id="3" name="2 Subtítulo"/>
          <p:cNvSpPr>
            <a:spLocks noGrp="1"/>
          </p:cNvSpPr>
          <p:nvPr>
            <p:ph type="subTitle" idx="1"/>
          </p:nvPr>
        </p:nvSpPr>
        <p:spPr>
          <a:xfrm>
            <a:off x="857224" y="857232"/>
            <a:ext cx="7715304" cy="500066"/>
          </a:xfrm>
        </p:spPr>
        <p:txBody>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5" name="5 Marcador de número de diapositiva">
            <a:extLst>
              <a:ext uri="{FF2B5EF4-FFF2-40B4-BE49-F238E27FC236}">
                <a16:creationId xmlns:a16="http://schemas.microsoft.com/office/drawing/2014/main" id="{047221BE-117B-43C8-9D2A-CE256401BAB4}"/>
              </a:ext>
            </a:extLst>
          </p:cNvPr>
          <p:cNvSpPr>
            <a:spLocks noGrp="1"/>
          </p:cNvSpPr>
          <p:nvPr>
            <p:ph type="sldNum" sz="quarter" idx="10"/>
          </p:nvPr>
        </p:nvSpPr>
        <p:spPr>
          <a:xfrm>
            <a:off x="71438" y="206375"/>
            <a:ext cx="785812" cy="365125"/>
          </a:xfrm>
        </p:spPr>
        <p:txBody>
          <a:bodyPr/>
          <a:lstStyle>
            <a:lvl1pPr>
              <a:defRPr sz="2200">
                <a:solidFill>
                  <a:schemeClr val="tx1"/>
                </a:solidFill>
              </a:defRPr>
            </a:lvl1pPr>
          </a:lstStyle>
          <a:p>
            <a:pPr>
              <a:defRPr/>
            </a:pPr>
            <a:fld id="{3532E1E3-6AB7-4D92-A33A-F043E6C5B717}" type="slidenum">
              <a:rPr lang="es-CO" altLang="es-CO"/>
              <a:pPr>
                <a:defRPr/>
              </a:pPr>
              <a:t>‹Nº›</a:t>
            </a:fld>
            <a:endParaRPr lang="es-CO" altLang="es-CO"/>
          </a:p>
        </p:txBody>
      </p:sp>
    </p:spTree>
    <p:extLst>
      <p:ext uri="{BB962C8B-B14F-4D97-AF65-F5344CB8AC3E}">
        <p14:creationId xmlns:p14="http://schemas.microsoft.com/office/powerpoint/2010/main" val="82761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5 Marcador de número de diapositiva" descr="&lt;No.&gt;">
            <a:extLst>
              <a:ext uri="{FF2B5EF4-FFF2-40B4-BE49-F238E27FC236}">
                <a16:creationId xmlns:a16="http://schemas.microsoft.com/office/drawing/2014/main" id="{61EBF708-C41B-44B1-97EC-CF1BBBC20C82}"/>
              </a:ext>
            </a:extLst>
          </p:cNvPr>
          <p:cNvSpPr>
            <a:spLocks noGrp="1"/>
          </p:cNvSpPr>
          <p:nvPr>
            <p:ph type="sldNum" sz="quarter" idx="10"/>
          </p:nvPr>
        </p:nvSpPr>
        <p:spPr/>
        <p:txBody>
          <a:bodyPr/>
          <a:lstStyle>
            <a:lvl1pPr>
              <a:defRPr/>
            </a:lvl1pPr>
          </a:lstStyle>
          <a:p>
            <a:pPr>
              <a:defRPr/>
            </a:pPr>
            <a:fld id="{7F219D7D-12FE-4B7D-95D8-6A0F2828D8E3}" type="slidenum">
              <a:rPr lang="es-CO" altLang="es-CO"/>
              <a:pPr>
                <a:defRPr/>
              </a:pPr>
              <a:t>‹Nº›</a:t>
            </a:fld>
            <a:endParaRPr lang="es-CO" altLang="es-CO"/>
          </a:p>
        </p:txBody>
      </p:sp>
    </p:spTree>
    <p:extLst>
      <p:ext uri="{BB962C8B-B14F-4D97-AF65-F5344CB8AC3E}">
        <p14:creationId xmlns:p14="http://schemas.microsoft.com/office/powerpoint/2010/main" val="470149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857224" y="2643182"/>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857224" y="107154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5 Marcador de número de diapositiva" descr="&lt;No.&gt;">
            <a:extLst>
              <a:ext uri="{FF2B5EF4-FFF2-40B4-BE49-F238E27FC236}">
                <a16:creationId xmlns:a16="http://schemas.microsoft.com/office/drawing/2014/main" id="{EE100265-4A3B-4F40-A5F0-770BFD064AE7}"/>
              </a:ext>
            </a:extLst>
          </p:cNvPr>
          <p:cNvSpPr>
            <a:spLocks noGrp="1"/>
          </p:cNvSpPr>
          <p:nvPr>
            <p:ph type="sldNum" sz="quarter" idx="10"/>
          </p:nvPr>
        </p:nvSpPr>
        <p:spPr/>
        <p:txBody>
          <a:bodyPr/>
          <a:lstStyle>
            <a:lvl1pPr>
              <a:defRPr/>
            </a:lvl1pPr>
          </a:lstStyle>
          <a:p>
            <a:pPr>
              <a:defRPr/>
            </a:pPr>
            <a:fld id="{58D14026-6FB7-464F-BD55-9983151CEDB0}" type="slidenum">
              <a:rPr lang="es-CO" altLang="es-CO"/>
              <a:pPr>
                <a:defRPr/>
              </a:pPr>
              <a:t>‹Nº›</a:t>
            </a:fld>
            <a:endParaRPr lang="es-CO" altLang="es-CO"/>
          </a:p>
        </p:txBody>
      </p:sp>
    </p:spTree>
    <p:extLst>
      <p:ext uri="{BB962C8B-B14F-4D97-AF65-F5344CB8AC3E}">
        <p14:creationId xmlns:p14="http://schemas.microsoft.com/office/powerpoint/2010/main" val="1351668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857224" y="2214554"/>
            <a:ext cx="3571900" cy="402589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2214554"/>
            <a:ext cx="4038600" cy="40005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5 Marcador de número de diapositiva" descr="&lt;No.&gt;">
            <a:extLst>
              <a:ext uri="{FF2B5EF4-FFF2-40B4-BE49-F238E27FC236}">
                <a16:creationId xmlns:a16="http://schemas.microsoft.com/office/drawing/2014/main" id="{DFF2B988-F19E-4F04-BD27-A48F39A01AB9}"/>
              </a:ext>
            </a:extLst>
          </p:cNvPr>
          <p:cNvSpPr>
            <a:spLocks noGrp="1"/>
          </p:cNvSpPr>
          <p:nvPr>
            <p:ph type="sldNum" sz="quarter" idx="10"/>
          </p:nvPr>
        </p:nvSpPr>
        <p:spPr/>
        <p:txBody>
          <a:bodyPr/>
          <a:lstStyle>
            <a:lvl1pPr>
              <a:defRPr/>
            </a:lvl1pPr>
          </a:lstStyle>
          <a:p>
            <a:pPr>
              <a:defRPr/>
            </a:pPr>
            <a:fld id="{97813DE1-EA20-4BEF-AB12-D2D69A6090C3}" type="slidenum">
              <a:rPr lang="es-CO" altLang="es-CO"/>
              <a:pPr>
                <a:defRPr/>
              </a:pPr>
              <a:t>‹Nº›</a:t>
            </a:fld>
            <a:endParaRPr lang="es-CO" altLang="es-CO"/>
          </a:p>
        </p:txBody>
      </p:sp>
    </p:spTree>
    <p:extLst>
      <p:ext uri="{BB962C8B-B14F-4D97-AF65-F5344CB8AC3E}">
        <p14:creationId xmlns:p14="http://schemas.microsoft.com/office/powerpoint/2010/main" val="254911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FF35CE3E-FD30-4207-9576-68F58A4C8E60}"/>
              </a:ext>
            </a:extLst>
          </p:cNvPr>
          <p:cNvSpPr>
            <a:spLocks noGrp="1"/>
          </p:cNvSpPr>
          <p:nvPr>
            <p:ph type="sldNum" sz="quarter" idx="10"/>
          </p:nvPr>
        </p:nvSpPr>
        <p:spPr/>
        <p:txBody>
          <a:bodyPr/>
          <a:lstStyle>
            <a:lvl1pPr>
              <a:defRPr/>
            </a:lvl1pPr>
          </a:lstStyle>
          <a:p>
            <a:pPr>
              <a:defRPr/>
            </a:pPr>
            <a:fld id="{92321CA9-07FE-4363-8077-5E54FDAF3616}" type="slidenum">
              <a:rPr lang="es-CO" altLang="es-CO"/>
              <a:pPr>
                <a:defRPr/>
              </a:pPr>
              <a:t>‹Nº›</a:t>
            </a:fld>
            <a:endParaRPr lang="es-CO" altLang="es-CO"/>
          </a:p>
        </p:txBody>
      </p:sp>
    </p:spTree>
    <p:extLst>
      <p:ext uri="{BB962C8B-B14F-4D97-AF65-F5344CB8AC3E}">
        <p14:creationId xmlns:p14="http://schemas.microsoft.com/office/powerpoint/2010/main" val="2912601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D69FD3F0-0EF5-4AC6-A81B-0CFD0FF773BF}"/>
              </a:ext>
            </a:extLst>
          </p:cNvPr>
          <p:cNvSpPr>
            <a:spLocks noGrp="1"/>
          </p:cNvSpPr>
          <p:nvPr>
            <p:ph type="sldNum" sz="quarter" idx="10"/>
          </p:nvPr>
        </p:nvSpPr>
        <p:spPr/>
        <p:txBody>
          <a:bodyPr/>
          <a:lstStyle>
            <a:lvl1pPr>
              <a:defRPr/>
            </a:lvl1pPr>
          </a:lstStyle>
          <a:p>
            <a:pPr>
              <a:defRPr/>
            </a:pPr>
            <a:fld id="{99BDF024-4D44-479D-901F-E26036C4C7D1}" type="slidenum">
              <a:rPr lang="es-CO" altLang="es-CO"/>
              <a:pPr>
                <a:defRPr/>
              </a:pPr>
              <a:t>‹Nº›</a:t>
            </a:fld>
            <a:endParaRPr lang="es-CO" altLang="es-CO"/>
          </a:p>
        </p:txBody>
      </p:sp>
    </p:spTree>
    <p:extLst>
      <p:ext uri="{BB962C8B-B14F-4D97-AF65-F5344CB8AC3E}">
        <p14:creationId xmlns:p14="http://schemas.microsoft.com/office/powerpoint/2010/main" val="344237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En blanco">
    <p:spTree>
      <p:nvGrpSpPr>
        <p:cNvPr id="1" name=""/>
        <p:cNvGrpSpPr/>
        <p:nvPr/>
      </p:nvGrpSpPr>
      <p:grpSpPr>
        <a:xfrm>
          <a:off x="0" y="0"/>
          <a:ext cx="0" cy="0"/>
          <a:chOff x="0" y="0"/>
          <a:chExt cx="0" cy="0"/>
        </a:xfrm>
      </p:grpSpPr>
      <p:sp>
        <p:nvSpPr>
          <p:cNvPr id="2" name="5 Marcador de número de diapositiva" descr="&lt;No.&gt;">
            <a:extLst>
              <a:ext uri="{FF2B5EF4-FFF2-40B4-BE49-F238E27FC236}">
                <a16:creationId xmlns:a16="http://schemas.microsoft.com/office/drawing/2014/main" id="{0FCC1E91-35AF-4149-AC6B-42626F30B614}"/>
              </a:ext>
            </a:extLst>
          </p:cNvPr>
          <p:cNvSpPr>
            <a:spLocks noGrp="1"/>
          </p:cNvSpPr>
          <p:nvPr>
            <p:ph type="sldNum" sz="quarter" idx="10"/>
          </p:nvPr>
        </p:nvSpPr>
        <p:spPr/>
        <p:txBody>
          <a:bodyPr/>
          <a:lstStyle>
            <a:lvl1pPr>
              <a:defRPr/>
            </a:lvl1pPr>
          </a:lstStyle>
          <a:p>
            <a:pPr>
              <a:defRPr/>
            </a:pPr>
            <a:fld id="{A38C22F4-EE15-4184-8A4F-C4124F2BE447}" type="slidenum">
              <a:rPr lang="es-CO" altLang="es-CO"/>
              <a:pPr>
                <a:defRPr/>
              </a:pPr>
              <a:t>‹Nº›</a:t>
            </a:fld>
            <a:endParaRPr lang="es-CO" altLang="es-CO"/>
          </a:p>
        </p:txBody>
      </p:sp>
    </p:spTree>
    <p:extLst>
      <p:ext uri="{BB962C8B-B14F-4D97-AF65-F5344CB8AC3E}">
        <p14:creationId xmlns:p14="http://schemas.microsoft.com/office/powerpoint/2010/main" val="369470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857224" y="857232"/>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032250" y="85723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857224" y="200024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5 Marcador de número de diapositiva" descr="&lt;No.&gt;">
            <a:extLst>
              <a:ext uri="{FF2B5EF4-FFF2-40B4-BE49-F238E27FC236}">
                <a16:creationId xmlns:a16="http://schemas.microsoft.com/office/drawing/2014/main" id="{B1F7549D-979F-45AB-AD58-5BF7CB6DB37D}"/>
              </a:ext>
            </a:extLst>
          </p:cNvPr>
          <p:cNvSpPr>
            <a:spLocks noGrp="1"/>
          </p:cNvSpPr>
          <p:nvPr>
            <p:ph type="sldNum" sz="quarter" idx="10"/>
          </p:nvPr>
        </p:nvSpPr>
        <p:spPr/>
        <p:txBody>
          <a:bodyPr/>
          <a:lstStyle>
            <a:lvl1pPr>
              <a:defRPr/>
            </a:lvl1pPr>
          </a:lstStyle>
          <a:p>
            <a:pPr>
              <a:defRPr/>
            </a:pPr>
            <a:fld id="{BCCB0E3D-5246-46A6-A0B3-053B7FB2AE0D}" type="slidenum">
              <a:rPr lang="es-CO" altLang="es-CO"/>
              <a:pPr>
                <a:defRPr/>
              </a:pPr>
              <a:t>‹Nº›</a:t>
            </a:fld>
            <a:endParaRPr lang="es-CO" altLang="es-CO"/>
          </a:p>
        </p:txBody>
      </p:sp>
    </p:spTree>
    <p:extLst>
      <p:ext uri="{BB962C8B-B14F-4D97-AF65-F5344CB8AC3E}">
        <p14:creationId xmlns:p14="http://schemas.microsoft.com/office/powerpoint/2010/main" val="3962428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5072074"/>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928670"/>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O" noProof="0"/>
          </a:p>
        </p:txBody>
      </p:sp>
      <p:sp>
        <p:nvSpPr>
          <p:cNvPr id="4" name="5 Marcador de número de diapositiva" descr="&lt;No.&gt;">
            <a:extLst>
              <a:ext uri="{FF2B5EF4-FFF2-40B4-BE49-F238E27FC236}">
                <a16:creationId xmlns:a16="http://schemas.microsoft.com/office/drawing/2014/main" id="{3328A9B1-3ED4-438D-8E87-64D0CD3849DF}"/>
              </a:ext>
            </a:extLst>
          </p:cNvPr>
          <p:cNvSpPr>
            <a:spLocks noGrp="1"/>
          </p:cNvSpPr>
          <p:nvPr>
            <p:ph type="sldNum" sz="quarter" idx="10"/>
          </p:nvPr>
        </p:nvSpPr>
        <p:spPr/>
        <p:txBody>
          <a:bodyPr/>
          <a:lstStyle>
            <a:lvl1pPr>
              <a:defRPr/>
            </a:lvl1pPr>
          </a:lstStyle>
          <a:p>
            <a:pPr>
              <a:defRPr/>
            </a:pPr>
            <a:fld id="{1F9056AB-9AE7-49AD-9364-B4271C824DC3}" type="slidenum">
              <a:rPr lang="es-CO" altLang="es-CO"/>
              <a:pPr>
                <a:defRPr/>
              </a:pPr>
              <a:t>‹Nº›</a:t>
            </a:fld>
            <a:endParaRPr lang="es-CO" altLang="es-CO"/>
          </a:p>
        </p:txBody>
      </p:sp>
    </p:spTree>
    <p:extLst>
      <p:ext uri="{BB962C8B-B14F-4D97-AF65-F5344CB8AC3E}">
        <p14:creationId xmlns:p14="http://schemas.microsoft.com/office/powerpoint/2010/main" val="400089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D1179B3-E3F7-8DF3-ABF5-4D23297F00F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E192CF-B8E8-68F7-E0A0-A63F6554F90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113D34-63A4-3585-73E1-7A6563CC9FF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CF7635E-2D71-42E7-9E6C-FBB85A15A85F}" type="datetimeFigureOut">
              <a:rPr lang="es-CO" smtClean="0"/>
              <a:t>12/09/2025</a:t>
            </a:fld>
            <a:endParaRPr lang="es-CO"/>
          </a:p>
        </p:txBody>
      </p:sp>
      <p:sp>
        <p:nvSpPr>
          <p:cNvPr id="5" name="Marcador de pie de página 4">
            <a:extLst>
              <a:ext uri="{FF2B5EF4-FFF2-40B4-BE49-F238E27FC236}">
                <a16:creationId xmlns:a16="http://schemas.microsoft.com/office/drawing/2014/main" id="{7A79372D-5D91-7624-4D7B-06BE31EEB2D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C7491E14-EF87-176A-B3C5-BCD96C5D38A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153FCAA-A8F6-46C0-A16D-21FE2511045A}" type="slidenum">
              <a:rPr lang="es-CO" altLang="es-CO" smtClean="0"/>
              <a:pPr>
                <a:defRPr/>
              </a:pPr>
              <a:t>‹Nº›</a:t>
            </a:fld>
            <a:endParaRPr lang="es-CO" altLang="es-CO"/>
          </a:p>
        </p:txBody>
      </p:sp>
      <p:sp>
        <p:nvSpPr>
          <p:cNvPr id="7" name="6 Rectángulo">
            <a:extLst>
              <a:ext uri="{FF2B5EF4-FFF2-40B4-BE49-F238E27FC236}">
                <a16:creationId xmlns:a16="http://schemas.microsoft.com/office/drawing/2014/main" id="{7B0CA632-E545-9F27-F48F-19EBC6FED7F0}"/>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87750959"/>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77"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8.jpe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19.jpeg"/><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video" Target="https://www.youtube.com/embed/LMT9NnZ0iHA?feature=oembed" TargetMode="External"/><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Título">
            <a:extLst>
              <a:ext uri="{FF2B5EF4-FFF2-40B4-BE49-F238E27FC236}">
                <a16:creationId xmlns:a16="http://schemas.microsoft.com/office/drawing/2014/main" id="{612B5792-076C-452D-8592-DDADCC263C58}"/>
              </a:ext>
            </a:extLst>
          </p:cNvPr>
          <p:cNvSpPr>
            <a:spLocks noGrp="1"/>
          </p:cNvSpPr>
          <p:nvPr>
            <p:ph type="ctrTitle"/>
          </p:nvPr>
        </p:nvSpPr>
        <p:spPr>
          <a:xfrm>
            <a:off x="0" y="-28575"/>
            <a:ext cx="779463" cy="720725"/>
          </a:xfrm>
        </p:spPr>
        <p:txBody>
          <a:bodyPr/>
          <a:lstStyle/>
          <a:p>
            <a:pPr algn="ctr" eaLnBrk="1" hangingPunct="1"/>
            <a:r>
              <a:rPr lang="es-CO" altLang="es-CO" sz="3600"/>
              <a:t>1</a:t>
            </a:r>
          </a:p>
        </p:txBody>
      </p:sp>
      <p:sp>
        <p:nvSpPr>
          <p:cNvPr id="5124" name="2 Subtítulo">
            <a:extLst>
              <a:ext uri="{FF2B5EF4-FFF2-40B4-BE49-F238E27FC236}">
                <a16:creationId xmlns:a16="http://schemas.microsoft.com/office/drawing/2014/main" id="{75207037-66AB-408E-B44C-6489E27F4A1E}"/>
              </a:ext>
            </a:extLst>
          </p:cNvPr>
          <p:cNvSpPr txBox="1">
            <a:spLocks/>
          </p:cNvSpPr>
          <p:nvPr/>
        </p:nvSpPr>
        <p:spPr bwMode="auto">
          <a:xfrm>
            <a:off x="779463" y="5733256"/>
            <a:ext cx="64008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pPr>
            <a:r>
              <a:rPr lang="es-CO" altLang="es-CO" sz="2800">
                <a:solidFill>
                  <a:srgbClr val="898989"/>
                </a:solidFill>
              </a:rPr>
              <a:t>Jheyson F. Villavisan B</a:t>
            </a:r>
            <a:endParaRPr lang="es-CO" altLang="es-CO" sz="1800">
              <a:solidFill>
                <a:srgbClr val="898989"/>
              </a:solidFill>
            </a:endParaRPr>
          </a:p>
          <a:p>
            <a:pPr eaLnBrk="1" hangingPunct="1">
              <a:buFont typeface="Arial" panose="020B0604020202020204" pitchFamily="34" charset="0"/>
              <a:buNone/>
            </a:pPr>
            <a:endParaRPr lang="es-CO" altLang="es-CO" sz="2400">
              <a:solidFill>
                <a:srgbClr val="898989"/>
              </a:solidFill>
            </a:endParaRPr>
          </a:p>
        </p:txBody>
      </p:sp>
      <p:sp>
        <p:nvSpPr>
          <p:cNvPr id="10" name="2 Subtítulo">
            <a:extLst>
              <a:ext uri="{FF2B5EF4-FFF2-40B4-BE49-F238E27FC236}">
                <a16:creationId xmlns:a16="http://schemas.microsoft.com/office/drawing/2014/main" id="{0D52910C-C7FF-51AD-9B9D-1A390D5FFE1B}"/>
              </a:ext>
            </a:extLst>
          </p:cNvPr>
          <p:cNvSpPr txBox="1">
            <a:spLocks/>
          </p:cNvSpPr>
          <p:nvPr/>
        </p:nvSpPr>
        <p:spPr bwMode="auto">
          <a:xfrm>
            <a:off x="2123728" y="3178968"/>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1028" name="Picture 4" descr="Programas - Intranet ETITC">
            <a:extLst>
              <a:ext uri="{FF2B5EF4-FFF2-40B4-BE49-F238E27FC236}">
                <a16:creationId xmlns:a16="http://schemas.microsoft.com/office/drawing/2014/main" id="{86BA1783-B2FE-6B6A-8793-A57527FC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2036078" y="2847975"/>
            <a:ext cx="5456585" cy="1162050"/>
          </a:xfrm>
        </p:spPr>
        <p:txBody>
          <a:bodyPr/>
          <a:lstStyle/>
          <a:p>
            <a:pPr algn="ctr"/>
            <a:r>
              <a:rPr lang="es-CO" sz="2800" b="1" dirty="0"/>
              <a:t>Sensores</a:t>
            </a:r>
            <a:endParaRPr lang="es-CO" b="1" dirty="0"/>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616220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29895-F9C6-8F06-C6C1-15AF6DC48B1E}"/>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47F3B260-85B8-531C-FD20-06EF041D5DF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a:t>
            </a:r>
          </a:p>
        </p:txBody>
      </p:sp>
      <p:pic>
        <p:nvPicPr>
          <p:cNvPr id="14" name="Picture 4" descr="Programas - Intranet ETITC">
            <a:extLst>
              <a:ext uri="{FF2B5EF4-FFF2-40B4-BE49-F238E27FC236}">
                <a16:creationId xmlns:a16="http://schemas.microsoft.com/office/drawing/2014/main" id="{D385CB51-5B65-97F2-28CE-DA87C3CAC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B480893-61CD-7C31-031E-97571BB9E0C8}"/>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684B3C1E-722D-E3E2-9D03-B36BCB46F0C4}"/>
              </a:ext>
            </a:extLst>
          </p:cNvPr>
          <p:cNvSpPr>
            <a:spLocks noGrp="1"/>
          </p:cNvSpPr>
          <p:nvPr>
            <p:ph type="title"/>
          </p:nvPr>
        </p:nvSpPr>
        <p:spPr>
          <a:xfrm>
            <a:off x="2036078" y="2847975"/>
            <a:ext cx="5456585" cy="1162050"/>
          </a:xfrm>
        </p:spPr>
        <p:txBody>
          <a:bodyPr/>
          <a:lstStyle/>
          <a:p>
            <a:pPr algn="ctr"/>
            <a:r>
              <a:rPr lang="es-CO" b="1" dirty="0"/>
              <a:t>¿Qué es  un sensor?</a:t>
            </a:r>
            <a:br>
              <a:rPr lang="es-CO" b="1" dirty="0"/>
            </a:br>
            <a:endParaRPr lang="es-CO" b="1" dirty="0"/>
          </a:p>
        </p:txBody>
      </p:sp>
    </p:spTree>
    <p:extLst>
      <p:ext uri="{BB962C8B-B14F-4D97-AF65-F5344CB8AC3E}">
        <p14:creationId xmlns:p14="http://schemas.microsoft.com/office/powerpoint/2010/main" val="3945607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B290A-AEDF-F5A5-8991-F9083EED786F}"/>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A03F36E1-3F88-C0B3-1DB6-AD73D42D30E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a:t>
            </a:r>
          </a:p>
        </p:txBody>
      </p:sp>
      <p:pic>
        <p:nvPicPr>
          <p:cNvPr id="14" name="Picture 4" descr="Programas - Intranet ETITC">
            <a:extLst>
              <a:ext uri="{FF2B5EF4-FFF2-40B4-BE49-F238E27FC236}">
                <a16:creationId xmlns:a16="http://schemas.microsoft.com/office/drawing/2014/main" id="{E363F3C8-C0E5-7812-D74D-8FB61B6870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FD62211-4C30-05A8-9C1F-A267E063FCA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F437BFB6-198B-61F7-A267-9230FE96B063}"/>
              </a:ext>
            </a:extLst>
          </p:cNvPr>
          <p:cNvSpPr>
            <a:spLocks noGrp="1"/>
          </p:cNvSpPr>
          <p:nvPr>
            <p:ph type="title"/>
          </p:nvPr>
        </p:nvSpPr>
        <p:spPr>
          <a:xfrm>
            <a:off x="1135464" y="3692595"/>
            <a:ext cx="6712299" cy="1162050"/>
          </a:xfrm>
        </p:spPr>
        <p:txBody>
          <a:bodyPr>
            <a:normAutofit fontScale="90000"/>
          </a:bodyPr>
          <a:lstStyle/>
          <a:p>
            <a:pPr algn="just"/>
            <a:br>
              <a:rPr lang="es-CO" dirty="0"/>
            </a:br>
            <a:br>
              <a:rPr lang="es-CO" i="1" dirty="0"/>
            </a:br>
            <a:r>
              <a:rPr lang="es-CO" i="1" dirty="0"/>
              <a:t>“Un sensor es un </a:t>
            </a:r>
            <a:r>
              <a:rPr lang="es-CO" b="1" i="1" dirty="0"/>
              <a:t>elemento</a:t>
            </a:r>
            <a:r>
              <a:rPr lang="es-CO" i="1" dirty="0"/>
              <a:t> o dispositivo capaz de </a:t>
            </a:r>
            <a:r>
              <a:rPr lang="es-CO" b="1" i="1" dirty="0"/>
              <a:t>reaccionar</a:t>
            </a:r>
            <a:r>
              <a:rPr lang="es-CO" i="1" dirty="0"/>
              <a:t> ante </a:t>
            </a:r>
            <a:r>
              <a:rPr lang="es-CO" b="1" i="1" dirty="0"/>
              <a:t>cambios</a:t>
            </a:r>
            <a:r>
              <a:rPr lang="es-CO" i="1" dirty="0"/>
              <a:t> en una determinada variable, usualmente </a:t>
            </a:r>
            <a:r>
              <a:rPr lang="es-CO" b="1" i="1" dirty="0"/>
              <a:t>transformándolos</a:t>
            </a:r>
            <a:r>
              <a:rPr lang="es-CO" i="1" dirty="0"/>
              <a:t> en modificaciones sobre una </a:t>
            </a:r>
            <a:r>
              <a:rPr lang="es-CO" b="1" i="1" dirty="0"/>
              <a:t>segunda variable</a:t>
            </a:r>
            <a:r>
              <a:rPr lang="es-CO" i="1" dirty="0"/>
              <a:t>, </a:t>
            </a:r>
            <a:r>
              <a:rPr lang="es-CO" b="1" i="1" dirty="0"/>
              <a:t>la cual es </a:t>
            </a:r>
            <a:r>
              <a:rPr lang="es-CO" i="1" dirty="0"/>
              <a:t>más fácil de ser </a:t>
            </a:r>
            <a:r>
              <a:rPr lang="es-CO" b="1" i="1" dirty="0"/>
              <a:t>interpretada</a:t>
            </a:r>
            <a:r>
              <a:rPr lang="es-CO" i="1" dirty="0"/>
              <a:t> como un valor de medida.”</a:t>
            </a:r>
            <a:br>
              <a:rPr lang="es-CO" dirty="0"/>
            </a:br>
            <a:endParaRPr lang="es-CO" dirty="0"/>
          </a:p>
        </p:txBody>
      </p:sp>
      <p:sp>
        <p:nvSpPr>
          <p:cNvPr id="2" name="CuadroTexto 1">
            <a:extLst>
              <a:ext uri="{FF2B5EF4-FFF2-40B4-BE49-F238E27FC236}">
                <a16:creationId xmlns:a16="http://schemas.microsoft.com/office/drawing/2014/main" id="{EE98EDC3-F098-5149-AC1F-7943F20F1D1B}"/>
              </a:ext>
            </a:extLst>
          </p:cNvPr>
          <p:cNvSpPr txBox="1"/>
          <p:nvPr/>
        </p:nvSpPr>
        <p:spPr>
          <a:xfrm>
            <a:off x="795338" y="5874066"/>
            <a:ext cx="7948246" cy="646331"/>
          </a:xfrm>
          <a:prstGeom prst="rect">
            <a:avLst/>
          </a:prstGeom>
          <a:noFill/>
        </p:spPr>
        <p:txBody>
          <a:bodyPr wrap="square" rtlCol="0">
            <a:spAutoFit/>
          </a:bodyPr>
          <a:lstStyle/>
          <a:p>
            <a:r>
              <a:rPr lang="es-ES" dirty="0"/>
              <a:t>Valencia, M. V., &amp; Londoño, A. A. (2022). </a:t>
            </a:r>
            <a:r>
              <a:rPr lang="es-ES" i="1" dirty="0"/>
              <a:t>Introducción a la adquisición y acondicionamiento de señales</a:t>
            </a:r>
            <a:r>
              <a:rPr lang="es-ES" dirty="0"/>
              <a:t>. Instituto Tecnológico Metropolitano–ITM.</a:t>
            </a:r>
            <a:endParaRPr lang="es-CO" dirty="0"/>
          </a:p>
        </p:txBody>
      </p:sp>
      <p:sp>
        <p:nvSpPr>
          <p:cNvPr id="4" name="CuadroTexto 3">
            <a:extLst>
              <a:ext uri="{FF2B5EF4-FFF2-40B4-BE49-F238E27FC236}">
                <a16:creationId xmlns:a16="http://schemas.microsoft.com/office/drawing/2014/main" id="{803C74F3-2E10-1883-816D-A4A452E6B140}"/>
              </a:ext>
            </a:extLst>
          </p:cNvPr>
          <p:cNvSpPr txBox="1"/>
          <p:nvPr/>
        </p:nvSpPr>
        <p:spPr>
          <a:xfrm>
            <a:off x="3526971" y="1855149"/>
            <a:ext cx="4582048" cy="584775"/>
          </a:xfrm>
          <a:prstGeom prst="rect">
            <a:avLst/>
          </a:prstGeom>
          <a:noFill/>
        </p:spPr>
        <p:txBody>
          <a:bodyPr wrap="square">
            <a:spAutoFit/>
          </a:bodyPr>
          <a:lstStyle/>
          <a:p>
            <a:r>
              <a:rPr lang="es-CO" sz="3200" b="1" dirty="0"/>
              <a:t>¿Qué es  un sensor?</a:t>
            </a:r>
            <a:endParaRPr lang="es-CO" sz="3200" dirty="0"/>
          </a:p>
        </p:txBody>
      </p:sp>
    </p:spTree>
    <p:extLst>
      <p:ext uri="{BB962C8B-B14F-4D97-AF65-F5344CB8AC3E}">
        <p14:creationId xmlns:p14="http://schemas.microsoft.com/office/powerpoint/2010/main" val="3746561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D2ADF-0A8A-CEAC-0B11-5C7A051B6BC7}"/>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F61BB614-6885-2680-D694-54925BBB48A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5</a:t>
            </a:r>
          </a:p>
        </p:txBody>
      </p:sp>
      <p:pic>
        <p:nvPicPr>
          <p:cNvPr id="14" name="Picture 4" descr="Programas - Intranet ETITC">
            <a:extLst>
              <a:ext uri="{FF2B5EF4-FFF2-40B4-BE49-F238E27FC236}">
                <a16:creationId xmlns:a16="http://schemas.microsoft.com/office/drawing/2014/main" id="{2CD4772D-48A1-1040-1541-167640F6CD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5402BF7-D2A0-681C-73AC-BB2BA45032D8}"/>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2433FF88-AC55-C567-959D-D7FD5CBCDA4C}"/>
              </a:ext>
            </a:extLst>
          </p:cNvPr>
          <p:cNvSpPr>
            <a:spLocks noGrp="1"/>
          </p:cNvSpPr>
          <p:nvPr>
            <p:ph type="title"/>
          </p:nvPr>
        </p:nvSpPr>
        <p:spPr>
          <a:xfrm>
            <a:off x="1135464" y="3692595"/>
            <a:ext cx="6712299" cy="1162050"/>
          </a:xfrm>
        </p:spPr>
        <p:txBody>
          <a:bodyPr>
            <a:normAutofit fontScale="90000"/>
          </a:bodyPr>
          <a:lstStyle/>
          <a:p>
            <a:pPr algn="just"/>
            <a:r>
              <a:rPr lang="es-CO" dirty="0"/>
              <a:t>Es posible catalogar los sensores de acuerdo a diferentes criterios: la variable que miden (temperatura, presión, humedad, distancia, velocidad, </a:t>
            </a:r>
            <a:r>
              <a:rPr lang="es-CO" dirty="0" err="1"/>
              <a:t>etc</a:t>
            </a:r>
            <a:r>
              <a:rPr lang="es-CO" dirty="0"/>
              <a:t>), la naturaleza de salida (digital y analógica) o el tipo de variable que se tiene a la salida (resistivos, capacitivos, inductivos)</a:t>
            </a:r>
          </a:p>
        </p:txBody>
      </p:sp>
      <p:sp>
        <p:nvSpPr>
          <p:cNvPr id="2" name="CuadroTexto 1">
            <a:extLst>
              <a:ext uri="{FF2B5EF4-FFF2-40B4-BE49-F238E27FC236}">
                <a16:creationId xmlns:a16="http://schemas.microsoft.com/office/drawing/2014/main" id="{A7549F74-40C4-2D63-BFCA-5BC7C5AE0485}"/>
              </a:ext>
            </a:extLst>
          </p:cNvPr>
          <p:cNvSpPr txBox="1"/>
          <p:nvPr/>
        </p:nvSpPr>
        <p:spPr>
          <a:xfrm>
            <a:off x="795338" y="5874066"/>
            <a:ext cx="7948246" cy="646331"/>
          </a:xfrm>
          <a:prstGeom prst="rect">
            <a:avLst/>
          </a:prstGeom>
          <a:noFill/>
        </p:spPr>
        <p:txBody>
          <a:bodyPr wrap="square" rtlCol="0">
            <a:spAutoFit/>
          </a:bodyPr>
          <a:lstStyle/>
          <a:p>
            <a:r>
              <a:rPr lang="es-ES" dirty="0"/>
              <a:t>Valencia, M. V., &amp; Londoño, A. A. (2022). </a:t>
            </a:r>
            <a:r>
              <a:rPr lang="es-ES" i="1" dirty="0"/>
              <a:t>Introducción a la adquisición y acondicionamiento de señales</a:t>
            </a:r>
            <a:r>
              <a:rPr lang="es-ES" dirty="0"/>
              <a:t>. Instituto Tecnológico Metropolitano–ITM.</a:t>
            </a:r>
            <a:endParaRPr lang="es-CO" dirty="0"/>
          </a:p>
        </p:txBody>
      </p:sp>
      <p:sp>
        <p:nvSpPr>
          <p:cNvPr id="4" name="CuadroTexto 3">
            <a:extLst>
              <a:ext uri="{FF2B5EF4-FFF2-40B4-BE49-F238E27FC236}">
                <a16:creationId xmlns:a16="http://schemas.microsoft.com/office/drawing/2014/main" id="{4595A937-D21B-8401-0B29-377DA7F47880}"/>
              </a:ext>
            </a:extLst>
          </p:cNvPr>
          <p:cNvSpPr txBox="1"/>
          <p:nvPr/>
        </p:nvSpPr>
        <p:spPr>
          <a:xfrm>
            <a:off x="3526971" y="1855149"/>
            <a:ext cx="4582048" cy="1077218"/>
          </a:xfrm>
          <a:prstGeom prst="rect">
            <a:avLst/>
          </a:prstGeom>
          <a:noFill/>
        </p:spPr>
        <p:txBody>
          <a:bodyPr wrap="square">
            <a:spAutoFit/>
          </a:bodyPr>
          <a:lstStyle/>
          <a:p>
            <a:r>
              <a:rPr lang="es-CO" sz="3200" b="1" dirty="0"/>
              <a:t>¿Cómo clasificar los sensores?</a:t>
            </a:r>
            <a:endParaRPr lang="es-CO" sz="3200" dirty="0"/>
          </a:p>
        </p:txBody>
      </p:sp>
    </p:spTree>
    <p:extLst>
      <p:ext uri="{BB962C8B-B14F-4D97-AF65-F5344CB8AC3E}">
        <p14:creationId xmlns:p14="http://schemas.microsoft.com/office/powerpoint/2010/main" val="1131463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1DBB6-293E-7024-5E9F-50D836BD85D1}"/>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BDD035CC-0D1B-27B2-B394-8E616BCE7DD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6</a:t>
            </a:r>
          </a:p>
        </p:txBody>
      </p:sp>
      <p:pic>
        <p:nvPicPr>
          <p:cNvPr id="14" name="Picture 4" descr="Programas - Intranet ETITC">
            <a:extLst>
              <a:ext uri="{FF2B5EF4-FFF2-40B4-BE49-F238E27FC236}">
                <a16:creationId xmlns:a16="http://schemas.microsoft.com/office/drawing/2014/main" id="{171E6F2E-F11D-73B3-57CF-A8E5FF506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143CAF9-BF30-8EDE-E6D4-60156F5A1CA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687AF4B0-5700-9E1F-530B-2B7DE5DDCF1D}"/>
              </a:ext>
            </a:extLst>
          </p:cNvPr>
          <p:cNvSpPr>
            <a:spLocks noGrp="1"/>
          </p:cNvSpPr>
          <p:nvPr>
            <p:ph type="title"/>
          </p:nvPr>
        </p:nvSpPr>
        <p:spPr>
          <a:xfrm>
            <a:off x="1095271" y="3334178"/>
            <a:ext cx="6712299" cy="2306271"/>
          </a:xfrm>
        </p:spPr>
        <p:txBody>
          <a:bodyPr>
            <a:normAutofit/>
          </a:bodyPr>
          <a:lstStyle/>
          <a:p>
            <a:pPr algn="just"/>
            <a:r>
              <a:rPr lang="es-CO" dirty="0"/>
              <a:t>Realice la lectura de la sección 1.2 del texto: </a:t>
            </a:r>
            <a:br>
              <a:rPr lang="es-CO" dirty="0"/>
            </a:br>
            <a:r>
              <a:rPr lang="en-US" dirty="0" err="1"/>
              <a:t>Fraden</a:t>
            </a:r>
            <a:r>
              <a:rPr lang="en-US" dirty="0"/>
              <a:t>, J. (2004). </a:t>
            </a:r>
            <a:r>
              <a:rPr lang="en-US" i="1" u="sng" dirty="0"/>
              <a:t>Handbook of modern sensors: physics, designs, and applications. New York, NY: Springer New York</a:t>
            </a:r>
            <a:r>
              <a:rPr lang="en-US" dirty="0"/>
              <a:t>. Disponible </a:t>
            </a:r>
            <a:r>
              <a:rPr lang="en-US" dirty="0" err="1"/>
              <a:t>en</a:t>
            </a:r>
            <a:r>
              <a:rPr lang="en-US" dirty="0"/>
              <a:t> </a:t>
            </a:r>
            <a:r>
              <a:rPr lang="en-US" dirty="0" err="1"/>
              <a:t>el</a:t>
            </a:r>
            <a:r>
              <a:rPr lang="en-US" dirty="0"/>
              <a:t> material del </a:t>
            </a:r>
            <a:r>
              <a:rPr lang="en-US" dirty="0" err="1"/>
              <a:t>curso</a:t>
            </a:r>
            <a:r>
              <a:rPr lang="en-US" dirty="0"/>
              <a:t>.</a:t>
            </a:r>
            <a:endParaRPr lang="es-CO" dirty="0"/>
          </a:p>
        </p:txBody>
      </p:sp>
      <p:sp>
        <p:nvSpPr>
          <p:cNvPr id="4" name="CuadroTexto 3">
            <a:extLst>
              <a:ext uri="{FF2B5EF4-FFF2-40B4-BE49-F238E27FC236}">
                <a16:creationId xmlns:a16="http://schemas.microsoft.com/office/drawing/2014/main" id="{97F29C58-5D06-CF4B-D841-734D0FDAEADF}"/>
              </a:ext>
            </a:extLst>
          </p:cNvPr>
          <p:cNvSpPr txBox="1"/>
          <p:nvPr/>
        </p:nvSpPr>
        <p:spPr>
          <a:xfrm>
            <a:off x="3526971" y="1855149"/>
            <a:ext cx="4582048" cy="1077218"/>
          </a:xfrm>
          <a:prstGeom prst="rect">
            <a:avLst/>
          </a:prstGeom>
          <a:noFill/>
        </p:spPr>
        <p:txBody>
          <a:bodyPr wrap="square">
            <a:spAutoFit/>
          </a:bodyPr>
          <a:lstStyle/>
          <a:p>
            <a:r>
              <a:rPr lang="es-CO" sz="3200" b="1" dirty="0"/>
              <a:t>¿Cómo clasificar los sensores?</a:t>
            </a:r>
            <a:endParaRPr lang="es-CO" sz="3200" dirty="0"/>
          </a:p>
        </p:txBody>
      </p:sp>
    </p:spTree>
    <p:extLst>
      <p:ext uri="{BB962C8B-B14F-4D97-AF65-F5344CB8AC3E}">
        <p14:creationId xmlns:p14="http://schemas.microsoft.com/office/powerpoint/2010/main" val="1148687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D4354-452F-FF5B-5AB3-6196DE3B770F}"/>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7785CB6F-9B5E-7EC4-97F5-85319983DEF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7</a:t>
            </a:r>
          </a:p>
        </p:txBody>
      </p:sp>
      <p:pic>
        <p:nvPicPr>
          <p:cNvPr id="14" name="Picture 4" descr="Programas - Intranet ETITC">
            <a:extLst>
              <a:ext uri="{FF2B5EF4-FFF2-40B4-BE49-F238E27FC236}">
                <a16:creationId xmlns:a16="http://schemas.microsoft.com/office/drawing/2014/main" id="{FDA1D48F-2A32-CF90-86CC-4C0EEA5B2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AF55840-BC8C-29EF-0955-D52536BA871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F52C42A0-526C-B140-57D9-F5520CF939C0}"/>
              </a:ext>
            </a:extLst>
          </p:cNvPr>
          <p:cNvSpPr>
            <a:spLocks noGrp="1"/>
          </p:cNvSpPr>
          <p:nvPr>
            <p:ph type="title"/>
          </p:nvPr>
        </p:nvSpPr>
        <p:spPr>
          <a:xfrm>
            <a:off x="1135464" y="3692595"/>
            <a:ext cx="6712299" cy="1162050"/>
          </a:xfrm>
        </p:spPr>
        <p:txBody>
          <a:bodyPr>
            <a:normAutofit fontScale="90000"/>
          </a:bodyPr>
          <a:lstStyle/>
          <a:p>
            <a:r>
              <a:rPr lang="es-CO" dirty="0"/>
              <a:t>Sensores Resistivos</a:t>
            </a:r>
            <a:br>
              <a:rPr lang="es-CO" dirty="0"/>
            </a:br>
            <a:r>
              <a:rPr lang="es-CO" dirty="0"/>
              <a:t>Sensores Capacitivos</a:t>
            </a:r>
            <a:br>
              <a:rPr lang="es-CO" dirty="0"/>
            </a:br>
            <a:r>
              <a:rPr lang="es-CO" dirty="0"/>
              <a:t>Sensores Inductivos</a:t>
            </a:r>
            <a:br>
              <a:rPr lang="es-CO" dirty="0"/>
            </a:br>
            <a:r>
              <a:rPr lang="es-CO" dirty="0"/>
              <a:t>Sensores Piezoeléctricos</a:t>
            </a:r>
            <a:br>
              <a:rPr lang="es-CO" dirty="0"/>
            </a:br>
            <a:r>
              <a:rPr lang="es-CO" dirty="0"/>
              <a:t>Termopares</a:t>
            </a:r>
            <a:br>
              <a:rPr lang="es-CO" dirty="0"/>
            </a:br>
            <a:endParaRPr lang="es-CO" dirty="0"/>
          </a:p>
        </p:txBody>
      </p:sp>
      <p:sp>
        <p:nvSpPr>
          <p:cNvPr id="2" name="CuadroTexto 1">
            <a:extLst>
              <a:ext uri="{FF2B5EF4-FFF2-40B4-BE49-F238E27FC236}">
                <a16:creationId xmlns:a16="http://schemas.microsoft.com/office/drawing/2014/main" id="{185A7976-C0EC-FD48-6CA8-E677643CEA9A}"/>
              </a:ext>
            </a:extLst>
          </p:cNvPr>
          <p:cNvSpPr txBox="1"/>
          <p:nvPr/>
        </p:nvSpPr>
        <p:spPr>
          <a:xfrm>
            <a:off x="795338" y="5874066"/>
            <a:ext cx="7948246" cy="646331"/>
          </a:xfrm>
          <a:prstGeom prst="rect">
            <a:avLst/>
          </a:prstGeom>
          <a:noFill/>
        </p:spPr>
        <p:txBody>
          <a:bodyPr wrap="square" rtlCol="0">
            <a:spAutoFit/>
          </a:bodyPr>
          <a:lstStyle/>
          <a:p>
            <a:r>
              <a:rPr lang="es-ES" dirty="0"/>
              <a:t>Valencia, M. V., &amp; Londoño, A. A. (2022). </a:t>
            </a:r>
            <a:r>
              <a:rPr lang="es-ES" i="1" dirty="0"/>
              <a:t>Introducción a la adquisición y acondicionamiento de señales</a:t>
            </a:r>
            <a:r>
              <a:rPr lang="es-ES" dirty="0"/>
              <a:t>. Instituto Tecnológico Metropolitano–ITM.</a:t>
            </a:r>
            <a:endParaRPr lang="es-CO" dirty="0"/>
          </a:p>
        </p:txBody>
      </p:sp>
      <p:sp>
        <p:nvSpPr>
          <p:cNvPr id="4" name="CuadroTexto 3">
            <a:extLst>
              <a:ext uri="{FF2B5EF4-FFF2-40B4-BE49-F238E27FC236}">
                <a16:creationId xmlns:a16="http://schemas.microsoft.com/office/drawing/2014/main" id="{BD3BE91F-F6AC-CFA7-1CE9-041082F7B67F}"/>
              </a:ext>
            </a:extLst>
          </p:cNvPr>
          <p:cNvSpPr txBox="1"/>
          <p:nvPr/>
        </p:nvSpPr>
        <p:spPr>
          <a:xfrm>
            <a:off x="1557495" y="1855149"/>
            <a:ext cx="6551524" cy="584775"/>
          </a:xfrm>
          <a:prstGeom prst="rect">
            <a:avLst/>
          </a:prstGeom>
          <a:noFill/>
        </p:spPr>
        <p:txBody>
          <a:bodyPr wrap="square">
            <a:spAutoFit/>
          </a:bodyPr>
          <a:lstStyle/>
          <a:p>
            <a:r>
              <a:rPr lang="es-CO" sz="3200" b="1" dirty="0"/>
              <a:t>Clasificación por Principio Físico</a:t>
            </a:r>
            <a:endParaRPr lang="es-CO" sz="3200" dirty="0"/>
          </a:p>
        </p:txBody>
      </p:sp>
    </p:spTree>
    <p:extLst>
      <p:ext uri="{BB962C8B-B14F-4D97-AF65-F5344CB8AC3E}">
        <p14:creationId xmlns:p14="http://schemas.microsoft.com/office/powerpoint/2010/main" val="2986019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DF404-1D01-6850-3C82-E2A9A3352986}"/>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36245763-A174-DCFD-F6D2-623CAB23B62B}"/>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8</a:t>
            </a:r>
          </a:p>
        </p:txBody>
      </p:sp>
      <p:pic>
        <p:nvPicPr>
          <p:cNvPr id="14" name="Picture 4" descr="Programas - Intranet ETITC">
            <a:extLst>
              <a:ext uri="{FF2B5EF4-FFF2-40B4-BE49-F238E27FC236}">
                <a16:creationId xmlns:a16="http://schemas.microsoft.com/office/drawing/2014/main" id="{6DBAFB9A-D047-53D7-0A96-1B57174DDA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996AE8B9-8352-60C6-BEEC-0D64A93FCC5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69BB5EE8-BC56-2D19-38B8-4DE17909746E}"/>
              </a:ext>
            </a:extLst>
          </p:cNvPr>
          <p:cNvSpPr>
            <a:spLocks noGrp="1"/>
          </p:cNvSpPr>
          <p:nvPr>
            <p:ph type="title"/>
          </p:nvPr>
        </p:nvSpPr>
        <p:spPr>
          <a:xfrm>
            <a:off x="1135464" y="4273620"/>
            <a:ext cx="6712299" cy="1162050"/>
          </a:xfrm>
        </p:spPr>
        <p:txBody>
          <a:bodyPr>
            <a:normAutofit fontScale="90000"/>
          </a:bodyPr>
          <a:lstStyle/>
          <a:p>
            <a:r>
              <a:rPr lang="es-ES" dirty="0"/>
              <a:t>Los sensores resistivos son dispositivos electrónicos que convierten magnitudes físicas no eléctricas (como temperatura, presión, fuerza, luz o humedad) en variaciones de resistencia eléctrica. Estos cambios en la resistencia se miden para detectar y cuantificar la magnitud física aplicada, generalmente mediante circuitos como divisores de voltaje, donde un voltaje fijo se aplica y la salida varía proporcionalmente.</a:t>
            </a:r>
            <a:br>
              <a:rPr lang="es-CO" dirty="0"/>
            </a:br>
            <a:endParaRPr lang="es-CO" dirty="0"/>
          </a:p>
        </p:txBody>
      </p:sp>
      <p:sp>
        <p:nvSpPr>
          <p:cNvPr id="4" name="CuadroTexto 3">
            <a:extLst>
              <a:ext uri="{FF2B5EF4-FFF2-40B4-BE49-F238E27FC236}">
                <a16:creationId xmlns:a16="http://schemas.microsoft.com/office/drawing/2014/main" id="{C3211D91-0E87-8980-10BC-806687D82ABF}"/>
              </a:ext>
            </a:extLst>
          </p:cNvPr>
          <p:cNvSpPr txBox="1"/>
          <p:nvPr/>
        </p:nvSpPr>
        <p:spPr>
          <a:xfrm>
            <a:off x="1557495" y="1855149"/>
            <a:ext cx="6551524" cy="584775"/>
          </a:xfrm>
          <a:prstGeom prst="rect">
            <a:avLst/>
          </a:prstGeom>
          <a:noFill/>
        </p:spPr>
        <p:txBody>
          <a:bodyPr wrap="square">
            <a:spAutoFit/>
          </a:bodyPr>
          <a:lstStyle/>
          <a:p>
            <a:r>
              <a:rPr lang="es-CO" sz="3200" b="1" dirty="0"/>
              <a:t>Sensores Resistivos </a:t>
            </a:r>
            <a:endParaRPr lang="es-CO" sz="3200" dirty="0"/>
          </a:p>
        </p:txBody>
      </p:sp>
    </p:spTree>
    <p:extLst>
      <p:ext uri="{BB962C8B-B14F-4D97-AF65-F5344CB8AC3E}">
        <p14:creationId xmlns:p14="http://schemas.microsoft.com/office/powerpoint/2010/main" val="494517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6C5B8-791F-ECF5-A164-B7195CC9D7DC}"/>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10ADF9DA-FBCD-36FD-AF1E-36FEE49C35F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9</a:t>
            </a:r>
          </a:p>
        </p:txBody>
      </p:sp>
      <p:pic>
        <p:nvPicPr>
          <p:cNvPr id="14" name="Picture 4" descr="Programas - Intranet ETITC">
            <a:extLst>
              <a:ext uri="{FF2B5EF4-FFF2-40B4-BE49-F238E27FC236}">
                <a16:creationId xmlns:a16="http://schemas.microsoft.com/office/drawing/2014/main" id="{32B97DC3-E4CB-3F34-04B0-29C136271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0B99185-3664-295A-1FA0-9C822974796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mc:Choice xmlns:a14="http://schemas.microsoft.com/office/drawing/2010/main" Requires="a14">
          <p:sp>
            <p:nvSpPr>
              <p:cNvPr id="6" name="Título 1">
                <a:extLst>
                  <a:ext uri="{FF2B5EF4-FFF2-40B4-BE49-F238E27FC236}">
                    <a16:creationId xmlns:a16="http://schemas.microsoft.com/office/drawing/2014/main" id="{67E0E06F-60DF-7EB8-8D4E-30A04AD53DF8}"/>
                  </a:ext>
                </a:extLst>
              </p:cNvPr>
              <p:cNvSpPr>
                <a:spLocks noGrp="1"/>
              </p:cNvSpPr>
              <p:nvPr>
                <p:ph type="title"/>
              </p:nvPr>
            </p:nvSpPr>
            <p:spPr>
              <a:xfrm>
                <a:off x="1105319" y="2282562"/>
                <a:ext cx="6712299" cy="3297565"/>
              </a:xfrm>
            </p:spPr>
            <p:txBody>
              <a:bodyPr>
                <a:normAutofit fontScale="90000"/>
              </a:bodyPr>
              <a:lstStyle/>
              <a:p>
                <a:r>
                  <a:rPr lang="es-CO" b="1" dirty="0"/>
                  <a:t>Principio de funcionamiento</a:t>
                </a:r>
                <a:br>
                  <a:rPr lang="es-CO" b="1" dirty="0"/>
                </a:br>
                <a:r>
                  <a:rPr lang="es-CO" dirty="0"/>
                  <a:t>El </a:t>
                </a:r>
                <a:r>
                  <a:rPr lang="es-CO" dirty="0">
                    <a:effectLst/>
                  </a:rPr>
                  <a:t>funcionamiento se basa en la ley de Ohm y propiedades físicas de materiales conductores: la resistencia </a:t>
                </a:r>
                <a14:m>
                  <m:oMath xmlns:m="http://schemas.openxmlformats.org/officeDocument/2006/math">
                    <m:r>
                      <a:rPr lang="es-CO" i="1">
                        <a:latin typeface="Cambria Math" panose="02040503050406030204" pitchFamily="18" charset="0"/>
                      </a:rPr>
                      <m:t>𝑅</m:t>
                    </m:r>
                  </m:oMath>
                </a14:m>
                <a:r>
                  <a:rPr lang="es-CO" dirty="0">
                    <a:effectLst/>
                  </a:rPr>
                  <a:t>de un conductor es directamente proporcional a su longitud </a:t>
                </a:r>
                <a14:m>
                  <m:oMath xmlns:m="http://schemas.openxmlformats.org/officeDocument/2006/math">
                    <m:r>
                      <a:rPr lang="es-CO" i="1">
                        <a:latin typeface="Cambria Math" panose="02040503050406030204" pitchFamily="18" charset="0"/>
                      </a:rPr>
                      <m:t>𝐿</m:t>
                    </m:r>
                    <m:r>
                      <a:rPr lang="es-ES" b="0" i="1" smtClean="0">
                        <a:latin typeface="Cambria Math" panose="02040503050406030204" pitchFamily="18" charset="0"/>
                      </a:rPr>
                      <m:t> </m:t>
                    </m:r>
                  </m:oMath>
                </a14:m>
                <a:r>
                  <a:rPr lang="es-CO" dirty="0">
                    <a:effectLst/>
                  </a:rPr>
                  <a:t>e inversamente proporcional a su área transversal </a:t>
                </a:r>
                <a14:m>
                  <m:oMath xmlns:m="http://schemas.openxmlformats.org/officeDocument/2006/math">
                    <m:r>
                      <a:rPr lang="es-CO" i="1">
                        <a:latin typeface="Cambria Math" panose="02040503050406030204" pitchFamily="18" charset="0"/>
                      </a:rPr>
                      <m:t>𝐴</m:t>
                    </m:r>
                  </m:oMath>
                </a14:m>
                <a:r>
                  <a:rPr lang="es-CO" dirty="0">
                    <a:effectLst/>
                  </a:rPr>
                  <a:t> y a la resistividad </a:t>
                </a:r>
                <a14:m>
                  <m:oMath xmlns:m="http://schemas.openxmlformats.org/officeDocument/2006/math">
                    <m:r>
                      <a:rPr lang="es-CO" i="1">
                        <a:latin typeface="Cambria Math" panose="02040503050406030204" pitchFamily="18" charset="0"/>
                      </a:rPr>
                      <m:t>𝜌</m:t>
                    </m:r>
                  </m:oMath>
                </a14:m>
                <a:r>
                  <a:rPr lang="es-CO" dirty="0">
                    <a:effectLst/>
                  </a:rPr>
                  <a:t> del material </a:t>
                </a:r>
                <a14:m>
                  <m:oMath xmlns:m="http://schemas.openxmlformats.org/officeDocument/2006/math">
                    <m:d>
                      <m:dPr>
                        <m:ctrlPr>
                          <a:rPr lang="es-CO" b="0" smtClean="0">
                            <a:effectLst/>
                            <a:latin typeface="Cambria Math" panose="02040503050406030204" pitchFamily="18" charset="0"/>
                          </a:rPr>
                        </m:ctrlPr>
                      </m:dPr>
                      <m:e>
                        <m:r>
                          <a:rPr lang="es-CO" b="0" i="1" smtClean="0">
                            <a:effectLst/>
                            <a:latin typeface="Cambria Math" panose="02040503050406030204" pitchFamily="18" charset="0"/>
                          </a:rPr>
                          <m:t>𝑅</m:t>
                        </m:r>
                        <m:r>
                          <a:rPr lang="es-CO" b="0" i="1" smtClean="0">
                            <a:effectLst/>
                            <a:latin typeface="Cambria Math" panose="02040503050406030204" pitchFamily="18" charset="0"/>
                          </a:rPr>
                          <m:t>=</m:t>
                        </m:r>
                        <m:r>
                          <m:rPr>
                            <m:sty m:val="p"/>
                          </m:rPr>
                          <a:rPr lang="el-GR" i="1">
                            <a:latin typeface="Cambria Math" panose="02040503050406030204" pitchFamily="18" charset="0"/>
                          </a:rPr>
                          <m:t>ρ</m:t>
                        </m:r>
                        <m:f>
                          <m:fPr>
                            <m:ctrlPr>
                              <a:rPr lang="es-CO" b="0" i="1" smtClean="0">
                                <a:effectLst/>
                                <a:latin typeface="Cambria Math" panose="02040503050406030204" pitchFamily="18" charset="0"/>
                              </a:rPr>
                            </m:ctrlPr>
                          </m:fPr>
                          <m:num>
                            <m:r>
                              <a:rPr lang="es-CO" b="0" i="1" smtClean="0">
                                <a:effectLst/>
                                <a:latin typeface="Cambria Math" panose="02040503050406030204" pitchFamily="18" charset="0"/>
                              </a:rPr>
                              <m:t>𝐿</m:t>
                            </m:r>
                          </m:num>
                          <m:den>
                            <m:r>
                              <a:rPr lang="es-CO" b="0" i="1" smtClean="0">
                                <a:effectLst/>
                                <a:latin typeface="Cambria Math" panose="02040503050406030204" pitchFamily="18" charset="0"/>
                              </a:rPr>
                              <m:t>𝐴</m:t>
                            </m:r>
                          </m:den>
                        </m:f>
                      </m:e>
                    </m:d>
                  </m:oMath>
                </a14:m>
                <a:r>
                  <a:rPr lang="ar-AE" dirty="0">
                    <a:effectLst/>
                  </a:rPr>
                  <a:t> </a:t>
                </a:r>
                <a:r>
                  <a:rPr lang="es-CO" dirty="0">
                    <a:effectLst/>
                  </a:rPr>
                  <a:t>.</a:t>
                </a:r>
                <a:r>
                  <a:rPr lang="es-CO" dirty="0"/>
                  <a:t>C</a:t>
                </a:r>
                <a:r>
                  <a:rPr lang="es-CO" dirty="0">
                    <a:effectLst/>
                  </a:rPr>
                  <a:t>uando una magnitud externa (como temperatura o deformación) altera </a:t>
                </a:r>
                <a14:m>
                  <m:oMath xmlns:m="http://schemas.openxmlformats.org/officeDocument/2006/math">
                    <m:r>
                      <a:rPr lang="es-CO" i="1">
                        <a:latin typeface="Cambria Math" panose="02040503050406030204" pitchFamily="18" charset="0"/>
                      </a:rPr>
                      <m:t>𝐿</m:t>
                    </m:r>
                  </m:oMath>
                </a14:m>
                <a:r>
                  <a:rPr lang="es-CO" dirty="0">
                    <a:effectLst/>
                  </a:rPr>
                  <a:t>, </a:t>
                </a:r>
                <a14:m>
                  <m:oMath xmlns:m="http://schemas.openxmlformats.org/officeDocument/2006/math">
                    <m:r>
                      <a:rPr lang="es-CO" i="1">
                        <a:latin typeface="Cambria Math" panose="02040503050406030204" pitchFamily="18" charset="0"/>
                      </a:rPr>
                      <m:t>𝐴</m:t>
                    </m:r>
                  </m:oMath>
                </a14:m>
                <a:r>
                  <a:rPr lang="es-CO" dirty="0">
                    <a:effectLst/>
                  </a:rPr>
                  <a:t>o </a:t>
                </a:r>
                <a14:m>
                  <m:oMath xmlns:m="http://schemas.openxmlformats.org/officeDocument/2006/math">
                    <m:r>
                      <a:rPr lang="es-CO" i="1">
                        <a:latin typeface="Cambria Math" panose="02040503050406030204" pitchFamily="18" charset="0"/>
                      </a:rPr>
                      <m:t>𝜌</m:t>
                    </m:r>
                  </m:oMath>
                </a14:m>
                <a:r>
                  <a:rPr lang="es-CO" dirty="0">
                    <a:effectLst/>
                  </a:rPr>
                  <a:t>, la resistencia cambia de manera predecible. No se mide la resistencia directamente, sino el voltaje resultante en un circuito divisor.</a:t>
                </a:r>
                <a:endParaRPr lang="es-CO" dirty="0"/>
              </a:p>
            </p:txBody>
          </p:sp>
        </mc:Choice>
        <mc:Fallback>
          <p:sp>
            <p:nvSpPr>
              <p:cNvPr id="6" name="Título 1">
                <a:extLst>
                  <a:ext uri="{FF2B5EF4-FFF2-40B4-BE49-F238E27FC236}">
                    <a16:creationId xmlns:a16="http://schemas.microsoft.com/office/drawing/2014/main" id="{67E0E06F-60DF-7EB8-8D4E-30A04AD53DF8}"/>
                  </a:ext>
                </a:extLst>
              </p:cNvPr>
              <p:cNvSpPr>
                <a:spLocks noGrp="1" noRot="1" noChangeAspect="1" noMove="1" noResize="1" noEditPoints="1" noAdjustHandles="1" noChangeArrowheads="1" noChangeShapeType="1" noTextEdit="1"/>
              </p:cNvSpPr>
              <p:nvPr>
                <p:ph type="title"/>
              </p:nvPr>
            </p:nvSpPr>
            <p:spPr>
              <a:xfrm>
                <a:off x="1105319" y="2282562"/>
                <a:ext cx="6712299" cy="3297565"/>
              </a:xfrm>
              <a:blipFill>
                <a:blip r:embed="rId3"/>
                <a:stretch>
                  <a:fillRect l="-1181" t="-1109" r="-1907" b="-3697"/>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F1406FA9-427F-752B-1E12-2945CCCC89F5}"/>
              </a:ext>
            </a:extLst>
          </p:cNvPr>
          <p:cNvSpPr txBox="1"/>
          <p:nvPr/>
        </p:nvSpPr>
        <p:spPr>
          <a:xfrm>
            <a:off x="1557495" y="1855149"/>
            <a:ext cx="6551524" cy="584775"/>
          </a:xfrm>
          <a:prstGeom prst="rect">
            <a:avLst/>
          </a:prstGeom>
          <a:noFill/>
        </p:spPr>
        <p:txBody>
          <a:bodyPr wrap="square">
            <a:spAutoFit/>
          </a:bodyPr>
          <a:lstStyle/>
          <a:p>
            <a:r>
              <a:rPr lang="es-CO" sz="3200" b="1" dirty="0"/>
              <a:t>Sensores Resistivos </a:t>
            </a:r>
            <a:endParaRPr lang="es-CO" sz="3200" dirty="0"/>
          </a:p>
        </p:txBody>
      </p:sp>
    </p:spTree>
    <p:extLst>
      <p:ext uri="{BB962C8B-B14F-4D97-AF65-F5344CB8AC3E}">
        <p14:creationId xmlns:p14="http://schemas.microsoft.com/office/powerpoint/2010/main" val="3663197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FEFD8-8E03-20B2-1C36-FBBB11E8668D}"/>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02B75607-D9BC-7EB7-434D-8ACF9F24D78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10</a:t>
            </a:r>
          </a:p>
        </p:txBody>
      </p:sp>
      <p:pic>
        <p:nvPicPr>
          <p:cNvPr id="14" name="Picture 4" descr="Programas - Intranet ETITC">
            <a:extLst>
              <a:ext uri="{FF2B5EF4-FFF2-40B4-BE49-F238E27FC236}">
                <a16:creationId xmlns:a16="http://schemas.microsoft.com/office/drawing/2014/main" id="{2C3E2379-10C4-6F25-6621-17AFC60D2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4A09766-4BB6-0838-73A2-FC1591614F84}"/>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C3650EDA-30BA-9F38-F8B1-790C3575A148}"/>
              </a:ext>
            </a:extLst>
          </p:cNvPr>
          <p:cNvSpPr>
            <a:spLocks noGrp="1"/>
          </p:cNvSpPr>
          <p:nvPr>
            <p:ph type="title"/>
          </p:nvPr>
        </p:nvSpPr>
        <p:spPr>
          <a:xfrm>
            <a:off x="1092619" y="2390512"/>
            <a:ext cx="6712299" cy="3297565"/>
          </a:xfrm>
        </p:spPr>
        <p:txBody>
          <a:bodyPr>
            <a:normAutofit fontScale="90000"/>
          </a:bodyPr>
          <a:lstStyle/>
          <a:p>
            <a:r>
              <a:rPr lang="es-CO" b="1" dirty="0"/>
              <a:t>Sensores </a:t>
            </a:r>
            <a:r>
              <a:rPr lang="es-CO" b="1" dirty="0" err="1"/>
              <a:t>Potenciometros</a:t>
            </a:r>
            <a:r>
              <a:rPr lang="es-CO" b="1" dirty="0"/>
              <a:t> </a:t>
            </a:r>
            <a:r>
              <a:rPr lang="es-ES" dirty="0"/>
              <a:t>también conocidos como sensores de potenciómetro o sensores </a:t>
            </a:r>
            <a:r>
              <a:rPr lang="es-ES" b="1" dirty="0"/>
              <a:t>resistivos variables</a:t>
            </a:r>
            <a:r>
              <a:rPr lang="es-ES" dirty="0"/>
              <a:t>, son dispositivos que convierten un movimiento mecánico (lineal o angular) en una señal eléctrica variable. Funcionan como un potenciómetro, que es un resistor variable donde un cursor (o </a:t>
            </a:r>
            <a:r>
              <a:rPr lang="es-ES" dirty="0" err="1"/>
              <a:t>wiper</a:t>
            </a:r>
            <a:r>
              <a:rPr lang="es-ES" dirty="0"/>
              <a:t>) se desliza sobre una pista resistiva, cambiando la resistencia entre terminales y, por ende, el voltaje de salida en un circuito divisor. Son ideales para medir posición, desplazamiento o ángulo con alta precisión y bajo costo.</a:t>
            </a:r>
            <a:br>
              <a:rPr lang="es-ES" dirty="0"/>
            </a:br>
            <a:endParaRPr lang="es-CO" dirty="0"/>
          </a:p>
        </p:txBody>
      </p:sp>
      <p:sp>
        <p:nvSpPr>
          <p:cNvPr id="4" name="CuadroTexto 3">
            <a:extLst>
              <a:ext uri="{FF2B5EF4-FFF2-40B4-BE49-F238E27FC236}">
                <a16:creationId xmlns:a16="http://schemas.microsoft.com/office/drawing/2014/main" id="{ECDD7A5C-B53F-E712-B0AB-BA7131590552}"/>
              </a:ext>
            </a:extLst>
          </p:cNvPr>
          <p:cNvSpPr txBox="1"/>
          <p:nvPr/>
        </p:nvSpPr>
        <p:spPr>
          <a:xfrm>
            <a:off x="1557495" y="1855149"/>
            <a:ext cx="6551524" cy="584775"/>
          </a:xfrm>
          <a:prstGeom prst="rect">
            <a:avLst/>
          </a:prstGeom>
          <a:noFill/>
        </p:spPr>
        <p:txBody>
          <a:bodyPr wrap="square">
            <a:spAutoFit/>
          </a:bodyPr>
          <a:lstStyle/>
          <a:p>
            <a:r>
              <a:rPr lang="es-CO" sz="3200" b="1" dirty="0"/>
              <a:t>Sensores Resistivos </a:t>
            </a:r>
            <a:endParaRPr lang="es-CO" sz="3200" dirty="0"/>
          </a:p>
        </p:txBody>
      </p:sp>
      <p:pic>
        <p:nvPicPr>
          <p:cNvPr id="1026" name="Picture 2" descr="Potenciometro Lineal B 20K Ohm 20MM">
            <a:extLst>
              <a:ext uri="{FF2B5EF4-FFF2-40B4-BE49-F238E27FC236}">
                <a16:creationId xmlns:a16="http://schemas.microsoft.com/office/drawing/2014/main" id="{E84B4310-9F65-73B8-29BC-1F2767C29E0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0" y="5400478"/>
            <a:ext cx="1479550" cy="14795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68E8DA0E-F25E-CF22-3287-CBC3A3CF72BC}"/>
                  </a:ext>
                </a:extLst>
              </p:cNvPr>
              <p:cNvSpPr txBox="1"/>
              <p:nvPr/>
            </p:nvSpPr>
            <p:spPr>
              <a:xfrm>
                <a:off x="2037222" y="5766168"/>
                <a:ext cx="5410131" cy="506870"/>
              </a:xfrm>
              <a:prstGeom prst="rect">
                <a:avLst/>
              </a:prstGeom>
              <a:noFill/>
            </p:spPr>
            <p:txBody>
              <a:bodyPr wrap="square">
                <a:spAutoFit/>
              </a:bodyPr>
              <a:lstStyle/>
              <a:p>
                <a14:m>
                  <m:oMath xmlns:m="http://schemas.openxmlformats.org/officeDocument/2006/math">
                    <m:d>
                      <m:dPr>
                        <m:ctrlPr>
                          <a:rPr lang="es-CO" b="0" i="1" smtClean="0">
                            <a:effectLst/>
                            <a:latin typeface="Cambria Math" panose="02040503050406030204" pitchFamily="18" charset="0"/>
                          </a:rPr>
                        </m:ctrlPr>
                      </m:dPr>
                      <m:e>
                        <m:r>
                          <a:rPr lang="es-CO" b="0" i="1" smtClean="0">
                            <a:effectLst/>
                            <a:latin typeface="Cambria Math" panose="02040503050406030204" pitchFamily="18" charset="0"/>
                          </a:rPr>
                          <m:t>𝑅</m:t>
                        </m:r>
                        <m:r>
                          <a:rPr lang="es-CO" b="0" i="1" smtClean="0">
                            <a:effectLst/>
                            <a:latin typeface="Cambria Math" panose="02040503050406030204" pitchFamily="18" charset="0"/>
                          </a:rPr>
                          <m:t>=</m:t>
                        </m:r>
                        <m:r>
                          <m:rPr>
                            <m:sty m:val="p"/>
                          </m:rPr>
                          <a:rPr lang="el-GR" i="1">
                            <a:latin typeface="Cambria Math" panose="02040503050406030204" pitchFamily="18" charset="0"/>
                          </a:rPr>
                          <m:t>ρ</m:t>
                        </m:r>
                        <m:f>
                          <m:fPr>
                            <m:ctrlPr>
                              <a:rPr lang="es-CO" b="0" i="1" smtClean="0">
                                <a:effectLst/>
                                <a:latin typeface="Cambria Math" panose="02040503050406030204" pitchFamily="18" charset="0"/>
                              </a:rPr>
                            </m:ctrlPr>
                          </m:fPr>
                          <m:num>
                            <m:r>
                              <a:rPr lang="es-CO" b="1" i="0" smtClean="0">
                                <a:effectLst/>
                                <a:latin typeface="Cambria Math" panose="02040503050406030204" pitchFamily="18" charset="0"/>
                              </a:rPr>
                              <m:t>𝐋</m:t>
                            </m:r>
                          </m:num>
                          <m:den>
                            <m:r>
                              <a:rPr lang="es-CO" b="0" i="1" smtClean="0">
                                <a:effectLst/>
                                <a:latin typeface="Cambria Math" panose="02040503050406030204" pitchFamily="18" charset="0"/>
                              </a:rPr>
                              <m:t>𝐴</m:t>
                            </m:r>
                          </m:den>
                        </m:f>
                      </m:e>
                    </m:d>
                  </m:oMath>
                </a14:m>
                <a:r>
                  <a:rPr lang="es-CO" dirty="0">
                    <a:effectLst/>
                  </a:rPr>
                  <a:t> la longitud </a:t>
                </a:r>
                <a:r>
                  <a:rPr lang="es-CO" b="1" dirty="0">
                    <a:effectLst/>
                  </a:rPr>
                  <a:t>L</a:t>
                </a:r>
                <a:r>
                  <a:rPr lang="es-CO" dirty="0">
                    <a:effectLst/>
                  </a:rPr>
                  <a:t> del material es el que cambia</a:t>
                </a:r>
                <a:r>
                  <a:rPr lang="ar-AE" dirty="0">
                    <a:effectLst/>
                  </a:rPr>
                  <a:t> </a:t>
                </a:r>
                <a:endParaRPr lang="es-CO" dirty="0"/>
              </a:p>
            </p:txBody>
          </p:sp>
        </mc:Choice>
        <mc:Fallback>
          <p:sp>
            <p:nvSpPr>
              <p:cNvPr id="3" name="CuadroTexto 2">
                <a:extLst>
                  <a:ext uri="{FF2B5EF4-FFF2-40B4-BE49-F238E27FC236}">
                    <a16:creationId xmlns:a16="http://schemas.microsoft.com/office/drawing/2014/main" id="{68E8DA0E-F25E-CF22-3287-CBC3A3CF72BC}"/>
                  </a:ext>
                </a:extLst>
              </p:cNvPr>
              <p:cNvSpPr txBox="1">
                <a:spLocks noRot="1" noChangeAspect="1" noMove="1" noResize="1" noEditPoints="1" noAdjustHandles="1" noChangeArrowheads="1" noChangeShapeType="1" noTextEdit="1"/>
              </p:cNvSpPr>
              <p:nvPr/>
            </p:nvSpPr>
            <p:spPr>
              <a:xfrm>
                <a:off x="2037222" y="5766168"/>
                <a:ext cx="5410131" cy="506870"/>
              </a:xfrm>
              <a:prstGeom prst="rect">
                <a:avLst/>
              </a:prstGeom>
              <a:blipFill>
                <a:blip r:embed="rId5"/>
                <a:stretch>
                  <a:fillRect b="-6024"/>
                </a:stretch>
              </a:blipFill>
            </p:spPr>
            <p:txBody>
              <a:bodyPr/>
              <a:lstStyle/>
              <a:p>
                <a:r>
                  <a:rPr lang="es-CO">
                    <a:noFill/>
                  </a:rPr>
                  <a:t> </a:t>
                </a:r>
              </a:p>
            </p:txBody>
          </p:sp>
        </mc:Fallback>
      </mc:AlternateContent>
      <p:pic>
        <p:nvPicPr>
          <p:cNvPr id="8" name="Imagen 7">
            <a:extLst>
              <a:ext uri="{FF2B5EF4-FFF2-40B4-BE49-F238E27FC236}">
                <a16:creationId xmlns:a16="http://schemas.microsoft.com/office/drawing/2014/main" id="{65FB83AA-5D06-5A37-9686-EAF601183983}"/>
              </a:ext>
            </a:extLst>
          </p:cNvPr>
          <p:cNvPicPr>
            <a:picLocks noChangeAspect="1"/>
          </p:cNvPicPr>
          <p:nvPr/>
        </p:nvPicPr>
        <p:blipFill>
          <a:blip r:embed="rId6"/>
          <a:stretch>
            <a:fillRect/>
          </a:stretch>
        </p:blipFill>
        <p:spPr>
          <a:xfrm>
            <a:off x="7160760" y="5568517"/>
            <a:ext cx="1983240" cy="1289483"/>
          </a:xfrm>
          <a:prstGeom prst="rect">
            <a:avLst/>
          </a:prstGeom>
        </p:spPr>
      </p:pic>
    </p:spTree>
    <p:extLst>
      <p:ext uri="{BB962C8B-B14F-4D97-AF65-F5344CB8AC3E}">
        <p14:creationId xmlns:p14="http://schemas.microsoft.com/office/powerpoint/2010/main" val="3099760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DEDC-148F-72B4-800C-C04C7FBE1E0B}"/>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4CDBFCD3-73B9-47A1-36AE-A1CFCAF4C57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11</a:t>
            </a:r>
          </a:p>
        </p:txBody>
      </p:sp>
      <p:pic>
        <p:nvPicPr>
          <p:cNvPr id="14" name="Picture 4" descr="Programas - Intranet ETITC">
            <a:extLst>
              <a:ext uri="{FF2B5EF4-FFF2-40B4-BE49-F238E27FC236}">
                <a16:creationId xmlns:a16="http://schemas.microsoft.com/office/drawing/2014/main" id="{7C319289-A00B-A33E-AA6F-AE16D8F9A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4D8007D-792A-0B86-96C2-7C8358F02098}"/>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6525BC43-A8CA-9E96-21AB-C51CAF8F3C85}"/>
              </a:ext>
            </a:extLst>
          </p:cNvPr>
          <p:cNvSpPr>
            <a:spLocks noGrp="1"/>
          </p:cNvSpPr>
          <p:nvPr>
            <p:ph type="title"/>
          </p:nvPr>
        </p:nvSpPr>
        <p:spPr>
          <a:xfrm>
            <a:off x="1086269" y="2761664"/>
            <a:ext cx="6712299" cy="1616337"/>
          </a:xfrm>
        </p:spPr>
        <p:txBody>
          <a:bodyPr>
            <a:normAutofit/>
          </a:bodyPr>
          <a:lstStyle/>
          <a:p>
            <a:r>
              <a:rPr lang="es-CO" b="1" dirty="0"/>
              <a:t>RTD (</a:t>
            </a:r>
            <a:r>
              <a:rPr lang="es-CO" b="1" dirty="0" err="1"/>
              <a:t>Resistance</a:t>
            </a:r>
            <a:r>
              <a:rPr lang="es-CO" b="1" dirty="0"/>
              <a:t> </a:t>
            </a:r>
            <a:r>
              <a:rPr lang="es-CO" b="1" dirty="0" err="1"/>
              <a:t>Temperature</a:t>
            </a:r>
            <a:r>
              <a:rPr lang="es-CO" b="1" dirty="0"/>
              <a:t> Detector)</a:t>
            </a:r>
            <a:br>
              <a:rPr lang="es-CO" b="1" dirty="0"/>
            </a:br>
            <a:r>
              <a:rPr lang="es-CO" b="1" dirty="0"/>
              <a:t>En la mayoría de los materiales, la resistividad </a:t>
            </a:r>
            <a:r>
              <a:rPr lang="el-GR" b="1" dirty="0"/>
              <a:t>ρ</a:t>
            </a:r>
            <a:r>
              <a:rPr lang="es-CO" b="1" dirty="0"/>
              <a:t> se ve afectada por la temperatura, según el </a:t>
            </a:r>
            <a:r>
              <a:rPr lang="es-CO" b="1" u="sng" dirty="0"/>
              <a:t>coeficiente de temperatura</a:t>
            </a:r>
            <a:r>
              <a:rPr lang="es-CO" b="1" dirty="0"/>
              <a:t> de dicho material (</a:t>
            </a:r>
            <a:r>
              <a:rPr lang="el-GR" b="1" dirty="0"/>
              <a:t>α</a:t>
            </a:r>
            <a:r>
              <a:rPr lang="es-CO" b="1" dirty="0"/>
              <a:t>)</a:t>
            </a:r>
            <a:endParaRPr lang="es-CO" dirty="0"/>
          </a:p>
        </p:txBody>
      </p:sp>
      <p:sp>
        <p:nvSpPr>
          <p:cNvPr id="4" name="CuadroTexto 3">
            <a:extLst>
              <a:ext uri="{FF2B5EF4-FFF2-40B4-BE49-F238E27FC236}">
                <a16:creationId xmlns:a16="http://schemas.microsoft.com/office/drawing/2014/main" id="{936276C5-FAFA-03C1-FE9A-1E43CF06C55A}"/>
              </a:ext>
            </a:extLst>
          </p:cNvPr>
          <p:cNvSpPr txBox="1"/>
          <p:nvPr/>
        </p:nvSpPr>
        <p:spPr>
          <a:xfrm>
            <a:off x="1557495" y="1855149"/>
            <a:ext cx="6551524" cy="584775"/>
          </a:xfrm>
          <a:prstGeom prst="rect">
            <a:avLst/>
          </a:prstGeom>
          <a:noFill/>
        </p:spPr>
        <p:txBody>
          <a:bodyPr wrap="square">
            <a:spAutoFit/>
          </a:bodyPr>
          <a:lstStyle/>
          <a:p>
            <a:r>
              <a:rPr lang="es-CO" sz="3200" b="1" dirty="0"/>
              <a:t>Sensores Resistivos </a:t>
            </a:r>
            <a:endParaRPr lang="es-CO" sz="3200" dirty="0"/>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2722AC7A-C5C6-6808-5BDF-7600F2B62D6F}"/>
                  </a:ext>
                </a:extLst>
              </p:cNvPr>
              <p:cNvSpPr txBox="1"/>
              <p:nvPr/>
            </p:nvSpPr>
            <p:spPr>
              <a:xfrm>
                <a:off x="1922922" y="4788268"/>
                <a:ext cx="5410131"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d>
                        <m:dPr>
                          <m:ctrlPr>
                            <a:rPr lang="es-CO" b="0" i="1" smtClean="0">
                              <a:effectLst/>
                              <a:latin typeface="Cambria Math" panose="02040503050406030204" pitchFamily="18" charset="0"/>
                            </a:rPr>
                          </m:ctrlPr>
                        </m:dPr>
                        <m:e>
                          <m:r>
                            <a:rPr lang="es-CO" b="0" i="1" smtClean="0">
                              <a:effectLst/>
                              <a:latin typeface="Cambria Math" panose="02040503050406030204" pitchFamily="18" charset="0"/>
                            </a:rPr>
                            <m:t>𝑅</m:t>
                          </m:r>
                          <m:r>
                            <a:rPr lang="es-CO" b="0" i="1" smtClean="0">
                              <a:effectLst/>
                              <a:latin typeface="Cambria Math" panose="02040503050406030204" pitchFamily="18" charset="0"/>
                            </a:rPr>
                            <m:t>=</m:t>
                          </m:r>
                          <m:sSub>
                            <m:sSubPr>
                              <m:ctrlPr>
                                <a:rPr lang="es-CO" b="0" i="1" smtClean="0">
                                  <a:effectLst/>
                                  <a:latin typeface="Cambria Math" panose="02040503050406030204" pitchFamily="18" charset="0"/>
                                </a:rPr>
                              </m:ctrlPr>
                            </m:sSubPr>
                            <m:e>
                              <m:r>
                                <a:rPr lang="es-CO" b="0" i="1" smtClean="0">
                                  <a:effectLst/>
                                  <a:latin typeface="Cambria Math" panose="02040503050406030204" pitchFamily="18" charset="0"/>
                                </a:rPr>
                                <m:t>𝑅</m:t>
                              </m:r>
                            </m:e>
                            <m:sub>
                              <m:r>
                                <a:rPr lang="es-CO" b="0" i="1" smtClean="0">
                                  <a:effectLst/>
                                  <a:latin typeface="Cambria Math" panose="02040503050406030204" pitchFamily="18" charset="0"/>
                                </a:rPr>
                                <m:t>𝑜</m:t>
                              </m:r>
                            </m:sub>
                          </m:sSub>
                          <m:r>
                            <a:rPr lang="es-CO" b="0" i="1" smtClean="0">
                              <a:effectLst/>
                              <a:latin typeface="Cambria Math" panose="02040503050406030204" pitchFamily="18" charset="0"/>
                            </a:rPr>
                            <m:t>(</m:t>
                          </m:r>
                          <m:r>
                            <a:rPr lang="es-CO" b="0" i="1" smtClean="0">
                              <a:effectLst/>
                              <a:latin typeface="Cambria Math" panose="02040503050406030204" pitchFamily="18" charset="0"/>
                            </a:rPr>
                            <m:t>1</m:t>
                          </m:r>
                          <m:r>
                            <a:rPr lang="es-CO" b="0" i="1" smtClean="0">
                              <a:effectLst/>
                              <a:latin typeface="Cambria Math" panose="02040503050406030204" pitchFamily="18" charset="0"/>
                            </a:rPr>
                            <m:t>+</m:t>
                          </m:r>
                          <m:r>
                            <m:rPr>
                              <m:nor/>
                            </m:rPr>
                            <a:rPr lang="el-GR" b="1" dirty="0"/>
                            <m:t>α</m:t>
                          </m:r>
                          <m:r>
                            <m:rPr>
                              <m:nor/>
                            </m:rPr>
                            <a:rPr lang="es-CO" b="1" i="0" dirty="0" smtClean="0"/>
                            <m:t>*</m:t>
                          </m:r>
                          <m:r>
                            <a:rPr lang="es-CO" b="1" i="1" dirty="0" smtClean="0">
                              <a:latin typeface="Cambria Math" panose="02040503050406030204" pitchFamily="18" charset="0"/>
                              <a:ea typeface="Cambria Math" panose="02040503050406030204" pitchFamily="18" charset="0"/>
                            </a:rPr>
                            <m:t>𝞓</m:t>
                          </m:r>
                          <m:r>
                            <a:rPr lang="es-CO" b="0" i="1" dirty="0" smtClean="0">
                              <a:latin typeface="Cambria Math" panose="02040503050406030204" pitchFamily="18" charset="0"/>
                              <a:ea typeface="Cambria Math" panose="02040503050406030204" pitchFamily="18" charset="0"/>
                            </a:rPr>
                            <m:t>𝑇</m:t>
                          </m:r>
                          <m:r>
                            <a:rPr lang="es-CO" b="0" i="1" smtClean="0">
                              <a:effectLst/>
                              <a:latin typeface="Cambria Math" panose="02040503050406030204" pitchFamily="18" charset="0"/>
                            </a:rPr>
                            <m:t>)</m:t>
                          </m:r>
                        </m:e>
                      </m:d>
                    </m:oMath>
                  </m:oMathPara>
                </a14:m>
                <a:endParaRPr lang="es-CO" dirty="0"/>
              </a:p>
            </p:txBody>
          </p:sp>
        </mc:Choice>
        <mc:Fallback>
          <p:sp>
            <p:nvSpPr>
              <p:cNvPr id="3" name="CuadroTexto 2">
                <a:extLst>
                  <a:ext uri="{FF2B5EF4-FFF2-40B4-BE49-F238E27FC236}">
                    <a16:creationId xmlns:a16="http://schemas.microsoft.com/office/drawing/2014/main" id="{2722AC7A-C5C6-6808-5BDF-7600F2B62D6F}"/>
                  </a:ext>
                </a:extLst>
              </p:cNvPr>
              <p:cNvSpPr txBox="1">
                <a:spLocks noRot="1" noChangeAspect="1" noMove="1" noResize="1" noEditPoints="1" noAdjustHandles="1" noChangeArrowheads="1" noChangeShapeType="1" noTextEdit="1"/>
              </p:cNvSpPr>
              <p:nvPr/>
            </p:nvSpPr>
            <p:spPr>
              <a:xfrm>
                <a:off x="1922922" y="4788268"/>
                <a:ext cx="5410131" cy="369332"/>
              </a:xfrm>
              <a:prstGeom prst="rect">
                <a:avLst/>
              </a:prstGeom>
              <a:blipFill>
                <a:blip r:embed="rId3"/>
                <a:stretch>
                  <a:fillRect b="-13115"/>
                </a:stretch>
              </a:blipFill>
            </p:spPr>
            <p:txBody>
              <a:bodyPr/>
              <a:lstStyle/>
              <a:p>
                <a:r>
                  <a:rPr lang="es-CO">
                    <a:noFill/>
                  </a:rPr>
                  <a:t> </a:t>
                </a:r>
              </a:p>
            </p:txBody>
          </p:sp>
        </mc:Fallback>
      </mc:AlternateContent>
      <p:pic>
        <p:nvPicPr>
          <p:cNvPr id="2052" name="Picture 4" descr="▷ Detectores de Temperatura por Resistencia (RTD) - [septiembre, 2025 ]">
            <a:extLst>
              <a:ext uri="{FF2B5EF4-FFF2-40B4-BE49-F238E27FC236}">
                <a16:creationId xmlns:a16="http://schemas.microsoft.com/office/drawing/2014/main" id="{C0974DFB-289E-26FA-6CDE-8F42D25BAA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550" y="4972934"/>
            <a:ext cx="4368800" cy="181199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Qué son los sensores RTD y cómo funcionan? | Mesel">
            <a:extLst>
              <a:ext uri="{FF2B5EF4-FFF2-40B4-BE49-F238E27FC236}">
                <a16:creationId xmlns:a16="http://schemas.microsoft.com/office/drawing/2014/main" id="{8A3C638C-7E65-A40A-4104-0D9CAA00F6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7560" y="5214739"/>
            <a:ext cx="1996440" cy="166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076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EAB4E-E72C-A68A-814D-C0775720ECA5}"/>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C5C577E2-63E3-56E8-BB1E-314F4866D68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12</a:t>
            </a:r>
          </a:p>
        </p:txBody>
      </p:sp>
      <p:pic>
        <p:nvPicPr>
          <p:cNvPr id="14" name="Picture 4" descr="Programas - Intranet ETITC">
            <a:extLst>
              <a:ext uri="{FF2B5EF4-FFF2-40B4-BE49-F238E27FC236}">
                <a16:creationId xmlns:a16="http://schemas.microsoft.com/office/drawing/2014/main" id="{BDE84E7F-06D1-5474-3FB1-4939ADC0F4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96D8576D-2B36-19FB-4B11-CFAF9608E5D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mc:Choice xmlns:a14="http://schemas.microsoft.com/office/drawing/2010/main" Requires="a14">
          <p:sp>
            <p:nvSpPr>
              <p:cNvPr id="6" name="Título 1">
                <a:extLst>
                  <a:ext uri="{FF2B5EF4-FFF2-40B4-BE49-F238E27FC236}">
                    <a16:creationId xmlns:a16="http://schemas.microsoft.com/office/drawing/2014/main" id="{9C89D0C1-4C43-2601-B8DE-32CD4E23BEEB}"/>
                  </a:ext>
                </a:extLst>
              </p:cNvPr>
              <p:cNvSpPr>
                <a:spLocks noGrp="1"/>
              </p:cNvSpPr>
              <p:nvPr>
                <p:ph type="title"/>
              </p:nvPr>
            </p:nvSpPr>
            <p:spPr>
              <a:xfrm>
                <a:off x="1092619" y="3149014"/>
                <a:ext cx="6712299" cy="1616337"/>
              </a:xfrm>
            </p:spPr>
            <p:txBody>
              <a:bodyPr>
                <a:noAutofit/>
              </a:bodyPr>
              <a:lstStyle/>
              <a:p>
                <a:r>
                  <a:rPr lang="es-CO" sz="1600" b="1" dirty="0"/>
                  <a:t>Termistores </a:t>
                </a:r>
                <a:r>
                  <a:rPr lang="es-CO" sz="1600" dirty="0"/>
                  <a:t>El funcionamiento se basa en la variación de la resistividad del material semiconductor (como óxidos de metales: manganeso, níquel, cobalto o hierro) con la temperatura. A diferencia de los metales en RTD (donde la resistencia aumenta linealmente), los termistores tienen una respuesta no lineal, descrita por la ecuación de </a:t>
                </a:r>
                <a:r>
                  <a:rPr lang="es-CO" sz="1600" b="1" dirty="0" err="1"/>
                  <a:t>Steinhart</a:t>
                </a:r>
                <a:r>
                  <a:rPr lang="es-CO" sz="1600" b="1" dirty="0"/>
                  <a:t>-Hart</a:t>
                </a:r>
                <a:r>
                  <a:rPr lang="es-CO" sz="1600" dirty="0"/>
                  <a:t> o aproximaciones exponenciales como:</a:t>
                </a:r>
                <a:br>
                  <a:rPr lang="es-CO" sz="1600" dirty="0"/>
                </a:br>
                <a14:m>
                  <m:oMathPara xmlns:m="http://schemas.openxmlformats.org/officeDocument/2006/math">
                    <m:oMathParaPr>
                      <m:jc m:val="centerGroup"/>
                    </m:oMathParaPr>
                    <m:oMath xmlns:m="http://schemas.openxmlformats.org/officeDocument/2006/math">
                      <m:r>
                        <a:rPr lang="es-CO" sz="1600" i="1"/>
                        <m:t>𝑅</m:t>
                      </m:r>
                      <m:d>
                        <m:dPr>
                          <m:ctrlPr>
                            <a:rPr lang="ar-AE" sz="1600" i="1"/>
                          </m:ctrlPr>
                        </m:dPr>
                        <m:e>
                          <m:r>
                            <a:rPr lang="ar-AE" sz="1600" i="1"/>
                            <m:t>𝑇</m:t>
                          </m:r>
                        </m:e>
                      </m:d>
                      <m:r>
                        <a:rPr lang="ar-AE" sz="1600"/>
                        <m:t>=</m:t>
                      </m:r>
                      <m:sSub>
                        <m:sSubPr>
                          <m:ctrlPr>
                            <a:rPr lang="ar-AE" sz="1600" i="1"/>
                          </m:ctrlPr>
                        </m:sSubPr>
                        <m:e>
                          <m:r>
                            <a:rPr lang="ar-AE" sz="1600" i="1"/>
                            <m:t>𝑅</m:t>
                          </m:r>
                        </m:e>
                        <m:sub>
                          <m:r>
                            <a:rPr lang="ar-AE" sz="1600"/>
                            <m:t>0</m:t>
                          </m:r>
                        </m:sub>
                      </m:sSub>
                      <m:sSup>
                        <m:sSupPr>
                          <m:ctrlPr>
                            <a:rPr lang="ar-AE" sz="1600" i="1"/>
                          </m:ctrlPr>
                        </m:sSupPr>
                        <m:e>
                          <m:r>
                            <a:rPr lang="ar-AE" sz="1600" i="1"/>
                            <m:t>𝑒</m:t>
                          </m:r>
                        </m:e>
                        <m:sup>
                          <m:r>
                            <a:rPr lang="ar-AE" sz="1600" i="1"/>
                            <m:t>𝐵</m:t>
                          </m:r>
                          <m:d>
                            <m:dPr>
                              <m:ctrlPr>
                                <a:rPr lang="ar-AE" sz="1600" i="1"/>
                              </m:ctrlPr>
                            </m:dPr>
                            <m:e>
                              <m:f>
                                <m:fPr>
                                  <m:ctrlPr>
                                    <a:rPr lang="ar-AE" sz="1600" i="1"/>
                                  </m:ctrlPr>
                                </m:fPr>
                                <m:num>
                                  <m:r>
                                    <a:rPr lang="ar-AE" sz="1600"/>
                                    <m:t>1</m:t>
                                  </m:r>
                                </m:num>
                                <m:den>
                                  <m:r>
                                    <a:rPr lang="ar-AE" sz="1600" i="1"/>
                                    <m:t>𝑇</m:t>
                                  </m:r>
                                </m:den>
                              </m:f>
                              <m:r>
                                <a:rPr lang="ar-AE" sz="1600"/>
                                <m:t>−</m:t>
                              </m:r>
                              <m:f>
                                <m:fPr>
                                  <m:ctrlPr>
                                    <a:rPr lang="ar-AE" sz="1600" i="1"/>
                                  </m:ctrlPr>
                                </m:fPr>
                                <m:num>
                                  <m:r>
                                    <a:rPr lang="ar-AE" sz="1600"/>
                                    <m:t>1</m:t>
                                  </m:r>
                                </m:num>
                                <m:den>
                                  <m:sSub>
                                    <m:sSubPr>
                                      <m:ctrlPr>
                                        <a:rPr lang="ar-AE" sz="1600" i="1"/>
                                      </m:ctrlPr>
                                    </m:sSubPr>
                                    <m:e>
                                      <m:r>
                                        <a:rPr lang="ar-AE" sz="1600" i="1"/>
                                        <m:t>𝑇</m:t>
                                      </m:r>
                                    </m:e>
                                    <m:sub>
                                      <m:r>
                                        <a:rPr lang="ar-AE" sz="1600"/>
                                        <m:t>0</m:t>
                                      </m:r>
                                    </m:sub>
                                  </m:sSub>
                                </m:den>
                              </m:f>
                            </m:e>
                          </m:d>
                        </m:sup>
                      </m:sSup>
                    </m:oMath>
                  </m:oMathPara>
                </a14:m>
                <a:br>
                  <a:rPr lang="ar-AE" sz="1600" dirty="0"/>
                </a:br>
                <a:r>
                  <a:rPr lang="es-CO" sz="1600" dirty="0">
                    <a:effectLst/>
                  </a:rPr>
                  <a:t>donde </a:t>
                </a:r>
                <a14:m>
                  <m:oMath xmlns:m="http://schemas.openxmlformats.org/officeDocument/2006/math">
                    <m:r>
                      <a:rPr lang="es-CO" sz="1600" i="1"/>
                      <m:t>𝑅</m:t>
                    </m:r>
                    <m:d>
                      <m:dPr>
                        <m:ctrlPr>
                          <a:rPr lang="ar-AE" sz="1600" i="1"/>
                        </m:ctrlPr>
                      </m:dPr>
                      <m:e>
                        <m:r>
                          <a:rPr lang="ar-AE" sz="1600" i="1"/>
                          <m:t>𝑇</m:t>
                        </m:r>
                      </m:e>
                    </m:d>
                  </m:oMath>
                </a14:m>
                <a:r>
                  <a:rPr lang="es-CO" sz="1600" dirty="0">
                    <a:effectLst/>
                  </a:rPr>
                  <a:t>es la resistencia a temperatura </a:t>
                </a:r>
                <a14:m>
                  <m:oMath xmlns:m="http://schemas.openxmlformats.org/officeDocument/2006/math">
                    <m:r>
                      <a:rPr lang="es-CO" sz="1600" i="1"/>
                      <m:t>𝑇</m:t>
                    </m:r>
                  </m:oMath>
                </a14:m>
                <a:r>
                  <a:rPr lang="es-CO" sz="1600" dirty="0">
                    <a:effectLst/>
                  </a:rPr>
                  <a:t>(en Kelvin), </a:t>
                </a:r>
                <a14:m>
                  <m:oMath xmlns:m="http://schemas.openxmlformats.org/officeDocument/2006/math">
                    <m:sSub>
                      <m:sSubPr>
                        <m:ctrlPr>
                          <a:rPr lang="ar-AE" sz="1600"/>
                        </m:ctrlPr>
                      </m:sSubPr>
                      <m:e>
                        <m:r>
                          <a:rPr lang="ar-AE" sz="1600" i="1"/>
                          <m:t>𝑅</m:t>
                        </m:r>
                      </m:e>
                      <m:sub>
                        <m:r>
                          <a:rPr lang="ar-AE" sz="1600"/>
                          <m:t>0</m:t>
                        </m:r>
                      </m:sub>
                    </m:sSub>
                  </m:oMath>
                </a14:m>
                <a:r>
                  <a:rPr lang="es-CO" sz="1600" dirty="0">
                    <a:effectLst/>
                  </a:rPr>
                  <a:t>es la resistencia a </a:t>
                </a:r>
                <a14:m>
                  <m:oMath xmlns:m="http://schemas.openxmlformats.org/officeDocument/2006/math">
                    <m:sSub>
                      <m:sSubPr>
                        <m:ctrlPr>
                          <a:rPr lang="ar-AE" sz="1600"/>
                        </m:ctrlPr>
                      </m:sSubPr>
                      <m:e>
                        <m:r>
                          <a:rPr lang="ar-AE" sz="1600" i="1"/>
                          <m:t>𝑇</m:t>
                        </m:r>
                      </m:e>
                      <m:sub>
                        <m:r>
                          <a:rPr lang="ar-AE" sz="1600"/>
                          <m:t>0</m:t>
                        </m:r>
                      </m:sub>
                    </m:sSub>
                  </m:oMath>
                </a14:m>
                <a:r>
                  <a:rPr lang="ar-AE" sz="1600" dirty="0">
                    <a:effectLst/>
                  </a:rPr>
                  <a:t>, </a:t>
                </a:r>
                <a:r>
                  <a:rPr lang="es-CO" sz="1600" dirty="0">
                    <a:effectLst/>
                  </a:rPr>
                  <a:t>y </a:t>
                </a:r>
                <a14:m>
                  <m:oMath xmlns:m="http://schemas.openxmlformats.org/officeDocument/2006/math">
                    <m:r>
                      <a:rPr lang="es-CO" sz="1600" i="1"/>
                      <m:t>𝐵</m:t>
                    </m:r>
                  </m:oMath>
                </a14:m>
                <a:r>
                  <a:rPr lang="es-CO" sz="1600" dirty="0">
                    <a:effectLst/>
                  </a:rPr>
                  <a:t>es el coeficiente de temperatura (típicamente 2000-4000 </a:t>
                </a:r>
                <a:r>
                  <a:rPr lang="es-CO" sz="1600" dirty="0"/>
                  <a:t>K).</a:t>
                </a:r>
                <a:br>
                  <a:rPr lang="es-CO" sz="1600" dirty="0"/>
                </a:br>
                <a:endParaRPr lang="es-CO" sz="1600" dirty="0"/>
              </a:p>
            </p:txBody>
          </p:sp>
        </mc:Choice>
        <mc:Fallback>
          <p:sp>
            <p:nvSpPr>
              <p:cNvPr id="6" name="Título 1">
                <a:extLst>
                  <a:ext uri="{FF2B5EF4-FFF2-40B4-BE49-F238E27FC236}">
                    <a16:creationId xmlns:a16="http://schemas.microsoft.com/office/drawing/2014/main" id="{9C89D0C1-4C43-2601-B8DE-32CD4E23BEEB}"/>
                  </a:ext>
                </a:extLst>
              </p:cNvPr>
              <p:cNvSpPr>
                <a:spLocks noGrp="1" noRot="1" noChangeAspect="1" noMove="1" noResize="1" noEditPoints="1" noAdjustHandles="1" noChangeArrowheads="1" noChangeShapeType="1" noTextEdit="1"/>
              </p:cNvSpPr>
              <p:nvPr>
                <p:ph type="title"/>
              </p:nvPr>
            </p:nvSpPr>
            <p:spPr>
              <a:xfrm>
                <a:off x="1092619" y="3149014"/>
                <a:ext cx="6712299" cy="1616337"/>
              </a:xfrm>
              <a:blipFill>
                <a:blip r:embed="rId3"/>
                <a:stretch>
                  <a:fillRect l="-454" t="-52453" r="-908"/>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56AB89E8-FDC3-7622-BF8A-C8C74E58E7BE}"/>
              </a:ext>
            </a:extLst>
          </p:cNvPr>
          <p:cNvSpPr txBox="1"/>
          <p:nvPr/>
        </p:nvSpPr>
        <p:spPr>
          <a:xfrm>
            <a:off x="1557495" y="1855149"/>
            <a:ext cx="6551524" cy="584775"/>
          </a:xfrm>
          <a:prstGeom prst="rect">
            <a:avLst/>
          </a:prstGeom>
          <a:noFill/>
        </p:spPr>
        <p:txBody>
          <a:bodyPr wrap="square">
            <a:spAutoFit/>
          </a:bodyPr>
          <a:lstStyle/>
          <a:p>
            <a:r>
              <a:rPr lang="es-CO" sz="3200" b="1" dirty="0"/>
              <a:t>Sensores Resistivos </a:t>
            </a:r>
            <a:endParaRPr lang="es-CO" sz="3200" dirty="0"/>
          </a:p>
        </p:txBody>
      </p:sp>
      <p:pic>
        <p:nvPicPr>
          <p:cNvPr id="3074" name="Picture 2" descr="Como funciona un termistor y que tipos existen">
            <a:extLst>
              <a:ext uri="{FF2B5EF4-FFF2-40B4-BE49-F238E27FC236}">
                <a16:creationId xmlns:a16="http://schemas.microsoft.com/office/drawing/2014/main" id="{4D048334-F1FE-EB2E-BB21-CD5EB0BFC0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364" y="4701851"/>
            <a:ext cx="3759170" cy="2113501"/>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1079C164-90B4-2CFB-9C18-E474059766EA}"/>
              </a:ext>
            </a:extLst>
          </p:cNvPr>
          <p:cNvSpPr/>
          <p:nvPr/>
        </p:nvSpPr>
        <p:spPr>
          <a:xfrm>
            <a:off x="2705100" y="6369050"/>
            <a:ext cx="1403350" cy="3175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0B027638-5B83-DF0C-2F4C-C5796EC549FD}"/>
              </a:ext>
            </a:extLst>
          </p:cNvPr>
          <p:cNvSpPr/>
          <p:nvPr/>
        </p:nvSpPr>
        <p:spPr>
          <a:xfrm>
            <a:off x="4648200" y="6350901"/>
            <a:ext cx="1403350" cy="3175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884579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8A4B3-8375-68DF-3FA5-496CD639DD32}"/>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D6EA273E-F2BF-8D5A-267C-DF5BB77741B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13</a:t>
            </a:r>
          </a:p>
        </p:txBody>
      </p:sp>
      <p:pic>
        <p:nvPicPr>
          <p:cNvPr id="14" name="Picture 4" descr="Programas - Intranet ETITC">
            <a:extLst>
              <a:ext uri="{FF2B5EF4-FFF2-40B4-BE49-F238E27FC236}">
                <a16:creationId xmlns:a16="http://schemas.microsoft.com/office/drawing/2014/main" id="{7AF9C561-48C0-5E59-CE2E-5D720E373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FFC35CC-CDFB-2E11-397D-2F658245B7D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3DB5E809-A8ED-6A5F-BD47-3EBE59047B28}"/>
              </a:ext>
            </a:extLst>
          </p:cNvPr>
          <p:cNvSpPr>
            <a:spLocks noGrp="1"/>
          </p:cNvSpPr>
          <p:nvPr>
            <p:ph type="title"/>
          </p:nvPr>
        </p:nvSpPr>
        <p:spPr>
          <a:xfrm>
            <a:off x="1092619" y="3149014"/>
            <a:ext cx="6712299" cy="1616337"/>
          </a:xfrm>
        </p:spPr>
        <p:txBody>
          <a:bodyPr>
            <a:noAutofit/>
          </a:bodyPr>
          <a:lstStyle/>
          <a:p>
            <a:pPr/>
            <a:r>
              <a:rPr lang="es-CO" sz="1600" b="1" dirty="0"/>
              <a:t>Galgas extensiométricas son  sensores basados en el efecto </a:t>
            </a:r>
            <a:r>
              <a:rPr lang="es-CO" sz="1600" b="1" dirty="0" err="1"/>
              <a:t>piezo</a:t>
            </a:r>
            <a:r>
              <a:rPr lang="es-CO" sz="1600" b="1" dirty="0"/>
              <a:t>-eléctrico, es decir, en la propiedad que tienen algunos materiales de cambiar su </a:t>
            </a:r>
            <a:r>
              <a:rPr lang="es-CO" sz="1600" b="1" dirty="0" err="1"/>
              <a:t>resistenac</a:t>
            </a:r>
            <a:r>
              <a:rPr lang="es-CO" sz="1600" b="1" dirty="0"/>
              <a:t> al ser sometidos a un esfuerzo o estrés mecánico.</a:t>
            </a:r>
            <a:endParaRPr lang="es-CO" sz="1600" dirty="0"/>
          </a:p>
        </p:txBody>
      </p:sp>
      <p:sp>
        <p:nvSpPr>
          <p:cNvPr id="4" name="CuadroTexto 3">
            <a:extLst>
              <a:ext uri="{FF2B5EF4-FFF2-40B4-BE49-F238E27FC236}">
                <a16:creationId xmlns:a16="http://schemas.microsoft.com/office/drawing/2014/main" id="{EBC7D19D-9EB2-DD02-69A4-F867DFAC5B15}"/>
              </a:ext>
            </a:extLst>
          </p:cNvPr>
          <p:cNvSpPr txBox="1"/>
          <p:nvPr/>
        </p:nvSpPr>
        <p:spPr>
          <a:xfrm>
            <a:off x="1557495" y="1855149"/>
            <a:ext cx="6551524" cy="584775"/>
          </a:xfrm>
          <a:prstGeom prst="rect">
            <a:avLst/>
          </a:prstGeom>
          <a:noFill/>
        </p:spPr>
        <p:txBody>
          <a:bodyPr wrap="square">
            <a:spAutoFit/>
          </a:bodyPr>
          <a:lstStyle/>
          <a:p>
            <a:r>
              <a:rPr lang="es-CO" sz="3200" b="1" dirty="0"/>
              <a:t>Sensores Resistivos </a:t>
            </a:r>
            <a:endParaRPr lang="es-CO" sz="3200" dirty="0"/>
          </a:p>
        </p:txBody>
      </p:sp>
      <p:pic>
        <p:nvPicPr>
          <p:cNvPr id="12" name="Imagen 11">
            <a:extLst>
              <a:ext uri="{FF2B5EF4-FFF2-40B4-BE49-F238E27FC236}">
                <a16:creationId xmlns:a16="http://schemas.microsoft.com/office/drawing/2014/main" id="{929FFF2C-4CC4-AED5-0655-27A72112F1B3}"/>
              </a:ext>
            </a:extLst>
          </p:cNvPr>
          <p:cNvPicPr>
            <a:picLocks noChangeAspect="1"/>
          </p:cNvPicPr>
          <p:nvPr/>
        </p:nvPicPr>
        <p:blipFill>
          <a:blip r:embed="rId3"/>
          <a:stretch>
            <a:fillRect/>
          </a:stretch>
        </p:blipFill>
        <p:spPr>
          <a:xfrm>
            <a:off x="5283200" y="4749460"/>
            <a:ext cx="3662873" cy="1981476"/>
          </a:xfrm>
          <a:prstGeom prst="rect">
            <a:avLst/>
          </a:prstGeom>
        </p:spPr>
      </p:pic>
    </p:spTree>
    <p:extLst>
      <p:ext uri="{BB962C8B-B14F-4D97-AF65-F5344CB8AC3E}">
        <p14:creationId xmlns:p14="http://schemas.microsoft.com/office/powerpoint/2010/main" val="1441206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A3B9C-3BC3-9C5B-6C39-DEFB0D96C3A8}"/>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E201037E-1DA4-D08F-EF3A-F291F587B5E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14</a:t>
            </a:r>
          </a:p>
        </p:txBody>
      </p:sp>
      <p:pic>
        <p:nvPicPr>
          <p:cNvPr id="14" name="Picture 4" descr="Programas - Intranet ETITC">
            <a:extLst>
              <a:ext uri="{FF2B5EF4-FFF2-40B4-BE49-F238E27FC236}">
                <a16:creationId xmlns:a16="http://schemas.microsoft.com/office/drawing/2014/main" id="{4C92ECC7-832C-64A2-BD0B-B82544AD5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F890A87-059D-06BA-48EA-06373CCC5258}"/>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320B4B20-943E-B532-006E-178AF4872D88}"/>
              </a:ext>
            </a:extLst>
          </p:cNvPr>
          <p:cNvSpPr>
            <a:spLocks noGrp="1"/>
          </p:cNvSpPr>
          <p:nvPr>
            <p:ph type="title"/>
          </p:nvPr>
        </p:nvSpPr>
        <p:spPr>
          <a:xfrm>
            <a:off x="1092619" y="3149014"/>
            <a:ext cx="6712299" cy="1616337"/>
          </a:xfrm>
        </p:spPr>
        <p:txBody>
          <a:bodyPr>
            <a:noAutofit/>
          </a:bodyPr>
          <a:lstStyle/>
          <a:p>
            <a:r>
              <a:rPr lang="es-CO" sz="1600" b="1" dirty="0"/>
              <a:t>Realice la lectura del texto</a:t>
            </a:r>
            <a:r>
              <a:rPr lang="es-CO" sz="1600" b="1" i="1" dirty="0"/>
              <a:t>: </a:t>
            </a:r>
            <a:r>
              <a:rPr lang="en-US" sz="1600" b="1" i="1" dirty="0"/>
              <a:t>Saggio</a:t>
            </a:r>
            <a:r>
              <a:rPr lang="en-US" sz="1600" i="1" dirty="0"/>
              <a:t>, G., </a:t>
            </a:r>
            <a:r>
              <a:rPr lang="en-US" sz="1600" i="1" dirty="0" err="1"/>
              <a:t>Riillo</a:t>
            </a:r>
            <a:r>
              <a:rPr lang="en-US" sz="1600" i="1" dirty="0"/>
              <a:t>, F., </a:t>
            </a:r>
            <a:r>
              <a:rPr lang="en-US" sz="1600" i="1" dirty="0" err="1"/>
              <a:t>Sbernini</a:t>
            </a:r>
            <a:r>
              <a:rPr lang="en-US" sz="1600" i="1" dirty="0"/>
              <a:t>, L., &amp; Quitadamo, L. R. (2015). </a:t>
            </a:r>
            <a:r>
              <a:rPr lang="en-US" sz="1600" b="1" i="1" dirty="0"/>
              <a:t>Resistive flex sensors: a survey</a:t>
            </a:r>
            <a:r>
              <a:rPr lang="en-US" sz="1600" i="1" dirty="0"/>
              <a:t>. Smart Materials and Structures, 25(1), 013001</a:t>
            </a:r>
            <a:r>
              <a:rPr lang="en-US" sz="1600" b="1" i="1" dirty="0"/>
              <a:t>. </a:t>
            </a:r>
            <a:r>
              <a:rPr lang="en-US" sz="1600" b="1" dirty="0"/>
              <a:t>Disponible </a:t>
            </a:r>
            <a:r>
              <a:rPr lang="en-US" sz="1600" b="1" dirty="0" err="1"/>
              <a:t>en</a:t>
            </a:r>
            <a:r>
              <a:rPr lang="en-US" sz="1600" b="1" dirty="0"/>
              <a:t> </a:t>
            </a:r>
            <a:r>
              <a:rPr lang="en-US" sz="1600" b="1" dirty="0" err="1"/>
              <a:t>el</a:t>
            </a:r>
            <a:r>
              <a:rPr lang="en-US" sz="1600" b="1" dirty="0"/>
              <a:t> material del </a:t>
            </a:r>
            <a:r>
              <a:rPr lang="en-US" sz="1600" b="1" dirty="0" err="1"/>
              <a:t>curso</a:t>
            </a:r>
            <a:r>
              <a:rPr lang="en-US" sz="1600" b="1" dirty="0"/>
              <a:t>.</a:t>
            </a:r>
            <a:endParaRPr lang="es-CO" sz="1600" i="1" dirty="0"/>
          </a:p>
        </p:txBody>
      </p:sp>
      <p:sp>
        <p:nvSpPr>
          <p:cNvPr id="4" name="CuadroTexto 3">
            <a:extLst>
              <a:ext uri="{FF2B5EF4-FFF2-40B4-BE49-F238E27FC236}">
                <a16:creationId xmlns:a16="http://schemas.microsoft.com/office/drawing/2014/main" id="{96329032-1376-2FB5-96B2-55B5720D121A}"/>
              </a:ext>
            </a:extLst>
          </p:cNvPr>
          <p:cNvSpPr txBox="1"/>
          <p:nvPr/>
        </p:nvSpPr>
        <p:spPr>
          <a:xfrm>
            <a:off x="1557495" y="1855149"/>
            <a:ext cx="6551524" cy="584775"/>
          </a:xfrm>
          <a:prstGeom prst="rect">
            <a:avLst/>
          </a:prstGeom>
          <a:noFill/>
        </p:spPr>
        <p:txBody>
          <a:bodyPr wrap="square">
            <a:spAutoFit/>
          </a:bodyPr>
          <a:lstStyle/>
          <a:p>
            <a:r>
              <a:rPr lang="es-CO" sz="3200" b="1" dirty="0"/>
              <a:t>Sensores Resistivos </a:t>
            </a:r>
            <a:endParaRPr lang="es-CO" sz="3200" dirty="0"/>
          </a:p>
        </p:txBody>
      </p:sp>
    </p:spTree>
    <p:extLst>
      <p:ext uri="{BB962C8B-B14F-4D97-AF65-F5344CB8AC3E}">
        <p14:creationId xmlns:p14="http://schemas.microsoft.com/office/powerpoint/2010/main" val="1620504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76FF4-09F3-5ADA-15C1-14C0E159FB03}"/>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E5800FF2-D075-CB4F-38AF-3ECBEAA017A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15</a:t>
            </a:r>
          </a:p>
        </p:txBody>
      </p:sp>
      <p:pic>
        <p:nvPicPr>
          <p:cNvPr id="14" name="Picture 4" descr="Programas - Intranet ETITC">
            <a:extLst>
              <a:ext uri="{FF2B5EF4-FFF2-40B4-BE49-F238E27FC236}">
                <a16:creationId xmlns:a16="http://schemas.microsoft.com/office/drawing/2014/main" id="{2A88A3C6-2852-FF1B-0FC4-1BA2C4C09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0DA41BA-108C-0721-74B2-5984F6C5202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mc:Choice xmlns:a14="http://schemas.microsoft.com/office/drawing/2010/main" Requires="a14">
          <p:sp>
            <p:nvSpPr>
              <p:cNvPr id="6" name="Título 1">
                <a:extLst>
                  <a:ext uri="{FF2B5EF4-FFF2-40B4-BE49-F238E27FC236}">
                    <a16:creationId xmlns:a16="http://schemas.microsoft.com/office/drawing/2014/main" id="{97AE601D-86F5-C2F0-2D47-283341152B04}"/>
                  </a:ext>
                </a:extLst>
              </p:cNvPr>
              <p:cNvSpPr>
                <a:spLocks noGrp="1"/>
              </p:cNvSpPr>
              <p:nvPr>
                <p:ph type="title"/>
              </p:nvPr>
            </p:nvSpPr>
            <p:spPr>
              <a:xfrm>
                <a:off x="549275" y="2887486"/>
                <a:ext cx="8045450" cy="1616337"/>
              </a:xfrm>
            </p:spPr>
            <p:txBody>
              <a:bodyPr>
                <a:noAutofit/>
              </a:bodyPr>
              <a:lstStyle/>
              <a:p>
                <a:r>
                  <a:rPr lang="es-CO" sz="1600" dirty="0"/>
                  <a:t>Los sensores capacitivos son dispositivos electrónicos que detectan cambios en la capacitancia eléctrica causados por variaciones en una magnitud física, como la presencia de un objeto, desplazamiento, nivel de líquido, humedad o presión. La capacitancia </a:t>
                </a:r>
                <a14:m>
                  <m:oMath xmlns:m="http://schemas.openxmlformats.org/officeDocument/2006/math">
                    <m:r>
                      <a:rPr lang="es-CO" sz="1600" i="1"/>
                      <m:t>𝐶</m:t>
                    </m:r>
                  </m:oMath>
                </a14:m>
                <a:r>
                  <a:rPr lang="es-CO" sz="1600" dirty="0">
                    <a:effectLst/>
                  </a:rPr>
                  <a:t>depende de la constante dieléctrica </a:t>
                </a:r>
                <a14:m>
                  <m:oMath xmlns:m="http://schemas.openxmlformats.org/officeDocument/2006/math">
                    <m:r>
                      <a:rPr lang="es-CO" sz="1600" i="1"/>
                      <m:t>𝜖</m:t>
                    </m:r>
                  </m:oMath>
                </a14:m>
                <a:r>
                  <a:rPr lang="es-CO" sz="1600" dirty="0">
                    <a:effectLst/>
                  </a:rPr>
                  <a:t>, el área de las placas </a:t>
                </a:r>
                <a14:m>
                  <m:oMath xmlns:m="http://schemas.openxmlformats.org/officeDocument/2006/math">
                    <m:r>
                      <a:rPr lang="es-CO" sz="1600" i="1"/>
                      <m:t>𝐴</m:t>
                    </m:r>
                  </m:oMath>
                </a14:m>
                <a:r>
                  <a:rPr lang="es-CO" sz="1600" dirty="0">
                    <a:effectLst/>
                  </a:rPr>
                  <a:t>y la distancia entre ellas </a:t>
                </a:r>
                <a14:m>
                  <m:oMath xmlns:m="http://schemas.openxmlformats.org/officeDocument/2006/math">
                    <m:r>
                      <a:rPr lang="es-CO" sz="1600" i="1"/>
                      <m:t>𝑑</m:t>
                    </m:r>
                  </m:oMath>
                </a14:m>
                <a:r>
                  <a:rPr lang="es-CO" sz="1600" dirty="0">
                    <a:effectLst/>
                  </a:rPr>
                  <a:t>, según la fórmula:</a:t>
                </a:r>
                <a:br>
                  <a:rPr lang="es-CO" sz="1600" dirty="0"/>
                </a:br>
                <a14:m>
                  <m:oMathPara xmlns:m="http://schemas.openxmlformats.org/officeDocument/2006/math">
                    <m:oMathParaPr>
                      <m:jc m:val="centerGroup"/>
                    </m:oMathParaPr>
                    <m:oMath xmlns:m="http://schemas.openxmlformats.org/officeDocument/2006/math">
                      <m:r>
                        <a:rPr lang="es-CO" sz="1600" i="1" smtClean="0"/>
                        <m:t>𝐶</m:t>
                      </m:r>
                      <m:r>
                        <a:rPr lang="es-CO" sz="1600"/>
                        <m:t>=</m:t>
                      </m:r>
                      <m:r>
                        <a:rPr lang="es-CO" sz="1600" i="1"/>
                        <m:t>𝜖</m:t>
                      </m:r>
                      <m:f>
                        <m:fPr>
                          <m:ctrlPr>
                            <a:rPr lang="ar-AE" sz="1600" i="1"/>
                          </m:ctrlPr>
                        </m:fPr>
                        <m:num>
                          <m:r>
                            <a:rPr lang="ar-AE" sz="1600" i="1"/>
                            <m:t>𝐴</m:t>
                          </m:r>
                        </m:num>
                        <m:den>
                          <m:r>
                            <a:rPr lang="ar-AE" sz="1600" i="1"/>
                            <m:t>𝑑</m:t>
                          </m:r>
                        </m:den>
                      </m:f>
                    </m:oMath>
                  </m:oMathPara>
                </a14:m>
                <a:br>
                  <a:rPr lang="ar-AE" sz="1600" dirty="0"/>
                </a:br>
                <a:r>
                  <a:rPr lang="es-CO" sz="1600" dirty="0">
                    <a:effectLst/>
                  </a:rPr>
                  <a:t>Estos sensores convierten las variaciones en </a:t>
                </a:r>
                <a14:m>
                  <m:oMath xmlns:m="http://schemas.openxmlformats.org/officeDocument/2006/math">
                    <m:r>
                      <a:rPr lang="es-CO" sz="1600" i="1"/>
                      <m:t>𝐶</m:t>
                    </m:r>
                  </m:oMath>
                </a14:m>
                <a:r>
                  <a:rPr lang="es-CO" sz="1600" dirty="0">
                    <a:effectLst/>
                  </a:rPr>
                  <a:t>en señales eléctricas (voltaje, frecuencia o corriente), que se procesan para medir la magnitud </a:t>
                </a:r>
                <a:r>
                  <a:rPr lang="es-CO" sz="1600" dirty="0"/>
                  <a:t>física.</a:t>
                </a:r>
              </a:p>
            </p:txBody>
          </p:sp>
        </mc:Choice>
        <mc:Fallback>
          <p:sp>
            <p:nvSpPr>
              <p:cNvPr id="6" name="Título 1">
                <a:extLst>
                  <a:ext uri="{FF2B5EF4-FFF2-40B4-BE49-F238E27FC236}">
                    <a16:creationId xmlns:a16="http://schemas.microsoft.com/office/drawing/2014/main" id="{97AE601D-86F5-C2F0-2D47-283341152B04}"/>
                  </a:ext>
                </a:extLst>
              </p:cNvPr>
              <p:cNvSpPr>
                <a:spLocks noGrp="1" noRot="1" noChangeAspect="1" noMove="1" noResize="1" noEditPoints="1" noAdjustHandles="1" noChangeArrowheads="1" noChangeShapeType="1" noTextEdit="1"/>
              </p:cNvSpPr>
              <p:nvPr>
                <p:ph type="title"/>
              </p:nvPr>
            </p:nvSpPr>
            <p:spPr>
              <a:xfrm>
                <a:off x="549275" y="2887486"/>
                <a:ext cx="8045450" cy="1616337"/>
              </a:xfrm>
              <a:blipFill>
                <a:blip r:embed="rId3"/>
                <a:stretch>
                  <a:fillRect l="-379" t="-15472" r="-303" b="-4906"/>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85F96B76-9DC3-733E-9551-529BA3080877}"/>
              </a:ext>
            </a:extLst>
          </p:cNvPr>
          <p:cNvSpPr txBox="1"/>
          <p:nvPr/>
        </p:nvSpPr>
        <p:spPr>
          <a:xfrm>
            <a:off x="1557495" y="1855149"/>
            <a:ext cx="6551524" cy="584775"/>
          </a:xfrm>
          <a:prstGeom prst="rect">
            <a:avLst/>
          </a:prstGeom>
          <a:noFill/>
        </p:spPr>
        <p:txBody>
          <a:bodyPr wrap="square">
            <a:spAutoFit/>
          </a:bodyPr>
          <a:lstStyle/>
          <a:p>
            <a:r>
              <a:rPr lang="es-CO" sz="3200" b="1" dirty="0"/>
              <a:t>Sensores Capacitivos </a:t>
            </a:r>
            <a:endParaRPr lang="es-CO" sz="3200" dirty="0"/>
          </a:p>
        </p:txBody>
      </p:sp>
      <p:pic>
        <p:nvPicPr>
          <p:cNvPr id="5126" name="Picture 6" descr="Comparación entre sensores de posición capacitivos y inductivos - Inductive  Sensors">
            <a:extLst>
              <a:ext uri="{FF2B5EF4-FFF2-40B4-BE49-F238E27FC236}">
                <a16:creationId xmlns:a16="http://schemas.microsoft.com/office/drawing/2014/main" id="{A88634BA-3C09-8EC5-2E3F-12728C8204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1138" y="4572258"/>
            <a:ext cx="3921723" cy="2240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451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3798A-8A82-8DE4-0B5F-2DDBA913579C}"/>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92321D03-824C-B16A-4204-0EF70CD3665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16</a:t>
            </a:r>
          </a:p>
        </p:txBody>
      </p:sp>
      <p:pic>
        <p:nvPicPr>
          <p:cNvPr id="14" name="Picture 4" descr="Programas - Intranet ETITC">
            <a:extLst>
              <a:ext uri="{FF2B5EF4-FFF2-40B4-BE49-F238E27FC236}">
                <a16:creationId xmlns:a16="http://schemas.microsoft.com/office/drawing/2014/main" id="{2B1BFF11-8F45-DE21-EE27-4AC731D690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E3902F97-306D-219C-7DFD-445DDA9B7DC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mc:Choice xmlns:a14="http://schemas.microsoft.com/office/drawing/2010/main" Requires="a14">
          <p:sp>
            <p:nvSpPr>
              <p:cNvPr id="6" name="Título 1">
                <a:extLst>
                  <a:ext uri="{FF2B5EF4-FFF2-40B4-BE49-F238E27FC236}">
                    <a16:creationId xmlns:a16="http://schemas.microsoft.com/office/drawing/2014/main" id="{8EAED660-5085-6B2A-E15F-EF6792A118C6}"/>
                  </a:ext>
                </a:extLst>
              </p:cNvPr>
              <p:cNvSpPr>
                <a:spLocks noGrp="1"/>
              </p:cNvSpPr>
              <p:nvPr>
                <p:ph type="title"/>
              </p:nvPr>
            </p:nvSpPr>
            <p:spPr>
              <a:xfrm>
                <a:off x="549275" y="3027186"/>
                <a:ext cx="8045450" cy="1616337"/>
              </a:xfrm>
            </p:spPr>
            <p:txBody>
              <a:bodyPr>
                <a:noAutofit/>
              </a:bodyPr>
              <a:lstStyle/>
              <a:p>
                <a:pPr/>
                <a:r>
                  <a:rPr lang="es-CO" sz="1600" b="1" dirty="0"/>
                  <a:t>Principio de funcionamiento</a:t>
                </a:r>
                <a:br>
                  <a:rPr lang="es-CO" sz="1600" b="1" dirty="0"/>
                </a:br>
                <a:r>
                  <a:rPr lang="es-CO" sz="1600" dirty="0"/>
                  <a:t>Los </a:t>
                </a:r>
                <a:r>
                  <a:rPr lang="es-CO" sz="1600" dirty="0">
                    <a:effectLst/>
                  </a:rPr>
                  <a:t>sensores capacitivos operan detectando cambios en la capacitancia, que pueden deberse </a:t>
                </a:r>
                <a:r>
                  <a:rPr lang="es-CO" sz="1600" dirty="0"/>
                  <a:t>a:</a:t>
                </a:r>
                <a:br>
                  <a:rPr lang="es-CO" sz="1600" dirty="0"/>
                </a:br>
                <a:r>
                  <a:rPr lang="es-CO" sz="1600" b="1" dirty="0"/>
                  <a:t>Cambio en la distancia </a:t>
                </a:r>
                <a14:m>
                  <m:oMath xmlns:m="http://schemas.openxmlformats.org/officeDocument/2006/math">
                    <m:r>
                      <a:rPr lang="es-CO" sz="1600" i="1">
                        <a:latin typeface="Cambria Math" panose="02040503050406030204" pitchFamily="18" charset="0"/>
                      </a:rPr>
                      <m:t>𝑑</m:t>
                    </m:r>
                  </m:oMath>
                </a14:m>
                <a:r>
                  <a:rPr lang="es-CO" sz="1600" dirty="0"/>
                  <a:t>: Movimiento de una placa (ej. en sensores de desplazamiento).</a:t>
                </a:r>
                <a:br>
                  <a:rPr lang="es-CO" sz="1600" dirty="0"/>
                </a:br>
                <a:r>
                  <a:rPr lang="es-CO" sz="1600" b="1" dirty="0"/>
                  <a:t>Cambio en el área </a:t>
                </a:r>
                <a14:m>
                  <m:oMath xmlns:m="http://schemas.openxmlformats.org/officeDocument/2006/math">
                    <m:r>
                      <a:rPr lang="es-CO" sz="1600" i="1">
                        <a:latin typeface="Cambria Math" panose="02040503050406030204" pitchFamily="18" charset="0"/>
                      </a:rPr>
                      <m:t>𝐴</m:t>
                    </m:r>
                  </m:oMath>
                </a14:m>
                <a:r>
                  <a:rPr lang="es-CO" sz="1600" dirty="0"/>
                  <a:t>: Modificación del área efectiva de las placas.</a:t>
                </a:r>
                <a:br>
                  <a:rPr lang="es-CO" sz="1600" dirty="0"/>
                </a:br>
                <a:r>
                  <a:rPr lang="es-CO" sz="1600" b="1" dirty="0"/>
                  <a:t>Cambio en la constante dieléctrica </a:t>
                </a:r>
                <a14:m>
                  <m:oMath xmlns:m="http://schemas.openxmlformats.org/officeDocument/2006/math">
                    <m:r>
                      <a:rPr lang="es-CO" sz="1600" i="1">
                        <a:latin typeface="Cambria Math" panose="02040503050406030204" pitchFamily="18" charset="0"/>
                      </a:rPr>
                      <m:t>𝜖</m:t>
                    </m:r>
                  </m:oMath>
                </a14:m>
                <a:r>
                  <a:rPr lang="es-CO" sz="1600" dirty="0"/>
                  <a:t>: Introducción de un material (como un dedo, líquido o gas) entre las placas.</a:t>
                </a:r>
              </a:p>
            </p:txBody>
          </p:sp>
        </mc:Choice>
        <mc:Fallback>
          <p:sp>
            <p:nvSpPr>
              <p:cNvPr id="6" name="Título 1">
                <a:extLst>
                  <a:ext uri="{FF2B5EF4-FFF2-40B4-BE49-F238E27FC236}">
                    <a16:creationId xmlns:a16="http://schemas.microsoft.com/office/drawing/2014/main" id="{8EAED660-5085-6B2A-E15F-EF6792A118C6}"/>
                  </a:ext>
                </a:extLst>
              </p:cNvPr>
              <p:cNvSpPr>
                <a:spLocks noGrp="1" noRot="1" noChangeAspect="1" noMove="1" noResize="1" noEditPoints="1" noAdjustHandles="1" noChangeArrowheads="1" noChangeShapeType="1" noTextEdit="1"/>
              </p:cNvSpPr>
              <p:nvPr>
                <p:ph type="title"/>
              </p:nvPr>
            </p:nvSpPr>
            <p:spPr>
              <a:xfrm>
                <a:off x="549275" y="3027186"/>
                <a:ext cx="8045450" cy="1616337"/>
              </a:xfrm>
              <a:blipFill>
                <a:blip r:embed="rId3"/>
                <a:stretch>
                  <a:fillRect l="-379" b="-4906"/>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A05FD01E-DC10-6FAE-1445-8DBC10D92878}"/>
              </a:ext>
            </a:extLst>
          </p:cNvPr>
          <p:cNvSpPr txBox="1"/>
          <p:nvPr/>
        </p:nvSpPr>
        <p:spPr>
          <a:xfrm>
            <a:off x="1557495" y="1855149"/>
            <a:ext cx="6551524" cy="584775"/>
          </a:xfrm>
          <a:prstGeom prst="rect">
            <a:avLst/>
          </a:prstGeom>
          <a:noFill/>
        </p:spPr>
        <p:txBody>
          <a:bodyPr wrap="square">
            <a:spAutoFit/>
          </a:bodyPr>
          <a:lstStyle/>
          <a:p>
            <a:r>
              <a:rPr lang="es-CO" sz="3200" b="1" dirty="0"/>
              <a:t>Sensores Capacitivos </a:t>
            </a:r>
            <a:endParaRPr lang="es-CO" sz="3200" dirty="0"/>
          </a:p>
        </p:txBody>
      </p:sp>
      <p:pic>
        <p:nvPicPr>
          <p:cNvPr id="2" name="Picture 6" descr="Comparación entre sensores de posición capacitivos y inductivos - Inductive  Sensors">
            <a:extLst>
              <a:ext uri="{FF2B5EF4-FFF2-40B4-BE49-F238E27FC236}">
                <a16:creationId xmlns:a16="http://schemas.microsoft.com/office/drawing/2014/main" id="{E99EFF56-FBC8-8B7F-C555-46DB49933B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1138" y="4572258"/>
            <a:ext cx="3921723" cy="2240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750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F37E9-8A93-A135-886E-EAE8590291E9}"/>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3FAEC302-C4CC-50A1-0A98-750F9BEE388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17</a:t>
            </a:r>
          </a:p>
        </p:txBody>
      </p:sp>
      <p:pic>
        <p:nvPicPr>
          <p:cNvPr id="14" name="Picture 4" descr="Programas - Intranet ETITC">
            <a:extLst>
              <a:ext uri="{FF2B5EF4-FFF2-40B4-BE49-F238E27FC236}">
                <a16:creationId xmlns:a16="http://schemas.microsoft.com/office/drawing/2014/main" id="{AFABC408-26F5-414B-B414-363F546209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5FC3A7A-2CF3-9268-8BEA-89A2A65AF749}"/>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mc:Choice xmlns:a14="http://schemas.microsoft.com/office/drawing/2010/main" Requires="a14">
          <p:sp>
            <p:nvSpPr>
              <p:cNvPr id="6" name="Título 1">
                <a:extLst>
                  <a:ext uri="{FF2B5EF4-FFF2-40B4-BE49-F238E27FC236}">
                    <a16:creationId xmlns:a16="http://schemas.microsoft.com/office/drawing/2014/main" id="{5535565A-8CD5-B3B0-372C-362D9022850F}"/>
                  </a:ext>
                </a:extLst>
              </p:cNvPr>
              <p:cNvSpPr>
                <a:spLocks noGrp="1"/>
              </p:cNvSpPr>
              <p:nvPr>
                <p:ph type="title"/>
              </p:nvPr>
            </p:nvSpPr>
            <p:spPr>
              <a:xfrm>
                <a:off x="549275" y="3027186"/>
                <a:ext cx="8045450" cy="1616337"/>
              </a:xfrm>
            </p:spPr>
            <p:txBody>
              <a:bodyPr>
                <a:noAutofit/>
              </a:bodyPr>
              <a:lstStyle/>
              <a:p>
                <a:r>
                  <a:rPr lang="es-CO" sz="1600" b="1" dirty="0"/>
                  <a:t>Sensores de proximidad</a:t>
                </a:r>
                <a:br>
                  <a:rPr lang="es-CO" sz="1600" b="1" dirty="0"/>
                </a:br>
                <a:r>
                  <a:rPr lang="es-ES" sz="1600" dirty="0"/>
                  <a:t>Los sensores de proximidad capacitivos son dispositivos electrónicos no </a:t>
                </a:r>
                <a:r>
                  <a:rPr lang="es-ES" sz="1600" dirty="0" err="1"/>
                  <a:t>contactantes</a:t>
                </a:r>
                <a:r>
                  <a:rPr lang="es-ES" sz="1600" dirty="0"/>
                  <a:t> diseñados para detectar la presencia o ausencia de objetos cercanos (hasta unos 10-20 mm) mediante cambios en la capacitancia eléctrica </a:t>
                </a:r>
                <a14:m>
                  <m:oMath xmlns:m="http://schemas.openxmlformats.org/officeDocument/2006/math">
                    <m:r>
                      <a:rPr lang="es-CO" sz="1600" i="1">
                        <a:latin typeface="Cambria Math" panose="02040503050406030204" pitchFamily="18" charset="0"/>
                      </a:rPr>
                      <m:t>𝜖</m:t>
                    </m:r>
                  </m:oMath>
                </a14:m>
                <a:r>
                  <a:rPr lang="es-ES" sz="1600" dirty="0"/>
                  <a:t>. Funcionan como un condensador abierto, donde el objeto actúa como la segunda placa, alterando el campo electrostático generado por el sensor. Son ideales para detectar tanto materiales conductores (</a:t>
                </a:r>
                <a:r>
                  <a:rPr lang="es-ES" sz="1600" b="1" dirty="0"/>
                  <a:t>como metales</a:t>
                </a:r>
                <a:r>
                  <a:rPr lang="es-ES" sz="1600" dirty="0"/>
                  <a:t>) como no conductores (</a:t>
                </a:r>
                <a:r>
                  <a:rPr lang="es-ES" sz="1600" b="1" dirty="0"/>
                  <a:t>plástico, vidrio, papel, líquidos o granos</a:t>
                </a:r>
                <a:r>
                  <a:rPr lang="es-ES" sz="1600" dirty="0"/>
                  <a:t>).</a:t>
                </a:r>
                <a:br>
                  <a:rPr lang="es-ES" sz="1600" dirty="0"/>
                </a:br>
                <a:endParaRPr lang="es-CO" sz="1600" dirty="0"/>
              </a:p>
            </p:txBody>
          </p:sp>
        </mc:Choice>
        <mc:Fallback>
          <p:sp>
            <p:nvSpPr>
              <p:cNvPr id="6" name="Título 1">
                <a:extLst>
                  <a:ext uri="{FF2B5EF4-FFF2-40B4-BE49-F238E27FC236}">
                    <a16:creationId xmlns:a16="http://schemas.microsoft.com/office/drawing/2014/main" id="{5535565A-8CD5-B3B0-372C-362D9022850F}"/>
                  </a:ext>
                </a:extLst>
              </p:cNvPr>
              <p:cNvSpPr>
                <a:spLocks noGrp="1" noRot="1" noChangeAspect="1" noMove="1" noResize="1" noEditPoints="1" noAdjustHandles="1" noChangeArrowheads="1" noChangeShapeType="1" noTextEdit="1"/>
              </p:cNvSpPr>
              <p:nvPr>
                <p:ph type="title"/>
              </p:nvPr>
            </p:nvSpPr>
            <p:spPr>
              <a:xfrm>
                <a:off x="549275" y="3027186"/>
                <a:ext cx="8045450" cy="1616337"/>
              </a:xfrm>
              <a:blipFill>
                <a:blip r:embed="rId3"/>
                <a:stretch>
                  <a:fillRect l="-379" t="-16981"/>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D320C5D8-3109-DBF5-8BA8-6F8B6B06AD97}"/>
              </a:ext>
            </a:extLst>
          </p:cNvPr>
          <p:cNvSpPr txBox="1"/>
          <p:nvPr/>
        </p:nvSpPr>
        <p:spPr>
          <a:xfrm>
            <a:off x="1557495" y="1855149"/>
            <a:ext cx="6551524" cy="584775"/>
          </a:xfrm>
          <a:prstGeom prst="rect">
            <a:avLst/>
          </a:prstGeom>
          <a:noFill/>
        </p:spPr>
        <p:txBody>
          <a:bodyPr wrap="square">
            <a:spAutoFit/>
          </a:bodyPr>
          <a:lstStyle/>
          <a:p>
            <a:r>
              <a:rPr lang="es-CO" sz="3200" b="1" dirty="0"/>
              <a:t>Sensores Capacitivos </a:t>
            </a:r>
            <a:endParaRPr lang="es-CO" sz="3200" dirty="0"/>
          </a:p>
        </p:txBody>
      </p:sp>
      <p:pic>
        <p:nvPicPr>
          <p:cNvPr id="6148" name="Picture 4">
            <a:extLst>
              <a:ext uri="{FF2B5EF4-FFF2-40B4-BE49-F238E27FC236}">
                <a16:creationId xmlns:a16="http://schemas.microsoft.com/office/drawing/2014/main" id="{8E8A0261-0A2A-1A35-7AEE-C5BA5B09D8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5044" y="4392831"/>
            <a:ext cx="1876425"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353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48473-6C77-27DC-3604-FA6E1371A86E}"/>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69626540-79CC-5DBB-D872-18D58F20267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18</a:t>
            </a:r>
          </a:p>
        </p:txBody>
      </p:sp>
      <p:pic>
        <p:nvPicPr>
          <p:cNvPr id="14" name="Picture 4" descr="Programas - Intranet ETITC">
            <a:extLst>
              <a:ext uri="{FF2B5EF4-FFF2-40B4-BE49-F238E27FC236}">
                <a16:creationId xmlns:a16="http://schemas.microsoft.com/office/drawing/2014/main" id="{4BD021C2-401A-8823-D0D1-3CD1D6551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9F527356-7EF5-AAF8-3F03-9B41C480B4A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mc:Choice xmlns:a14="http://schemas.microsoft.com/office/drawing/2010/main" Requires="a14">
          <p:sp>
            <p:nvSpPr>
              <p:cNvPr id="6" name="Título 1">
                <a:extLst>
                  <a:ext uri="{FF2B5EF4-FFF2-40B4-BE49-F238E27FC236}">
                    <a16:creationId xmlns:a16="http://schemas.microsoft.com/office/drawing/2014/main" id="{0C93BB4E-EEEB-E676-F4E7-75DFF65E7847}"/>
                  </a:ext>
                </a:extLst>
              </p:cNvPr>
              <p:cNvSpPr>
                <a:spLocks noGrp="1"/>
              </p:cNvSpPr>
              <p:nvPr>
                <p:ph type="title"/>
              </p:nvPr>
            </p:nvSpPr>
            <p:spPr>
              <a:xfrm>
                <a:off x="549275" y="3027186"/>
                <a:ext cx="8045450" cy="1616337"/>
              </a:xfrm>
            </p:spPr>
            <p:txBody>
              <a:bodyPr>
                <a:noAutofit/>
              </a:bodyPr>
              <a:lstStyle/>
              <a:p>
                <a:r>
                  <a:rPr lang="es-CO" sz="1600" b="1" dirty="0"/>
                  <a:t>Sensores de nivel </a:t>
                </a:r>
                <a:br>
                  <a:rPr lang="es-CO" sz="1600" b="1" dirty="0"/>
                </a:br>
                <a:r>
                  <a:rPr lang="es-ES" sz="1600" dirty="0"/>
                  <a:t>Miden niveles de líquidos o sólidos al detectar cambios en </a:t>
                </a:r>
                <a14:m>
                  <m:oMath xmlns:m="http://schemas.openxmlformats.org/officeDocument/2006/math">
                    <m:r>
                      <a:rPr lang="es-ES" i="1"/>
                      <m:t>𝜖</m:t>
                    </m:r>
                    <m:r>
                      <a:rPr lang="es-CO" b="0" i="1" smtClean="0">
                        <a:latin typeface="Cambria Math" panose="02040503050406030204" pitchFamily="18" charset="0"/>
                      </a:rPr>
                      <m:t> </m:t>
                    </m:r>
                  </m:oMath>
                </a14:m>
                <a:r>
                  <a:rPr lang="es-ES" sz="1600" dirty="0"/>
                  <a:t>por el material. Aplicaciones comunes Tanques de combustible, silos de granos, sistemas de llenado automático.</a:t>
                </a:r>
                <a:br>
                  <a:rPr lang="es-CO" sz="1600" b="1" dirty="0"/>
                </a:br>
                <a:br>
                  <a:rPr lang="es-ES" sz="1600" dirty="0"/>
                </a:br>
                <a:endParaRPr lang="es-CO" sz="1600" dirty="0"/>
              </a:p>
            </p:txBody>
          </p:sp>
        </mc:Choice>
        <mc:Fallback>
          <p:sp>
            <p:nvSpPr>
              <p:cNvPr id="6" name="Título 1">
                <a:extLst>
                  <a:ext uri="{FF2B5EF4-FFF2-40B4-BE49-F238E27FC236}">
                    <a16:creationId xmlns:a16="http://schemas.microsoft.com/office/drawing/2014/main" id="{0C93BB4E-EEEB-E676-F4E7-75DFF65E7847}"/>
                  </a:ext>
                </a:extLst>
              </p:cNvPr>
              <p:cNvSpPr>
                <a:spLocks noGrp="1" noRot="1" noChangeAspect="1" noMove="1" noResize="1" noEditPoints="1" noAdjustHandles="1" noChangeArrowheads="1" noChangeShapeType="1" noTextEdit="1"/>
              </p:cNvSpPr>
              <p:nvPr>
                <p:ph type="title"/>
              </p:nvPr>
            </p:nvSpPr>
            <p:spPr>
              <a:xfrm>
                <a:off x="549275" y="3027186"/>
                <a:ext cx="8045450" cy="1616337"/>
              </a:xfrm>
              <a:blipFill>
                <a:blip r:embed="rId3"/>
                <a:stretch>
                  <a:fillRect l="-379"/>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338B4306-38BD-69E1-69AD-6164F9A2E86A}"/>
              </a:ext>
            </a:extLst>
          </p:cNvPr>
          <p:cNvSpPr txBox="1"/>
          <p:nvPr/>
        </p:nvSpPr>
        <p:spPr>
          <a:xfrm>
            <a:off x="1557495" y="1855149"/>
            <a:ext cx="6551524" cy="584775"/>
          </a:xfrm>
          <a:prstGeom prst="rect">
            <a:avLst/>
          </a:prstGeom>
          <a:noFill/>
        </p:spPr>
        <p:txBody>
          <a:bodyPr wrap="square">
            <a:spAutoFit/>
          </a:bodyPr>
          <a:lstStyle/>
          <a:p>
            <a:r>
              <a:rPr lang="es-CO" sz="3200" b="1" dirty="0"/>
              <a:t>Sensores Capacitivos </a:t>
            </a:r>
            <a:endParaRPr lang="es-CO" sz="3200" dirty="0"/>
          </a:p>
        </p:txBody>
      </p:sp>
      <p:pic>
        <p:nvPicPr>
          <p:cNvPr id="8194" name="Picture 2" descr="SC Controles de nivel capacitivos cilindricos para solidos y liquidos -  Controles y sensores de nivel - Fiama Componentistica per l'automazione">
            <a:extLst>
              <a:ext uri="{FF2B5EF4-FFF2-40B4-BE49-F238E27FC236}">
                <a16:creationId xmlns:a16="http://schemas.microsoft.com/office/drawing/2014/main" id="{50DD33BF-0153-AD2F-36DC-59C3EA3A15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4675" y="4505027"/>
            <a:ext cx="2162175" cy="162748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MEDIDORES de NIVEL CAPACITIVOS TRANSMISORES de NIVEL CAPACITIVOS NIKRON  Automación">
            <a:extLst>
              <a:ext uri="{FF2B5EF4-FFF2-40B4-BE49-F238E27FC236}">
                <a16:creationId xmlns:a16="http://schemas.microsoft.com/office/drawing/2014/main" id="{C5889BCC-BCB6-C558-1EB9-2D9C0D7837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5063" y="4381899"/>
            <a:ext cx="1792241" cy="1862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0700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CC6E3-FD31-2B41-E34C-49C957898529}"/>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00CF3AA0-B3FF-1D53-ADAB-A70C0BC8D5FD}"/>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19</a:t>
            </a:r>
          </a:p>
        </p:txBody>
      </p:sp>
      <p:pic>
        <p:nvPicPr>
          <p:cNvPr id="14" name="Picture 4" descr="Programas - Intranet ETITC">
            <a:extLst>
              <a:ext uri="{FF2B5EF4-FFF2-40B4-BE49-F238E27FC236}">
                <a16:creationId xmlns:a16="http://schemas.microsoft.com/office/drawing/2014/main" id="{1928F58A-B37E-5091-89CD-B2DC54481E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0B35017-4111-C081-AB10-77DE9344473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mc:Choice xmlns:a14="http://schemas.microsoft.com/office/drawing/2010/main" Requires="a14">
          <p:sp>
            <p:nvSpPr>
              <p:cNvPr id="6" name="Título 1">
                <a:extLst>
                  <a:ext uri="{FF2B5EF4-FFF2-40B4-BE49-F238E27FC236}">
                    <a16:creationId xmlns:a16="http://schemas.microsoft.com/office/drawing/2014/main" id="{4CC882D1-0AA1-8AFE-3009-F96162772D5C}"/>
                  </a:ext>
                </a:extLst>
              </p:cNvPr>
              <p:cNvSpPr>
                <a:spLocks noGrp="1"/>
              </p:cNvSpPr>
              <p:nvPr>
                <p:ph type="title"/>
              </p:nvPr>
            </p:nvSpPr>
            <p:spPr>
              <a:xfrm>
                <a:off x="623094" y="3455595"/>
                <a:ext cx="8045450" cy="1616337"/>
              </a:xfrm>
            </p:spPr>
            <p:txBody>
              <a:bodyPr>
                <a:noAutofit/>
              </a:bodyPr>
              <a:lstStyle/>
              <a:p>
                <a:r>
                  <a:rPr lang="es-CO" sz="1600" b="1" dirty="0"/>
                  <a:t>Sensores de desplazamiento</a:t>
                </a:r>
                <a:br>
                  <a:rPr lang="es-CO" sz="1600" b="1" dirty="0"/>
                </a:br>
                <a:r>
                  <a:rPr lang="es-ES" sz="1600" dirty="0"/>
                  <a:t>Detectan movimiento mecánico al variar  </a:t>
                </a:r>
                <a:r>
                  <a:rPr lang="es-ES" sz="1600" b="1" i="1" dirty="0"/>
                  <a:t>d</a:t>
                </a:r>
                <a:r>
                  <a:rPr lang="es-ES" sz="1600" dirty="0"/>
                  <a:t>  o  </a:t>
                </a:r>
                <a:r>
                  <a:rPr lang="es-ES" sz="1600" b="1" i="1" dirty="0"/>
                  <a:t>A</a:t>
                </a:r>
                <a:r>
                  <a:rPr lang="es-ES" sz="1600" dirty="0"/>
                  <a:t>  entre placas. </a:t>
                </a:r>
                <a:r>
                  <a:rPr lang="es-CO" sz="1600" dirty="0"/>
                  <a:t>Aplicaciones comunes </a:t>
                </a:r>
                <a:r>
                  <a:rPr lang="es-ES" sz="1600" dirty="0"/>
                  <a:t>Micrómetros, medición de vibraciones, control de precisión en maquinaria.</a:t>
                </a:r>
                <a:br>
                  <a:rPr lang="es-CO" b="1" dirty="0"/>
                </a:br>
                <a:br>
                  <a:rPr lang="es-CO" b="1" dirty="0"/>
                </a:br>
                <a:r>
                  <a:rPr lang="es-CO" sz="1600" b="1" dirty="0"/>
                  <a:t>Sensores de humedad </a:t>
                </a:r>
                <a:br>
                  <a:rPr lang="es-CO" sz="1600" b="1" dirty="0"/>
                </a:br>
                <a:r>
                  <a:rPr lang="es-ES" sz="1600" dirty="0"/>
                  <a:t>Cambios en </a:t>
                </a:r>
                <a14:m>
                  <m:oMath xmlns:m="http://schemas.openxmlformats.org/officeDocument/2006/math">
                    <m:r>
                      <a:rPr lang="es-ES" sz="1600" b="1" i="1"/>
                      <m:t>𝛜</m:t>
                    </m:r>
                  </m:oMath>
                </a14:m>
                <a:r>
                  <a:rPr lang="es-ES" sz="1600" dirty="0"/>
                  <a:t> por absorción de agua en un dieléctrico. </a:t>
                </a:r>
                <a:r>
                  <a:rPr lang="es-CO" sz="1600" dirty="0"/>
                  <a:t>Aplicaciones comunes  agricultura o meteorología</a:t>
                </a:r>
                <a:r>
                  <a:rPr lang="es-CO" dirty="0"/>
                  <a:t>.</a:t>
                </a:r>
                <a:br>
                  <a:rPr lang="es-CO" sz="1600" b="1" dirty="0"/>
                </a:br>
                <a:br>
                  <a:rPr lang="es-ES" sz="1600" dirty="0"/>
                </a:br>
                <a:endParaRPr lang="es-CO" sz="1600" dirty="0"/>
              </a:p>
            </p:txBody>
          </p:sp>
        </mc:Choice>
        <mc:Fallback>
          <p:sp>
            <p:nvSpPr>
              <p:cNvPr id="6" name="Título 1">
                <a:extLst>
                  <a:ext uri="{FF2B5EF4-FFF2-40B4-BE49-F238E27FC236}">
                    <a16:creationId xmlns:a16="http://schemas.microsoft.com/office/drawing/2014/main" id="{4CC882D1-0AA1-8AFE-3009-F96162772D5C}"/>
                  </a:ext>
                </a:extLst>
              </p:cNvPr>
              <p:cNvSpPr>
                <a:spLocks noGrp="1" noRot="1" noChangeAspect="1" noMove="1" noResize="1" noEditPoints="1" noAdjustHandles="1" noChangeArrowheads="1" noChangeShapeType="1" noTextEdit="1"/>
              </p:cNvSpPr>
              <p:nvPr>
                <p:ph type="title"/>
              </p:nvPr>
            </p:nvSpPr>
            <p:spPr>
              <a:xfrm>
                <a:off x="623094" y="3455595"/>
                <a:ext cx="8045450" cy="1616337"/>
              </a:xfrm>
              <a:blipFill>
                <a:blip r:embed="rId3"/>
                <a:stretch>
                  <a:fillRect l="-379" t="-44151"/>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4A4F5740-4FF2-F4DF-D664-D2CF1CEC2863}"/>
              </a:ext>
            </a:extLst>
          </p:cNvPr>
          <p:cNvSpPr txBox="1"/>
          <p:nvPr/>
        </p:nvSpPr>
        <p:spPr>
          <a:xfrm>
            <a:off x="1557495" y="1855149"/>
            <a:ext cx="6551524" cy="584775"/>
          </a:xfrm>
          <a:prstGeom prst="rect">
            <a:avLst/>
          </a:prstGeom>
          <a:noFill/>
        </p:spPr>
        <p:txBody>
          <a:bodyPr wrap="square">
            <a:spAutoFit/>
          </a:bodyPr>
          <a:lstStyle/>
          <a:p>
            <a:r>
              <a:rPr lang="es-CO" sz="3200" b="1" dirty="0"/>
              <a:t>Sensores Capacitivos </a:t>
            </a:r>
            <a:endParaRPr lang="es-CO" sz="3200" dirty="0"/>
          </a:p>
        </p:txBody>
      </p:sp>
    </p:spTree>
    <p:extLst>
      <p:ext uri="{BB962C8B-B14F-4D97-AF65-F5344CB8AC3E}">
        <p14:creationId xmlns:p14="http://schemas.microsoft.com/office/powerpoint/2010/main" val="406270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6D0C4-3DE8-FC15-FE45-6B4153894250}"/>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DBBA2A39-7469-A89E-5A50-682B4419A56D}"/>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20</a:t>
            </a:r>
          </a:p>
        </p:txBody>
      </p:sp>
      <p:pic>
        <p:nvPicPr>
          <p:cNvPr id="14" name="Picture 4" descr="Programas - Intranet ETITC">
            <a:extLst>
              <a:ext uri="{FF2B5EF4-FFF2-40B4-BE49-F238E27FC236}">
                <a16:creationId xmlns:a16="http://schemas.microsoft.com/office/drawing/2014/main" id="{127C0248-CC45-C78D-6863-B383CDBD02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77671D5-FDBB-852B-2C4C-011505CD167F}"/>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99CB5B52-7E7E-8C93-B1DE-FEDC349D9108}"/>
              </a:ext>
            </a:extLst>
          </p:cNvPr>
          <p:cNvSpPr>
            <a:spLocks noGrp="1"/>
          </p:cNvSpPr>
          <p:nvPr>
            <p:ph type="title"/>
          </p:nvPr>
        </p:nvSpPr>
        <p:spPr>
          <a:xfrm>
            <a:off x="1092619" y="3149014"/>
            <a:ext cx="6712299" cy="1616337"/>
          </a:xfrm>
        </p:spPr>
        <p:txBody>
          <a:bodyPr>
            <a:noAutofit/>
          </a:bodyPr>
          <a:lstStyle/>
          <a:p>
            <a:r>
              <a:rPr lang="es-CO" sz="1600" dirty="0"/>
              <a:t>Realice la lectura del texto</a:t>
            </a:r>
            <a:r>
              <a:rPr lang="es-CO" sz="1600" i="1" dirty="0"/>
              <a:t>: </a:t>
            </a:r>
            <a:r>
              <a:rPr lang="en-US" sz="1600" b="1" i="1" dirty="0" err="1"/>
              <a:t>Moheimani</a:t>
            </a:r>
            <a:r>
              <a:rPr lang="en-US" sz="1600" b="1" i="1" dirty="0"/>
              <a:t>, R., Hosseini, P., Mohammadi, S., &amp; Dalir, H. (2022). Recent advances on capacitive proximity sensors: From design and materials to creative applications. C, 8(2), 26.</a:t>
            </a:r>
            <a:r>
              <a:rPr lang="en-US" sz="1600" i="1" dirty="0"/>
              <a:t>. </a:t>
            </a:r>
            <a:r>
              <a:rPr lang="en-US" sz="1600" dirty="0"/>
              <a:t>Disponible </a:t>
            </a:r>
            <a:r>
              <a:rPr lang="en-US" sz="1600" dirty="0" err="1"/>
              <a:t>en</a:t>
            </a:r>
            <a:r>
              <a:rPr lang="en-US" sz="1600" dirty="0"/>
              <a:t> </a:t>
            </a:r>
            <a:r>
              <a:rPr lang="en-US" sz="1600" dirty="0" err="1"/>
              <a:t>el</a:t>
            </a:r>
            <a:r>
              <a:rPr lang="en-US" sz="1600" dirty="0"/>
              <a:t> material del </a:t>
            </a:r>
            <a:r>
              <a:rPr lang="en-US" sz="1600" dirty="0" err="1"/>
              <a:t>curso</a:t>
            </a:r>
            <a:r>
              <a:rPr lang="en-US" sz="1600" dirty="0"/>
              <a:t>.</a:t>
            </a:r>
            <a:endParaRPr lang="es-CO" sz="1600" i="1" dirty="0"/>
          </a:p>
        </p:txBody>
      </p:sp>
      <p:sp>
        <p:nvSpPr>
          <p:cNvPr id="4" name="CuadroTexto 3">
            <a:extLst>
              <a:ext uri="{FF2B5EF4-FFF2-40B4-BE49-F238E27FC236}">
                <a16:creationId xmlns:a16="http://schemas.microsoft.com/office/drawing/2014/main" id="{C99219BE-15F6-E2F9-28B8-4B8CC8EEFA34}"/>
              </a:ext>
            </a:extLst>
          </p:cNvPr>
          <p:cNvSpPr txBox="1"/>
          <p:nvPr/>
        </p:nvSpPr>
        <p:spPr>
          <a:xfrm>
            <a:off x="1557495" y="1855149"/>
            <a:ext cx="6551524" cy="584775"/>
          </a:xfrm>
          <a:prstGeom prst="rect">
            <a:avLst/>
          </a:prstGeom>
          <a:noFill/>
        </p:spPr>
        <p:txBody>
          <a:bodyPr wrap="square">
            <a:spAutoFit/>
          </a:bodyPr>
          <a:lstStyle/>
          <a:p>
            <a:r>
              <a:rPr lang="es-CO" sz="3200" b="1" dirty="0"/>
              <a:t>Sensores Capacitivos </a:t>
            </a:r>
            <a:endParaRPr lang="es-CO" sz="3200" dirty="0"/>
          </a:p>
        </p:txBody>
      </p:sp>
    </p:spTree>
    <p:extLst>
      <p:ext uri="{BB962C8B-B14F-4D97-AF65-F5344CB8AC3E}">
        <p14:creationId xmlns:p14="http://schemas.microsoft.com/office/powerpoint/2010/main" val="1152748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3F418-02F9-761B-0D15-5CAECCBEB55B}"/>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1BF5CBD4-31D0-7A47-5E22-9215620D4D2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21</a:t>
            </a:r>
          </a:p>
        </p:txBody>
      </p:sp>
      <p:pic>
        <p:nvPicPr>
          <p:cNvPr id="14" name="Picture 4" descr="Programas - Intranet ETITC">
            <a:extLst>
              <a:ext uri="{FF2B5EF4-FFF2-40B4-BE49-F238E27FC236}">
                <a16:creationId xmlns:a16="http://schemas.microsoft.com/office/drawing/2014/main" id="{49D8D7C1-BACA-390A-DEE7-80993CA613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0FCE3FA-AD42-C188-91BE-A319C1376714}"/>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A4712743-4AF9-7144-9A84-C1164478F581}"/>
              </a:ext>
            </a:extLst>
          </p:cNvPr>
          <p:cNvSpPr>
            <a:spLocks noGrp="1"/>
          </p:cNvSpPr>
          <p:nvPr>
            <p:ph type="title"/>
          </p:nvPr>
        </p:nvSpPr>
        <p:spPr>
          <a:xfrm>
            <a:off x="1092619" y="3149014"/>
            <a:ext cx="6712299" cy="1616337"/>
          </a:xfrm>
        </p:spPr>
        <p:txBody>
          <a:bodyPr>
            <a:noAutofit/>
          </a:bodyPr>
          <a:lstStyle/>
          <a:p>
            <a:r>
              <a:rPr lang="es-ES" sz="1600" dirty="0"/>
              <a:t>Los sensores inductivos son dispositivos electrónicos no </a:t>
            </a:r>
            <a:r>
              <a:rPr lang="es-ES" sz="1600" dirty="0" err="1"/>
              <a:t>contactantes</a:t>
            </a:r>
            <a:r>
              <a:rPr lang="es-ES" sz="1600" dirty="0"/>
              <a:t> que detectan la presencia, posición o distancia de objetos metálicos mediante el principio de inducción electromagnética. Generan un campo magnético alterno y miden las perturbaciones causadas por el objeto (como corrientes de Foucault o cambios en la inductancia), convirtiéndolas en una señal eléctrica (digital o analógica). Son ideales para entornos industriales hostiles, con rangos de detección típicos de 0.5 a 40 mm, y se usan principalmente para metales ferrosos (acero) o no ferrosos (aluminio, cobre), aunque el rango varía según el material.</a:t>
            </a:r>
            <a:endParaRPr lang="es-ES" sz="1600" dirty="0">
              <a:effectLst/>
            </a:endParaRPr>
          </a:p>
        </p:txBody>
      </p:sp>
      <p:sp>
        <p:nvSpPr>
          <p:cNvPr id="4" name="CuadroTexto 3">
            <a:extLst>
              <a:ext uri="{FF2B5EF4-FFF2-40B4-BE49-F238E27FC236}">
                <a16:creationId xmlns:a16="http://schemas.microsoft.com/office/drawing/2014/main" id="{B0B40BF8-76B4-E539-201C-F4A455A15DF1}"/>
              </a:ext>
            </a:extLst>
          </p:cNvPr>
          <p:cNvSpPr txBox="1"/>
          <p:nvPr/>
        </p:nvSpPr>
        <p:spPr>
          <a:xfrm>
            <a:off x="1557495" y="1855149"/>
            <a:ext cx="6551524" cy="584775"/>
          </a:xfrm>
          <a:prstGeom prst="rect">
            <a:avLst/>
          </a:prstGeom>
          <a:noFill/>
        </p:spPr>
        <p:txBody>
          <a:bodyPr wrap="square">
            <a:spAutoFit/>
          </a:bodyPr>
          <a:lstStyle/>
          <a:p>
            <a:r>
              <a:rPr lang="es-CO" sz="3200" b="1" dirty="0"/>
              <a:t>Sensores Inductivos </a:t>
            </a:r>
            <a:endParaRPr lang="es-CO" sz="3200" dirty="0"/>
          </a:p>
        </p:txBody>
      </p:sp>
    </p:spTree>
    <p:extLst>
      <p:ext uri="{BB962C8B-B14F-4D97-AF65-F5344CB8AC3E}">
        <p14:creationId xmlns:p14="http://schemas.microsoft.com/office/powerpoint/2010/main" val="2860410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8A79A-3FE6-3BA0-38A4-76E8B94E6ACB}"/>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15FA4C49-B1DE-4900-9A7E-EFFC1B406D55}"/>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22</a:t>
            </a:r>
          </a:p>
        </p:txBody>
      </p:sp>
      <p:pic>
        <p:nvPicPr>
          <p:cNvPr id="14" name="Picture 4" descr="Programas - Intranet ETITC">
            <a:extLst>
              <a:ext uri="{FF2B5EF4-FFF2-40B4-BE49-F238E27FC236}">
                <a16:creationId xmlns:a16="http://schemas.microsoft.com/office/drawing/2014/main" id="{CB5ACD1A-7F30-1002-B465-2D6C6EE5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D71E76D-DBE0-A863-84BC-6304556D522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2CAF0C32-C7C2-511B-6B23-8219F56FCE28}"/>
              </a:ext>
            </a:extLst>
          </p:cNvPr>
          <p:cNvSpPr>
            <a:spLocks noGrp="1"/>
          </p:cNvSpPr>
          <p:nvPr>
            <p:ph type="title"/>
          </p:nvPr>
        </p:nvSpPr>
        <p:spPr>
          <a:xfrm>
            <a:off x="1092619" y="3149014"/>
            <a:ext cx="6712299" cy="1616337"/>
          </a:xfrm>
        </p:spPr>
        <p:txBody>
          <a:bodyPr>
            <a:noAutofit/>
          </a:bodyPr>
          <a:lstStyle/>
          <a:p>
            <a:r>
              <a:rPr lang="es-ES" sz="1600" b="1" dirty="0"/>
              <a:t>Principio de funcionamiento</a:t>
            </a:r>
            <a:br>
              <a:rPr lang="es-ES" sz="1600" b="1" dirty="0"/>
            </a:br>
            <a:r>
              <a:rPr lang="es-ES" sz="1600" dirty="0"/>
              <a:t>El sensor incluye una bobina (o </a:t>
            </a:r>
            <a:r>
              <a:rPr lang="es-ES" sz="1600" dirty="0" err="1"/>
              <a:t>coil</a:t>
            </a:r>
            <a:r>
              <a:rPr lang="es-ES" sz="1600" dirty="0"/>
              <a:t>) integrada en un circuito oscilador LC de alta frecuencia (generalmente 100-500 kHz). La corriente alterna en la bobina crea un campo electromagnético que emerge de la cara activa del sensor. Cuando un objeto metálico se acerca:</a:t>
            </a:r>
            <a:br>
              <a:rPr lang="es-ES" sz="1600" dirty="0"/>
            </a:br>
            <a:r>
              <a:rPr lang="es-ES" sz="1600" dirty="0"/>
              <a:t>Induce corrientes de Foucault (</a:t>
            </a:r>
            <a:r>
              <a:rPr lang="es-ES" sz="1600" dirty="0" err="1"/>
              <a:t>eddy</a:t>
            </a:r>
            <a:r>
              <a:rPr lang="es-ES" sz="1600" dirty="0"/>
              <a:t> </a:t>
            </a:r>
            <a:r>
              <a:rPr lang="es-ES" sz="1600" dirty="0" err="1"/>
              <a:t>currents</a:t>
            </a:r>
            <a:r>
              <a:rPr lang="es-ES" sz="1600" dirty="0"/>
              <a:t>) en el objeto, que generan un campo opuesto y reducen la amplitud o frecuencia de oscilación.</a:t>
            </a:r>
            <a:br>
              <a:rPr lang="es-ES" sz="1600" dirty="0"/>
            </a:br>
            <a:r>
              <a:rPr lang="es-ES" sz="1600" dirty="0"/>
              <a:t>Esto altera la impedancia de la bobina, detectado por un circuito demodulador o comparador, que activa la salida cuando se supera un umbral ajustable.</a:t>
            </a:r>
          </a:p>
        </p:txBody>
      </p:sp>
      <p:sp>
        <p:nvSpPr>
          <p:cNvPr id="4" name="CuadroTexto 3">
            <a:extLst>
              <a:ext uri="{FF2B5EF4-FFF2-40B4-BE49-F238E27FC236}">
                <a16:creationId xmlns:a16="http://schemas.microsoft.com/office/drawing/2014/main" id="{23B03353-B513-315F-2B4B-01A9B94B91EE}"/>
              </a:ext>
            </a:extLst>
          </p:cNvPr>
          <p:cNvSpPr txBox="1"/>
          <p:nvPr/>
        </p:nvSpPr>
        <p:spPr>
          <a:xfrm>
            <a:off x="1557495" y="1855149"/>
            <a:ext cx="6551524" cy="584775"/>
          </a:xfrm>
          <a:prstGeom prst="rect">
            <a:avLst/>
          </a:prstGeom>
          <a:noFill/>
        </p:spPr>
        <p:txBody>
          <a:bodyPr wrap="square">
            <a:spAutoFit/>
          </a:bodyPr>
          <a:lstStyle/>
          <a:p>
            <a:r>
              <a:rPr lang="es-CO" sz="3200" b="1" dirty="0"/>
              <a:t>Sensores Inductivos </a:t>
            </a:r>
            <a:endParaRPr lang="es-CO" sz="3200" dirty="0"/>
          </a:p>
        </p:txBody>
      </p:sp>
      <p:pic>
        <p:nvPicPr>
          <p:cNvPr id="10242" name="Picture 2">
            <a:extLst>
              <a:ext uri="{FF2B5EF4-FFF2-40B4-BE49-F238E27FC236}">
                <a16:creationId xmlns:a16="http://schemas.microsoft.com/office/drawing/2014/main" id="{C2F2230F-DA7A-6D9C-6D3C-7A75AE445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2065" y="4854313"/>
            <a:ext cx="2568506" cy="161633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6C9C2551-A976-9C6E-10C0-8E9C871B49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5850" y="4854313"/>
            <a:ext cx="2168401"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99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3BAAA-6DC8-C880-9DD8-2512350BA997}"/>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9948FBD5-4969-62BE-F940-5DD9840958F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23</a:t>
            </a:r>
          </a:p>
        </p:txBody>
      </p:sp>
      <p:pic>
        <p:nvPicPr>
          <p:cNvPr id="14" name="Picture 4" descr="Programas - Intranet ETITC">
            <a:extLst>
              <a:ext uri="{FF2B5EF4-FFF2-40B4-BE49-F238E27FC236}">
                <a16:creationId xmlns:a16="http://schemas.microsoft.com/office/drawing/2014/main" id="{2EF4928E-E7E1-35A8-8995-A8177FF04C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E73CAB06-4EF4-E9F8-3C02-40FE1CEBCA8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CDEF2F7C-092B-F6D7-F43D-939D803C1B1A}"/>
              </a:ext>
            </a:extLst>
          </p:cNvPr>
          <p:cNvSpPr>
            <a:spLocks noGrp="1"/>
          </p:cNvSpPr>
          <p:nvPr>
            <p:ph type="title"/>
          </p:nvPr>
        </p:nvSpPr>
        <p:spPr>
          <a:xfrm>
            <a:off x="1092619" y="3149014"/>
            <a:ext cx="6712299" cy="1616337"/>
          </a:xfrm>
        </p:spPr>
        <p:txBody>
          <a:bodyPr>
            <a:noAutofit/>
          </a:bodyPr>
          <a:lstStyle/>
          <a:p>
            <a:r>
              <a:rPr lang="es-ES" sz="1600" b="1" dirty="0"/>
              <a:t>Sensores de proximidad inductivos</a:t>
            </a:r>
            <a:br>
              <a:rPr lang="es-ES" sz="1600" b="1" dirty="0"/>
            </a:br>
            <a:r>
              <a:rPr lang="es-ES" sz="1600" dirty="0"/>
              <a:t>Detectan la presencia o ausencia de objetos metálicos en un rango fijo (1-40 mm), generando una señal de conmutación (ON/OFF).</a:t>
            </a:r>
            <a:r>
              <a:rPr lang="es-CO" sz="1600" dirty="0"/>
              <a:t> Aplicaciones comunes</a:t>
            </a:r>
            <a:br>
              <a:rPr lang="es-CO" sz="1600" dirty="0"/>
            </a:br>
            <a:r>
              <a:rPr lang="es-CO" sz="1600" dirty="0"/>
              <a:t> </a:t>
            </a:r>
            <a:r>
              <a:rPr lang="es-ES" sz="1600" dirty="0"/>
              <a:t>cintas transportadoras, robótica y posicionamiento de piezas metálicas.</a:t>
            </a:r>
            <a:br>
              <a:rPr lang="es-ES" sz="1600" dirty="0"/>
            </a:br>
            <a:br>
              <a:rPr lang="es-ES" sz="1600" dirty="0"/>
            </a:br>
            <a:br>
              <a:rPr lang="es-ES" sz="1600" dirty="0"/>
            </a:br>
            <a:endParaRPr lang="es-ES" sz="1600" dirty="0"/>
          </a:p>
        </p:txBody>
      </p:sp>
      <p:sp>
        <p:nvSpPr>
          <p:cNvPr id="4" name="CuadroTexto 3">
            <a:extLst>
              <a:ext uri="{FF2B5EF4-FFF2-40B4-BE49-F238E27FC236}">
                <a16:creationId xmlns:a16="http://schemas.microsoft.com/office/drawing/2014/main" id="{C19FB909-A3F3-5E1F-3F96-3865285CA020}"/>
              </a:ext>
            </a:extLst>
          </p:cNvPr>
          <p:cNvSpPr txBox="1"/>
          <p:nvPr/>
        </p:nvSpPr>
        <p:spPr>
          <a:xfrm>
            <a:off x="1557495" y="1855149"/>
            <a:ext cx="6551524" cy="584775"/>
          </a:xfrm>
          <a:prstGeom prst="rect">
            <a:avLst/>
          </a:prstGeom>
          <a:noFill/>
        </p:spPr>
        <p:txBody>
          <a:bodyPr wrap="square">
            <a:spAutoFit/>
          </a:bodyPr>
          <a:lstStyle/>
          <a:p>
            <a:r>
              <a:rPr lang="es-CO" sz="3200" b="1" dirty="0"/>
              <a:t>Sensores Inductivos </a:t>
            </a:r>
            <a:endParaRPr lang="es-CO" sz="3200" dirty="0"/>
          </a:p>
        </p:txBody>
      </p:sp>
    </p:spTree>
    <p:extLst>
      <p:ext uri="{BB962C8B-B14F-4D97-AF65-F5344CB8AC3E}">
        <p14:creationId xmlns:p14="http://schemas.microsoft.com/office/powerpoint/2010/main" val="1584679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E6567-93C7-1B4F-4FAF-ADE5AE4E3B91}"/>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FA391DAE-D014-6EB6-0AAA-C4EBDDC57A2D}"/>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24</a:t>
            </a:r>
          </a:p>
        </p:txBody>
      </p:sp>
      <p:pic>
        <p:nvPicPr>
          <p:cNvPr id="14" name="Picture 4" descr="Programas - Intranet ETITC">
            <a:extLst>
              <a:ext uri="{FF2B5EF4-FFF2-40B4-BE49-F238E27FC236}">
                <a16:creationId xmlns:a16="http://schemas.microsoft.com/office/drawing/2014/main" id="{6E708A14-81F8-3470-2C5D-6B2E405057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953DFFC8-EFAE-962B-713A-076DFF70554C}"/>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0AAE6FB7-7E2C-4882-8D02-907A42322428}"/>
              </a:ext>
            </a:extLst>
          </p:cNvPr>
          <p:cNvSpPr>
            <a:spLocks noGrp="1"/>
          </p:cNvSpPr>
          <p:nvPr>
            <p:ph type="title"/>
          </p:nvPr>
        </p:nvSpPr>
        <p:spPr>
          <a:xfrm>
            <a:off x="1092619" y="3149014"/>
            <a:ext cx="6712299" cy="1616337"/>
          </a:xfrm>
        </p:spPr>
        <p:txBody>
          <a:bodyPr>
            <a:noAutofit/>
          </a:bodyPr>
          <a:lstStyle/>
          <a:p>
            <a:r>
              <a:rPr lang="es-CO" sz="1600" b="1" dirty="0"/>
              <a:t>Sensores de distancia inductivos</a:t>
            </a:r>
            <a:br>
              <a:rPr lang="es-CO" sz="1600" dirty="0"/>
            </a:br>
            <a:br>
              <a:rPr lang="es-ES" sz="1600" dirty="0"/>
            </a:br>
            <a:r>
              <a:rPr lang="es-ES" sz="1600" dirty="0"/>
              <a:t>Miden la distancia continua a un objeto metálico (hasta 50 mm), proporcionando salida analógica (voltaje o corriente). Basados en variaciones de inductancia o frecuencia.</a:t>
            </a:r>
            <a:br>
              <a:rPr lang="es-ES" sz="1600" dirty="0"/>
            </a:br>
            <a:endParaRPr lang="es-ES" sz="1600" dirty="0"/>
          </a:p>
        </p:txBody>
      </p:sp>
      <p:sp>
        <p:nvSpPr>
          <p:cNvPr id="4" name="CuadroTexto 3">
            <a:extLst>
              <a:ext uri="{FF2B5EF4-FFF2-40B4-BE49-F238E27FC236}">
                <a16:creationId xmlns:a16="http://schemas.microsoft.com/office/drawing/2014/main" id="{924387D9-2325-1201-FFD0-209206ECDDB2}"/>
              </a:ext>
            </a:extLst>
          </p:cNvPr>
          <p:cNvSpPr txBox="1"/>
          <p:nvPr/>
        </p:nvSpPr>
        <p:spPr>
          <a:xfrm>
            <a:off x="1557495" y="1855149"/>
            <a:ext cx="6551524" cy="584775"/>
          </a:xfrm>
          <a:prstGeom prst="rect">
            <a:avLst/>
          </a:prstGeom>
          <a:noFill/>
        </p:spPr>
        <p:txBody>
          <a:bodyPr wrap="square">
            <a:spAutoFit/>
          </a:bodyPr>
          <a:lstStyle/>
          <a:p>
            <a:r>
              <a:rPr lang="es-CO" sz="3200" b="1" dirty="0"/>
              <a:t>Sensores Inductivos </a:t>
            </a:r>
            <a:endParaRPr lang="es-CO" sz="3200" dirty="0"/>
          </a:p>
        </p:txBody>
      </p:sp>
    </p:spTree>
    <p:extLst>
      <p:ext uri="{BB962C8B-B14F-4D97-AF65-F5344CB8AC3E}">
        <p14:creationId xmlns:p14="http://schemas.microsoft.com/office/powerpoint/2010/main" val="467175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89EA-471D-4EF4-3414-7876FF42B9FA}"/>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FA64C5A6-5D58-EC48-782E-0F6BB7B4880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25</a:t>
            </a:r>
          </a:p>
        </p:txBody>
      </p:sp>
      <p:pic>
        <p:nvPicPr>
          <p:cNvPr id="14" name="Picture 4" descr="Programas - Intranet ETITC">
            <a:extLst>
              <a:ext uri="{FF2B5EF4-FFF2-40B4-BE49-F238E27FC236}">
                <a16:creationId xmlns:a16="http://schemas.microsoft.com/office/drawing/2014/main" id="{BFDF7950-7B5D-44C3-DAAA-18C43AA85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10C92CC-B806-2229-453F-A2BA2E84147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16EB0CEE-0A27-1147-8824-25C17B08DA55}"/>
              </a:ext>
            </a:extLst>
          </p:cNvPr>
          <p:cNvSpPr>
            <a:spLocks noGrp="1"/>
          </p:cNvSpPr>
          <p:nvPr>
            <p:ph type="title"/>
          </p:nvPr>
        </p:nvSpPr>
        <p:spPr>
          <a:xfrm>
            <a:off x="1092619" y="3149014"/>
            <a:ext cx="6712299" cy="1616337"/>
          </a:xfrm>
        </p:spPr>
        <p:txBody>
          <a:bodyPr>
            <a:noAutofit/>
          </a:bodyPr>
          <a:lstStyle/>
          <a:p>
            <a:r>
              <a:rPr lang="es-CO" sz="1600" b="1" dirty="0"/>
              <a:t>Sensores de distancia inductivos</a:t>
            </a:r>
            <a:br>
              <a:rPr lang="es-CO" sz="1600" dirty="0"/>
            </a:br>
            <a:br>
              <a:rPr lang="es-ES" sz="1600" dirty="0"/>
            </a:br>
            <a:r>
              <a:rPr lang="es-ES" sz="1600" dirty="0"/>
              <a:t>Consulte acerca del sensor LVDT</a:t>
            </a:r>
            <a:br>
              <a:rPr lang="es-ES" sz="1600" dirty="0"/>
            </a:br>
            <a:br>
              <a:rPr lang="es-ES" sz="1600" dirty="0"/>
            </a:br>
            <a:endParaRPr lang="es-ES" sz="1600" dirty="0"/>
          </a:p>
        </p:txBody>
      </p:sp>
      <p:sp>
        <p:nvSpPr>
          <p:cNvPr id="4" name="CuadroTexto 3">
            <a:extLst>
              <a:ext uri="{FF2B5EF4-FFF2-40B4-BE49-F238E27FC236}">
                <a16:creationId xmlns:a16="http://schemas.microsoft.com/office/drawing/2014/main" id="{08BC838E-2AD0-10A4-9AD6-85DE0E24E644}"/>
              </a:ext>
            </a:extLst>
          </p:cNvPr>
          <p:cNvSpPr txBox="1"/>
          <p:nvPr/>
        </p:nvSpPr>
        <p:spPr>
          <a:xfrm>
            <a:off x="1557495" y="1855149"/>
            <a:ext cx="6551524" cy="584775"/>
          </a:xfrm>
          <a:prstGeom prst="rect">
            <a:avLst/>
          </a:prstGeom>
          <a:noFill/>
        </p:spPr>
        <p:txBody>
          <a:bodyPr wrap="square">
            <a:spAutoFit/>
          </a:bodyPr>
          <a:lstStyle/>
          <a:p>
            <a:r>
              <a:rPr lang="es-CO" sz="3200" b="1" dirty="0"/>
              <a:t>Sensores Inductivos </a:t>
            </a:r>
            <a:endParaRPr lang="es-CO" sz="3200" dirty="0"/>
          </a:p>
        </p:txBody>
      </p:sp>
    </p:spTree>
    <p:extLst>
      <p:ext uri="{BB962C8B-B14F-4D97-AF65-F5344CB8AC3E}">
        <p14:creationId xmlns:p14="http://schemas.microsoft.com/office/powerpoint/2010/main" val="3294748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70C3D-6FDD-345E-EB5A-5FD9B798D646}"/>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D0C7E204-6B4D-5DCD-1F20-A06FB1CE361A}"/>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26</a:t>
            </a:r>
          </a:p>
        </p:txBody>
      </p:sp>
      <p:pic>
        <p:nvPicPr>
          <p:cNvPr id="14" name="Picture 4" descr="Programas - Intranet ETITC">
            <a:extLst>
              <a:ext uri="{FF2B5EF4-FFF2-40B4-BE49-F238E27FC236}">
                <a16:creationId xmlns:a16="http://schemas.microsoft.com/office/drawing/2014/main" id="{02B8998A-6F3E-874C-0B00-00F75D25C2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0311E5A-C07E-8961-99A2-5BAD4196FD9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492BA95A-2C63-8F22-7BF8-CA841D1BD244}"/>
              </a:ext>
            </a:extLst>
          </p:cNvPr>
          <p:cNvSpPr>
            <a:spLocks noGrp="1"/>
          </p:cNvSpPr>
          <p:nvPr>
            <p:ph type="title"/>
          </p:nvPr>
        </p:nvSpPr>
        <p:spPr>
          <a:xfrm>
            <a:off x="927519" y="1339367"/>
            <a:ext cx="6712299" cy="1616337"/>
          </a:xfrm>
        </p:spPr>
        <p:txBody>
          <a:bodyPr>
            <a:noAutofit/>
          </a:bodyPr>
          <a:lstStyle/>
          <a:p>
            <a:r>
              <a:rPr lang="es-CO" sz="1600" b="1" dirty="0" err="1"/>
              <a:t>Encoder</a:t>
            </a:r>
            <a:r>
              <a:rPr lang="es-CO" sz="1600" b="1" dirty="0"/>
              <a:t> Inductivo </a:t>
            </a:r>
            <a:br>
              <a:rPr lang="es-ES" sz="1600" dirty="0"/>
            </a:br>
            <a:endParaRPr lang="es-ES" sz="1600" dirty="0"/>
          </a:p>
        </p:txBody>
      </p:sp>
      <p:sp>
        <p:nvSpPr>
          <p:cNvPr id="4" name="CuadroTexto 3">
            <a:extLst>
              <a:ext uri="{FF2B5EF4-FFF2-40B4-BE49-F238E27FC236}">
                <a16:creationId xmlns:a16="http://schemas.microsoft.com/office/drawing/2014/main" id="{58C748AB-39C2-3E5B-63AA-2DA64DC685C8}"/>
              </a:ext>
            </a:extLst>
          </p:cNvPr>
          <p:cNvSpPr txBox="1"/>
          <p:nvPr/>
        </p:nvSpPr>
        <p:spPr>
          <a:xfrm>
            <a:off x="1557495" y="1855149"/>
            <a:ext cx="6551524" cy="584775"/>
          </a:xfrm>
          <a:prstGeom prst="rect">
            <a:avLst/>
          </a:prstGeom>
          <a:noFill/>
        </p:spPr>
        <p:txBody>
          <a:bodyPr wrap="square">
            <a:spAutoFit/>
          </a:bodyPr>
          <a:lstStyle/>
          <a:p>
            <a:r>
              <a:rPr lang="es-CO" sz="3200" b="1" dirty="0"/>
              <a:t>Sensores Inductivos </a:t>
            </a:r>
            <a:endParaRPr lang="es-CO" sz="3200" dirty="0"/>
          </a:p>
        </p:txBody>
      </p:sp>
      <p:pic>
        <p:nvPicPr>
          <p:cNvPr id="2" name="Elementos multimedia en línea 1" title="Inductive scanning by Leine Linde">
            <a:hlinkClick r:id="" action="ppaction://media"/>
            <a:extLst>
              <a:ext uri="{FF2B5EF4-FFF2-40B4-BE49-F238E27FC236}">
                <a16:creationId xmlns:a16="http://schemas.microsoft.com/office/drawing/2014/main" id="{42628D9E-ED3F-C3F9-E869-73F0C85D6403}"/>
              </a:ext>
            </a:extLst>
          </p:cNvPr>
          <p:cNvPicPr>
            <a:picLocks noRot="1" noChangeAspect="1"/>
          </p:cNvPicPr>
          <p:nvPr>
            <a:videoFile r:link="rId1"/>
          </p:nvPr>
        </p:nvPicPr>
        <p:blipFill>
          <a:blip r:embed="rId4"/>
          <a:stretch>
            <a:fillRect/>
          </a:stretch>
        </p:blipFill>
        <p:spPr>
          <a:xfrm>
            <a:off x="1627342" y="2724150"/>
            <a:ext cx="5370358" cy="3033880"/>
          </a:xfrm>
          <a:prstGeom prst="rect">
            <a:avLst/>
          </a:prstGeom>
        </p:spPr>
      </p:pic>
    </p:spTree>
    <p:extLst>
      <p:ext uri="{BB962C8B-B14F-4D97-AF65-F5344CB8AC3E}">
        <p14:creationId xmlns:p14="http://schemas.microsoft.com/office/powerpoint/2010/main" val="204220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70C3D-6FDD-345E-EB5A-5FD9B798D646}"/>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D0C7E204-6B4D-5DCD-1F20-A06FB1CE361A}"/>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27</a:t>
            </a:r>
          </a:p>
        </p:txBody>
      </p:sp>
      <p:pic>
        <p:nvPicPr>
          <p:cNvPr id="14" name="Picture 4" descr="Programas - Intranet ETITC">
            <a:extLst>
              <a:ext uri="{FF2B5EF4-FFF2-40B4-BE49-F238E27FC236}">
                <a16:creationId xmlns:a16="http://schemas.microsoft.com/office/drawing/2014/main" id="{02B8998A-6F3E-874C-0B00-00F75D25C2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0311E5A-C07E-8961-99A2-5BAD4196FD9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492BA95A-2C63-8F22-7BF8-CA841D1BD244}"/>
              </a:ext>
            </a:extLst>
          </p:cNvPr>
          <p:cNvSpPr>
            <a:spLocks noGrp="1"/>
          </p:cNvSpPr>
          <p:nvPr>
            <p:ph type="title"/>
          </p:nvPr>
        </p:nvSpPr>
        <p:spPr>
          <a:xfrm>
            <a:off x="1034981" y="2439924"/>
            <a:ext cx="6712299" cy="1606550"/>
          </a:xfrm>
        </p:spPr>
        <p:txBody>
          <a:bodyPr>
            <a:noAutofit/>
          </a:bodyPr>
          <a:lstStyle/>
          <a:p>
            <a:r>
              <a:rPr lang="es-CO" sz="1600" b="1" dirty="0"/>
              <a:t>Los termopares o termocuplas son sensores de temperatura que basan su funcionamiento en el efecto </a:t>
            </a:r>
            <a:r>
              <a:rPr lang="es-CO" sz="1600" b="1" dirty="0" err="1"/>
              <a:t>seebeck</a:t>
            </a:r>
            <a:r>
              <a:rPr lang="es-CO" sz="1600" b="1" dirty="0"/>
              <a:t>. Al unir dos alambres fabricados con metales diferentes y aplicar un cambio de temperatura en el punto de unión, se crea una pequeña diferencia de potencial entre las dos terminales que es proporcional al cambio de la temperatura.</a:t>
            </a:r>
            <a:br>
              <a:rPr lang="es-CO" sz="1600" b="1" dirty="0"/>
            </a:br>
            <a:r>
              <a:rPr lang="es-CO" sz="1600" b="1" dirty="0"/>
              <a:t>Según los materiales que conforme el termopar varia la magnitud exacta de voltaje generado y las temperaturas que pueden medirse:</a:t>
            </a:r>
            <a:endParaRPr lang="es-ES" sz="1600" dirty="0"/>
          </a:p>
        </p:txBody>
      </p:sp>
      <p:sp>
        <p:nvSpPr>
          <p:cNvPr id="4" name="CuadroTexto 3">
            <a:extLst>
              <a:ext uri="{FF2B5EF4-FFF2-40B4-BE49-F238E27FC236}">
                <a16:creationId xmlns:a16="http://schemas.microsoft.com/office/drawing/2014/main" id="{58C748AB-39C2-3E5B-63AA-2DA64DC685C8}"/>
              </a:ext>
            </a:extLst>
          </p:cNvPr>
          <p:cNvSpPr txBox="1"/>
          <p:nvPr/>
        </p:nvSpPr>
        <p:spPr>
          <a:xfrm>
            <a:off x="1557495" y="1855149"/>
            <a:ext cx="6551524" cy="584775"/>
          </a:xfrm>
          <a:prstGeom prst="rect">
            <a:avLst/>
          </a:prstGeom>
          <a:noFill/>
        </p:spPr>
        <p:txBody>
          <a:bodyPr wrap="square">
            <a:spAutoFit/>
          </a:bodyPr>
          <a:lstStyle/>
          <a:p>
            <a:r>
              <a:rPr lang="es-CO" sz="3200" b="1" dirty="0"/>
              <a:t>Termopares</a:t>
            </a:r>
            <a:endParaRPr lang="es-CO" sz="3200" dirty="0"/>
          </a:p>
        </p:txBody>
      </p:sp>
      <p:pic>
        <p:nvPicPr>
          <p:cNvPr id="7" name="Imagen 6">
            <a:extLst>
              <a:ext uri="{FF2B5EF4-FFF2-40B4-BE49-F238E27FC236}">
                <a16:creationId xmlns:a16="http://schemas.microsoft.com/office/drawing/2014/main" id="{27850AE2-964E-B5A9-0177-69FE44312809}"/>
              </a:ext>
            </a:extLst>
          </p:cNvPr>
          <p:cNvPicPr>
            <a:picLocks noChangeAspect="1"/>
          </p:cNvPicPr>
          <p:nvPr/>
        </p:nvPicPr>
        <p:blipFill>
          <a:blip r:embed="rId3"/>
          <a:stretch>
            <a:fillRect/>
          </a:stretch>
        </p:blipFill>
        <p:spPr>
          <a:xfrm>
            <a:off x="2419031" y="4040370"/>
            <a:ext cx="4572638" cy="2648320"/>
          </a:xfrm>
          <a:prstGeom prst="rect">
            <a:avLst/>
          </a:prstGeom>
        </p:spPr>
      </p:pic>
    </p:spTree>
    <p:extLst>
      <p:ext uri="{BB962C8B-B14F-4D97-AF65-F5344CB8AC3E}">
        <p14:creationId xmlns:p14="http://schemas.microsoft.com/office/powerpoint/2010/main" val="45021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14CDA-2068-42CB-A39D-4CEB762A5F23}"/>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219FF730-CC58-350A-E4EC-0DCD5994825A}"/>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28</a:t>
            </a:r>
          </a:p>
        </p:txBody>
      </p:sp>
      <p:pic>
        <p:nvPicPr>
          <p:cNvPr id="14" name="Picture 4" descr="Programas - Intranet ETITC">
            <a:extLst>
              <a:ext uri="{FF2B5EF4-FFF2-40B4-BE49-F238E27FC236}">
                <a16:creationId xmlns:a16="http://schemas.microsoft.com/office/drawing/2014/main" id="{967586CF-77BE-3378-108A-EF2330327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E6BED67F-6051-6BB2-4F75-7DE1A711841F}"/>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5E65C762-2C53-E3C4-7DC6-613B2D3C73F4}"/>
              </a:ext>
            </a:extLst>
          </p:cNvPr>
          <p:cNvSpPr>
            <a:spLocks noGrp="1"/>
          </p:cNvSpPr>
          <p:nvPr>
            <p:ph type="title"/>
          </p:nvPr>
        </p:nvSpPr>
        <p:spPr>
          <a:xfrm>
            <a:off x="1034981" y="2439924"/>
            <a:ext cx="6712299" cy="1606550"/>
          </a:xfrm>
        </p:spPr>
        <p:txBody>
          <a:bodyPr>
            <a:noAutofit/>
          </a:bodyPr>
          <a:lstStyle/>
          <a:p>
            <a:r>
              <a:rPr lang="es-ES" sz="1600" dirty="0"/>
              <a:t>Básicamente, el efecto piezoeléctrico es entendido como la interacción lineal entre una deformación mecánica de tales materiales debido a una carga mecánica aplicada resultando en cambios macroscópicos de polarización eléctrica.</a:t>
            </a:r>
          </a:p>
        </p:txBody>
      </p:sp>
      <p:sp>
        <p:nvSpPr>
          <p:cNvPr id="4" name="CuadroTexto 3">
            <a:extLst>
              <a:ext uri="{FF2B5EF4-FFF2-40B4-BE49-F238E27FC236}">
                <a16:creationId xmlns:a16="http://schemas.microsoft.com/office/drawing/2014/main" id="{63DE7118-4C73-8A2A-B1C5-ABE4B53B0574}"/>
              </a:ext>
            </a:extLst>
          </p:cNvPr>
          <p:cNvSpPr txBox="1"/>
          <p:nvPr/>
        </p:nvSpPr>
        <p:spPr>
          <a:xfrm>
            <a:off x="1557495" y="1855149"/>
            <a:ext cx="6551524" cy="584775"/>
          </a:xfrm>
          <a:prstGeom prst="rect">
            <a:avLst/>
          </a:prstGeom>
          <a:noFill/>
        </p:spPr>
        <p:txBody>
          <a:bodyPr wrap="square">
            <a:spAutoFit/>
          </a:bodyPr>
          <a:lstStyle/>
          <a:p>
            <a:r>
              <a:rPr lang="es-CO" sz="3200" b="1" dirty="0"/>
              <a:t>Piezoeléctricos</a:t>
            </a:r>
            <a:endParaRPr lang="es-CO" sz="3200" dirty="0"/>
          </a:p>
        </p:txBody>
      </p:sp>
    </p:spTree>
    <p:extLst>
      <p:ext uri="{BB962C8B-B14F-4D97-AF65-F5344CB8AC3E}">
        <p14:creationId xmlns:p14="http://schemas.microsoft.com/office/powerpoint/2010/main" val="1696375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637F0-7583-3706-F453-67AAF524652C}"/>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60465CDE-CE01-291E-4163-2C90186D153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29</a:t>
            </a:r>
          </a:p>
        </p:txBody>
      </p:sp>
      <p:pic>
        <p:nvPicPr>
          <p:cNvPr id="14" name="Picture 4" descr="Programas - Intranet ETITC">
            <a:extLst>
              <a:ext uri="{FF2B5EF4-FFF2-40B4-BE49-F238E27FC236}">
                <a16:creationId xmlns:a16="http://schemas.microsoft.com/office/drawing/2014/main" id="{8A2A5705-5154-8F72-CE3C-5EBEE51C6D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49E3879-4989-A4B8-D59C-0C659D964072}"/>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EB5BC1AC-F286-58D9-0C16-FF5BF360C91F}"/>
              </a:ext>
            </a:extLst>
          </p:cNvPr>
          <p:cNvSpPr txBox="1"/>
          <p:nvPr/>
        </p:nvSpPr>
        <p:spPr>
          <a:xfrm>
            <a:off x="1195756" y="1054544"/>
            <a:ext cx="6551524" cy="584775"/>
          </a:xfrm>
          <a:prstGeom prst="rect">
            <a:avLst/>
          </a:prstGeom>
          <a:noFill/>
        </p:spPr>
        <p:txBody>
          <a:bodyPr wrap="square">
            <a:spAutoFit/>
          </a:bodyPr>
          <a:lstStyle/>
          <a:p>
            <a:r>
              <a:rPr lang="es-CO" sz="3200" b="1" dirty="0"/>
              <a:t>Piezoeléctricos</a:t>
            </a:r>
            <a:endParaRPr lang="es-CO" sz="3200" dirty="0"/>
          </a:p>
        </p:txBody>
      </p:sp>
      <p:pic>
        <p:nvPicPr>
          <p:cNvPr id="3" name="Imagen 2">
            <a:extLst>
              <a:ext uri="{FF2B5EF4-FFF2-40B4-BE49-F238E27FC236}">
                <a16:creationId xmlns:a16="http://schemas.microsoft.com/office/drawing/2014/main" id="{8D9D6737-820C-41F2-0213-6566DAD2CA8C}"/>
              </a:ext>
            </a:extLst>
          </p:cNvPr>
          <p:cNvPicPr>
            <a:picLocks noChangeAspect="1"/>
          </p:cNvPicPr>
          <p:nvPr/>
        </p:nvPicPr>
        <p:blipFill>
          <a:blip r:embed="rId3"/>
          <a:stretch>
            <a:fillRect/>
          </a:stretch>
        </p:blipFill>
        <p:spPr>
          <a:xfrm>
            <a:off x="1591432" y="1581395"/>
            <a:ext cx="5711068" cy="4748366"/>
          </a:xfrm>
          <a:prstGeom prst="rect">
            <a:avLst/>
          </a:prstGeom>
        </p:spPr>
      </p:pic>
    </p:spTree>
    <p:extLst>
      <p:ext uri="{BB962C8B-B14F-4D97-AF65-F5344CB8AC3E}">
        <p14:creationId xmlns:p14="http://schemas.microsoft.com/office/powerpoint/2010/main" val="2881167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2F482-42D5-6FA7-8656-1F2C8CEF2D29}"/>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25C0BFCC-1297-9A5E-A3A6-9E982ED1E620}"/>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30</a:t>
            </a:r>
          </a:p>
        </p:txBody>
      </p:sp>
      <p:pic>
        <p:nvPicPr>
          <p:cNvPr id="14" name="Picture 4" descr="Programas - Intranet ETITC">
            <a:extLst>
              <a:ext uri="{FF2B5EF4-FFF2-40B4-BE49-F238E27FC236}">
                <a16:creationId xmlns:a16="http://schemas.microsoft.com/office/drawing/2014/main" id="{FD25E8B8-0979-EC00-4E46-1156E3E2E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0B27167-035F-6B17-291D-8D765E8CFD6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39F124C8-098C-669F-4BB4-6CFDB379D9C3}"/>
              </a:ext>
            </a:extLst>
          </p:cNvPr>
          <p:cNvSpPr txBox="1"/>
          <p:nvPr/>
        </p:nvSpPr>
        <p:spPr>
          <a:xfrm>
            <a:off x="3385528" y="3136612"/>
            <a:ext cx="2372944" cy="584775"/>
          </a:xfrm>
          <a:prstGeom prst="rect">
            <a:avLst/>
          </a:prstGeom>
          <a:noFill/>
        </p:spPr>
        <p:txBody>
          <a:bodyPr wrap="square">
            <a:spAutoFit/>
          </a:bodyPr>
          <a:lstStyle/>
          <a:p>
            <a:r>
              <a:rPr lang="es-CO" sz="3200" b="1" dirty="0"/>
              <a:t>¿Preguntas?</a:t>
            </a:r>
            <a:endParaRPr lang="es-CO" sz="3200" dirty="0"/>
          </a:p>
        </p:txBody>
      </p:sp>
    </p:spTree>
    <p:extLst>
      <p:ext uri="{BB962C8B-B14F-4D97-AF65-F5344CB8AC3E}">
        <p14:creationId xmlns:p14="http://schemas.microsoft.com/office/powerpoint/2010/main" val="388282264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A62137D465CE64A8C883A4664514BF8" ma:contentTypeVersion="15" ma:contentTypeDescription="Crear nuevo documento." ma:contentTypeScope="" ma:versionID="a1bd1d59f691eb9bca6952b111268275">
  <xsd:schema xmlns:xsd="http://www.w3.org/2001/XMLSchema" xmlns:xs="http://www.w3.org/2001/XMLSchema" xmlns:p="http://schemas.microsoft.com/office/2006/metadata/properties" xmlns:ns3="669280c1-d17e-4d1d-bd7f-b4f14cc6bf1d" xmlns:ns4="bdc56f61-abc0-4f7e-bfec-a93ccd1ae886" targetNamespace="http://schemas.microsoft.com/office/2006/metadata/properties" ma:root="true" ma:fieldsID="d02990a02f19f0f9fc7b999b1809cae4" ns3:_="" ns4:_="">
    <xsd:import namespace="669280c1-d17e-4d1d-bd7f-b4f14cc6bf1d"/>
    <xsd:import namespace="bdc56f61-abc0-4f7e-bfec-a93ccd1ae88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ServiceAutoKeyPoints" minOccurs="0"/>
                <xsd:element ref="ns4:MediaServiceKeyPoints" minOccurs="0"/>
                <xsd:element ref="ns4:MediaLengthInSecond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9280c1-d17e-4d1d-bd7f-b4f14cc6bf1d"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c56f61-abc0-4f7e-bfec-a93ccd1ae88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dc56f61-abc0-4f7e-bfec-a93ccd1ae886" xsi:nil="true"/>
  </documentManagement>
</p:properties>
</file>

<file path=customXml/itemProps1.xml><?xml version="1.0" encoding="utf-8"?>
<ds:datastoreItem xmlns:ds="http://schemas.openxmlformats.org/officeDocument/2006/customXml" ds:itemID="{025820C3-FD82-4EFC-BF14-EAF1F9613F52}">
  <ds:schemaRefs>
    <ds:schemaRef ds:uri="669280c1-d17e-4d1d-bd7f-b4f14cc6bf1d"/>
    <ds:schemaRef ds:uri="bdc56f61-abc0-4f7e-bfec-a93ccd1ae8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E8623C8-32E1-48B0-9F0A-13F2E9582B7E}">
  <ds:schemaRefs>
    <ds:schemaRef ds:uri="http://schemas.microsoft.com/sharepoint/v3/contenttype/forms"/>
  </ds:schemaRefs>
</ds:datastoreItem>
</file>

<file path=customXml/itemProps3.xml><?xml version="1.0" encoding="utf-8"?>
<ds:datastoreItem xmlns:ds="http://schemas.openxmlformats.org/officeDocument/2006/customXml" ds:itemID="{0825853C-1B27-4995-A583-4D39F900BB7F}">
  <ds:schemaRefs>
    <ds:schemaRef ds:uri="http://purl.org/dc/dcmitype/"/>
    <ds:schemaRef ds:uri="http://purl.org/dc/elements/1.1/"/>
    <ds:schemaRef ds:uri="http://purl.org/dc/terms/"/>
    <ds:schemaRef ds:uri="http://schemas.openxmlformats.org/package/2006/metadata/core-properties"/>
    <ds:schemaRef ds:uri="bdc56f61-abc0-4f7e-bfec-a93ccd1ae886"/>
    <ds:schemaRef ds:uri="http://www.w3.org/XML/1998/namespace"/>
    <ds:schemaRef ds:uri="http://schemas.microsoft.com/office/2006/documentManagement/types"/>
    <ds:schemaRef ds:uri="http://schemas.microsoft.com/office/infopath/2007/PartnerControls"/>
    <ds:schemaRef ds:uri="669280c1-d17e-4d1d-bd7f-b4f14cc6bf1d"/>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554</TotalTime>
  <Words>1826</Words>
  <Application>Microsoft Office PowerPoint</Application>
  <PresentationFormat>Carta (216 x 279 mm)</PresentationFormat>
  <Paragraphs>121</Paragraphs>
  <Slides>30</Slides>
  <Notes>1</Notes>
  <HiddenSlides>0</HiddenSlides>
  <MMClips>1</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30</vt:i4>
      </vt:variant>
    </vt:vector>
  </HeadingPairs>
  <TitlesOfParts>
    <vt:vector size="35" baseType="lpstr">
      <vt:lpstr>Arial</vt:lpstr>
      <vt:lpstr>Calibri</vt:lpstr>
      <vt:lpstr>Calibri Light</vt:lpstr>
      <vt:lpstr>Cambria Math</vt:lpstr>
      <vt:lpstr>Tema de Office</vt:lpstr>
      <vt:lpstr>1</vt:lpstr>
      <vt:lpstr>Sensores</vt:lpstr>
      <vt:lpstr>¿Qué es  un sensor? </vt:lpstr>
      <vt:lpstr>  “Un sensor es un elemento o dispositivo capaz de reaccionar ante cambios en una determinada variable, usualmente transformándolos en modificaciones sobre una segunda variable, la cual es más fácil de ser interpretada como un valor de medida.” </vt:lpstr>
      <vt:lpstr>Es posible catalogar los sensores de acuerdo a diferentes criterios: la variable que miden (temperatura, presión, humedad, distancia, velocidad, etc), la naturaleza de salida (digital y analógica) o el tipo de variable que se tiene a la salida (resistivos, capacitivos, inductivos)</vt:lpstr>
      <vt:lpstr>Realice la lectura de la sección 1.2 del texto:  Fraden, J. (2004). Handbook of modern sensors: physics, designs, and applications. New York, NY: Springer New York. Disponible en el material del curso.</vt:lpstr>
      <vt:lpstr>Sensores Resistivos Sensores Capacitivos Sensores Inductivos Sensores Piezoeléctricos Termopares </vt:lpstr>
      <vt:lpstr>Los sensores resistivos son dispositivos electrónicos que convierten magnitudes físicas no eléctricas (como temperatura, presión, fuerza, luz o humedad) en variaciones de resistencia eléctrica. Estos cambios en la resistencia se miden para detectar y cuantificar la magnitud física aplicada, generalmente mediante circuitos como divisores de voltaje, donde un voltaje fijo se aplica y la salida varía proporcionalmente. </vt:lpstr>
      <vt:lpstr>Principio de funcionamiento El funcionamiento se basa en la ley de Ohm y propiedades físicas de materiales conductores: la resistencia Rde un conductor es directamente proporcional a su longitud L e inversamente proporcional a su área transversal A y a la resistividad ρ del material (R=ρ L/A) .Cuando una magnitud externa (como temperatura o deformación) altera L, Ao ρ, la resistencia cambia de manera predecible. No se mide la resistencia directamente, sino el voltaje resultante en un circuito divisor.</vt:lpstr>
      <vt:lpstr>Sensores Potenciometros también conocidos como sensores de potenciómetro o sensores resistivos variables, son dispositivos que convierten un movimiento mecánico (lineal o angular) en una señal eléctrica variable. Funcionan como un potenciómetro, que es un resistor variable donde un cursor (o wiper) se desliza sobre una pista resistiva, cambiando la resistencia entre terminales y, por ende, el voltaje de salida en un circuito divisor. Son ideales para medir posición, desplazamiento o ángulo con alta precisión y bajo costo. </vt:lpstr>
      <vt:lpstr>RTD (Resistance Temperature Detector) En la mayoría de los materiales, la resistividad ρ se ve afectada por la temperatura, según el coeficiente de temperatura de dicho material (α)</vt:lpstr>
      <vt:lpstr>Termistores El funcionamiento se basa en la variación de la resistividad del material semiconductor (como óxidos de metales: manganeso, níquel, cobalto o hierro) con la temperatura. A diferencia de los metales en RTD (donde la resistencia aumenta linealmente), los termistores tienen una respuesta no lineal, descrita por la ecuación de Steinhart-Hart o aproximaciones exponenciales como: R(T)=R_0 e^B(1/T-1/T_0 )  donde R(T)es la resistencia a temperatura T(en Kelvin), R_0es la resistencia a T_0, y Bes el coeficiente de temperatura (típicamente 2000-4000 K). </vt:lpstr>
      <vt:lpstr>Galgas extensiométricas son  sensores basados en el efecto piezo-eléctrico, es decir, en la propiedad que tienen algunos materiales de cambiar su resistenac al ser sometidos a un esfuerzo o estrés mecánico.</vt:lpstr>
      <vt:lpstr>Realice la lectura del texto: Saggio, G., Riillo, F., Sbernini, L., &amp; Quitadamo, L. R. (2015). Resistive flex sensors: a survey. Smart Materials and Structures, 25(1), 013001. Disponible en el material del curso.</vt:lpstr>
      <vt:lpstr>Los sensores capacitivos son dispositivos electrónicos que detectan cambios en la capacitancia eléctrica causados por variaciones en una magnitud física, como la presencia de un objeto, desplazamiento, nivel de líquido, humedad o presión. La capacitancia Cdepende de la constante dieléctrica ϵ, el área de las placas Ay la distancia entre ellas d, según la fórmula: C=ϵ A/d Estos sensores convierten las variaciones en Cen señales eléctricas (voltaje, frecuencia o corriente), que se procesan para medir la magnitud física.</vt:lpstr>
      <vt:lpstr>Principio de funcionamiento Los sensores capacitivos operan detectando cambios en la capacitancia, que pueden deberse a: Cambio en la distancia d: Movimiento de una placa (ej. en sensores de desplazamiento). Cambio en el área A: Modificación del área efectiva de las placas. Cambio en la constante dieléctrica ϵ: Introducción de un material (como un dedo, líquido o gas) entre las placas.</vt:lpstr>
      <vt:lpstr>Sensores de proximidad Los sensores de proximidad capacitivos son dispositivos electrónicos no contactantes diseñados para detectar la presencia o ausencia de objetos cercanos (hasta unos 10-20 mm) mediante cambios en la capacitancia eléctrica ϵ. Funcionan como un condensador abierto, donde el objeto actúa como la segunda placa, alterando el campo electrostático generado por el sensor. Son ideales para detectar tanto materiales conductores (como metales) como no conductores (plástico, vidrio, papel, líquidos o granos). </vt:lpstr>
      <vt:lpstr>Sensores de nivel  Miden niveles de líquidos o sólidos al detectar cambios en ϵ por el material. Aplicaciones comunes Tanques de combustible, silos de granos, sistemas de llenado automático.  </vt:lpstr>
      <vt:lpstr>Sensores de desplazamiento Detectan movimiento mecánico al variar  d  o  A  entre placas. Aplicaciones comunes Micrómetros, medición de vibraciones, control de precisión en maquinaria.  Sensores de humedad  Cambios en ϵ por absorción de agua en un dieléctrico. Aplicaciones comunes  agricultura o meteorología.  </vt:lpstr>
      <vt:lpstr>Realice la lectura del texto: Moheimani, R., Hosseini, P., Mohammadi, S., &amp; Dalir, H. (2022). Recent advances on capacitive proximity sensors: From design and materials to creative applications. C, 8(2), 26.. Disponible en el material del curso.</vt:lpstr>
      <vt:lpstr>Los sensores inductivos son dispositivos electrónicos no contactantes que detectan la presencia, posición o distancia de objetos metálicos mediante el principio de inducción electromagnética. Generan un campo magnético alterno y miden las perturbaciones causadas por el objeto (como corrientes de Foucault o cambios en la inductancia), convirtiéndolas en una señal eléctrica (digital o analógica). Son ideales para entornos industriales hostiles, con rangos de detección típicos de 0.5 a 40 mm, y se usan principalmente para metales ferrosos (acero) o no ferrosos (aluminio, cobre), aunque el rango varía según el material.</vt:lpstr>
      <vt:lpstr>Principio de funcionamiento El sensor incluye una bobina (o coil) integrada en un circuito oscilador LC de alta frecuencia (generalmente 100-500 kHz). La corriente alterna en la bobina crea un campo electromagnético que emerge de la cara activa del sensor. Cuando un objeto metálico se acerca: Induce corrientes de Foucault (eddy currents) en el objeto, que generan un campo opuesto y reducen la amplitud o frecuencia de oscilación. Esto altera la impedancia de la bobina, detectado por un circuito demodulador o comparador, que activa la salida cuando se supera un umbral ajustable.</vt:lpstr>
      <vt:lpstr>Sensores de proximidad inductivos Detectan la presencia o ausencia de objetos metálicos en un rango fijo (1-40 mm), generando una señal de conmutación (ON/OFF). Aplicaciones comunes  cintas transportadoras, robótica y posicionamiento de piezas metálicas.   </vt:lpstr>
      <vt:lpstr>Sensores de distancia inductivos  Miden la distancia continua a un objeto metálico (hasta 50 mm), proporcionando salida analógica (voltaje o corriente). Basados en variaciones de inductancia o frecuencia. </vt:lpstr>
      <vt:lpstr>Sensores de distancia inductivos  Consulte acerca del sensor LVDT  </vt:lpstr>
      <vt:lpstr>Encoder Inductivo  </vt:lpstr>
      <vt:lpstr>Los termopares o termocuplas son sensores de temperatura que basan su funcionamiento en el efecto seebeck. Al unir dos alambres fabricados con metales diferentes y aplicar un cambio de temperatura en el punto de unión, se crea una pequeña diferencia de potencial entre las dos terminales que es proporcional al cambio de la temperatura. Según los materiales que conforme el termopar varia la magnitud exacta de voltaje generado y las temperaturas que pueden medirse:</vt:lpstr>
      <vt:lpstr>Básicamente, el efecto piezoeléctrico es entendido como la interacción lineal entre una deformación mecánica de tales materiales debido a una carga mecánica aplicada resultando en cambios macroscópicos de polarización eléctrica.</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Hugo</dc:creator>
  <cp:lastModifiedBy>Jheyson Fabian Villavisan Buitrago</cp:lastModifiedBy>
  <cp:revision>2</cp:revision>
  <dcterms:created xsi:type="dcterms:W3CDTF">2008-03-11T21:51:34Z</dcterms:created>
  <dcterms:modified xsi:type="dcterms:W3CDTF">2025-09-13T05:09:53Z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0x0101007A62137D465CE64A8C883A4664514BF8</vt:lpwstr>
  </property>
</Properties>
</file>