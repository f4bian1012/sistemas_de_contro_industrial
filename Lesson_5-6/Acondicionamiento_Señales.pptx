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8" r:id="rId4"/>
  </p:sldMasterIdLst>
  <p:notesMasterIdLst>
    <p:notesMasterId r:id="rId55"/>
  </p:notesMasterIdLst>
  <p:handoutMasterIdLst>
    <p:handoutMasterId r:id="rId56"/>
  </p:handoutMasterIdLst>
  <p:sldIdLst>
    <p:sldId id="256" r:id="rId5"/>
    <p:sldId id="275" r:id="rId6"/>
    <p:sldId id="305" r:id="rId7"/>
    <p:sldId id="306" r:id="rId8"/>
    <p:sldId id="307" r:id="rId9"/>
    <p:sldId id="308" r:id="rId10"/>
    <p:sldId id="309" r:id="rId11"/>
    <p:sldId id="310" r:id="rId12"/>
    <p:sldId id="311" r:id="rId13"/>
    <p:sldId id="312" r:id="rId14"/>
    <p:sldId id="313" r:id="rId15"/>
    <p:sldId id="314" r:id="rId16"/>
    <p:sldId id="315" r:id="rId17"/>
    <p:sldId id="316" r:id="rId18"/>
    <p:sldId id="317" r:id="rId19"/>
    <p:sldId id="318" r:id="rId20"/>
    <p:sldId id="319" r:id="rId21"/>
    <p:sldId id="320" r:id="rId22"/>
    <p:sldId id="321" r:id="rId23"/>
    <p:sldId id="322" r:id="rId24"/>
    <p:sldId id="323" r:id="rId25"/>
    <p:sldId id="324" r:id="rId26"/>
    <p:sldId id="325" r:id="rId27"/>
    <p:sldId id="326" r:id="rId28"/>
    <p:sldId id="327" r:id="rId29"/>
    <p:sldId id="328" r:id="rId30"/>
    <p:sldId id="329" r:id="rId31"/>
    <p:sldId id="330" r:id="rId32"/>
    <p:sldId id="331" r:id="rId33"/>
    <p:sldId id="332" r:id="rId34"/>
    <p:sldId id="333" r:id="rId35"/>
    <p:sldId id="334" r:id="rId36"/>
    <p:sldId id="335" r:id="rId37"/>
    <p:sldId id="336" r:id="rId38"/>
    <p:sldId id="337" r:id="rId39"/>
    <p:sldId id="338" r:id="rId40"/>
    <p:sldId id="339" r:id="rId41"/>
    <p:sldId id="340" r:id="rId42"/>
    <p:sldId id="341" r:id="rId43"/>
    <p:sldId id="342" r:id="rId44"/>
    <p:sldId id="343" r:id="rId45"/>
    <p:sldId id="344" r:id="rId46"/>
    <p:sldId id="346" r:id="rId47"/>
    <p:sldId id="345" r:id="rId48"/>
    <p:sldId id="347" r:id="rId49"/>
    <p:sldId id="348" r:id="rId50"/>
    <p:sldId id="350" r:id="rId51"/>
    <p:sldId id="349" r:id="rId52"/>
    <p:sldId id="351" r:id="rId53"/>
    <p:sldId id="304" r:id="rId54"/>
  </p:sldIdLst>
  <p:sldSz cx="9144000" cy="6858000" type="letter"/>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B3080F47-54FE-4674-8A61-9F6C6D97AC09}">
          <p14:sldIdLst>
            <p14:sldId id="256"/>
            <p14:sldId id="275"/>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6"/>
            <p14:sldId id="345"/>
            <p14:sldId id="347"/>
            <p14:sldId id="348"/>
            <p14:sldId id="350"/>
            <p14:sldId id="349"/>
            <p14:sldId id="351"/>
            <p14:sldId id="30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D5D6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C7F291-40CF-034B-B1CC-CF05E0849024}" v="26" dt="2025-10-02T00:10:00.750"/>
    <p1510:client id="{B39B29EF-C19F-42A5-A5F2-1CF21498A706}" v="66" dt="2025-10-01T15:53:59.565"/>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4" autoAdjust="0"/>
    <p:restoredTop sz="95390" autoAdjust="0"/>
  </p:normalViewPr>
  <p:slideViewPr>
    <p:cSldViewPr snapToGrid="0">
      <p:cViewPr varScale="1">
        <p:scale>
          <a:sx n="103" d="100"/>
          <a:sy n="103" d="100"/>
        </p:scale>
        <p:origin x="1632" y="184"/>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61" Type="http://schemas.microsoft.com/office/2016/11/relationships/changesInfo" Target="changesInfos/changesInfo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HEYSON FABIAN VILLAVISAN BUITRAGO" userId="e5ced5c2-d787-455d-b115-4f08a699b8c8" providerId="ADAL" clId="{D29F3602-5A42-550B-85C2-F2C884FDDEDE}"/>
    <pc:docChg chg="undo custSel addSld modSld sldOrd modSection">
      <pc:chgData name="JHEYSON FABIAN VILLAVISAN BUITRAGO" userId="e5ced5c2-d787-455d-b115-4f08a699b8c8" providerId="ADAL" clId="{D29F3602-5A42-550B-85C2-F2C884FDDEDE}" dt="2025-10-02T00:10:07.266" v="386" actId="20577"/>
      <pc:docMkLst>
        <pc:docMk/>
      </pc:docMkLst>
      <pc:sldChg chg="modSp">
        <pc:chgData name="JHEYSON FABIAN VILLAVISAN BUITRAGO" userId="e5ced5c2-d787-455d-b115-4f08a699b8c8" providerId="ADAL" clId="{D29F3602-5A42-550B-85C2-F2C884FDDEDE}" dt="2025-09-06T18:02:23.493" v="0" actId="1076"/>
        <pc:sldMkLst>
          <pc:docMk/>
          <pc:sldMk cId="658582679" sldId="303"/>
        </pc:sldMkLst>
      </pc:sldChg>
      <pc:sldChg chg="modSp mod">
        <pc:chgData name="JHEYSON FABIAN VILLAVISAN BUITRAGO" userId="e5ced5c2-d787-455d-b115-4f08a699b8c8" providerId="ADAL" clId="{D29F3602-5A42-550B-85C2-F2C884FDDEDE}" dt="2025-10-02T00:06:08.849" v="334" actId="20577"/>
        <pc:sldMkLst>
          <pc:docMk/>
          <pc:sldMk cId="3882822646" sldId="304"/>
        </pc:sldMkLst>
        <pc:spChg chg="mod">
          <ac:chgData name="JHEYSON FABIAN VILLAVISAN BUITRAGO" userId="e5ced5c2-d787-455d-b115-4f08a699b8c8" providerId="ADAL" clId="{D29F3602-5A42-550B-85C2-F2C884FDDEDE}" dt="2025-10-02T00:06:08.849" v="334" actId="20577"/>
          <ac:spMkLst>
            <pc:docMk/>
            <pc:sldMk cId="3882822646" sldId="304"/>
            <ac:spMk id="10" creationId="{25C0BFCC-1297-9A5E-A3A6-9E982ED1E620}"/>
          </ac:spMkLst>
        </pc:spChg>
      </pc:sldChg>
      <pc:sldChg chg="modSp mod">
        <pc:chgData name="JHEYSON FABIAN VILLAVISAN BUITRAGO" userId="e5ced5c2-d787-455d-b115-4f08a699b8c8" providerId="ADAL" clId="{D29F3602-5A42-550B-85C2-F2C884FDDEDE}" dt="2025-10-01T23:47:48.130" v="100" actId="1076"/>
        <pc:sldMkLst>
          <pc:docMk/>
          <pc:sldMk cId="2348889441" sldId="343"/>
        </pc:sldMkLst>
        <pc:spChg chg="mod">
          <ac:chgData name="JHEYSON FABIAN VILLAVISAN BUITRAGO" userId="e5ced5c2-d787-455d-b115-4f08a699b8c8" providerId="ADAL" clId="{D29F3602-5A42-550B-85C2-F2C884FDDEDE}" dt="2025-10-01T23:46:56.267" v="76" actId="1076"/>
          <ac:spMkLst>
            <pc:docMk/>
            <pc:sldMk cId="2348889441" sldId="343"/>
            <ac:spMk id="2" creationId="{1E41CD1B-A984-6067-6ACE-6BA8201FB1BD}"/>
          </ac:spMkLst>
        </pc:spChg>
        <pc:spChg chg="mod">
          <ac:chgData name="JHEYSON FABIAN VILLAVISAN BUITRAGO" userId="e5ced5c2-d787-455d-b115-4f08a699b8c8" providerId="ADAL" clId="{D29F3602-5A42-550B-85C2-F2C884FDDEDE}" dt="2025-10-01T23:47:42.246" v="98" actId="20577"/>
          <ac:spMkLst>
            <pc:docMk/>
            <pc:sldMk cId="2348889441" sldId="343"/>
            <ac:spMk id="4" creationId="{FE455CB8-90D2-6B9E-FFF1-20F7FDF6CAD5}"/>
          </ac:spMkLst>
        </pc:spChg>
        <pc:spChg chg="mod">
          <ac:chgData name="JHEYSON FABIAN VILLAVISAN BUITRAGO" userId="e5ced5c2-d787-455d-b115-4f08a699b8c8" providerId="ADAL" clId="{D29F3602-5A42-550B-85C2-F2C884FDDEDE}" dt="2025-10-01T23:46:20.666" v="3" actId="1076"/>
          <ac:spMkLst>
            <pc:docMk/>
            <pc:sldMk cId="2348889441" sldId="343"/>
            <ac:spMk id="9" creationId="{3A86AB69-362F-4601-CD9E-27E4E82F4DE0}"/>
          </ac:spMkLst>
        </pc:spChg>
        <pc:picChg chg="mod">
          <ac:chgData name="JHEYSON FABIAN VILLAVISAN BUITRAGO" userId="e5ced5c2-d787-455d-b115-4f08a699b8c8" providerId="ADAL" clId="{D29F3602-5A42-550B-85C2-F2C884FDDEDE}" dt="2025-10-01T23:47:46.154" v="99" actId="1076"/>
          <ac:picMkLst>
            <pc:docMk/>
            <pc:sldMk cId="2348889441" sldId="343"/>
            <ac:picMk id="6" creationId="{1180AE4D-8A67-8FB4-A3C5-AFED5F908123}"/>
          </ac:picMkLst>
        </pc:picChg>
        <pc:picChg chg="mod">
          <ac:chgData name="JHEYSON FABIAN VILLAVISAN BUITRAGO" userId="e5ced5c2-d787-455d-b115-4f08a699b8c8" providerId="ADAL" clId="{D29F3602-5A42-550B-85C2-F2C884FDDEDE}" dt="2025-10-01T23:47:48.130" v="100" actId="1076"/>
          <ac:picMkLst>
            <pc:docMk/>
            <pc:sldMk cId="2348889441" sldId="343"/>
            <ac:picMk id="8" creationId="{D521794C-74DE-BA28-9481-BA04D382D7B1}"/>
          </ac:picMkLst>
        </pc:picChg>
      </pc:sldChg>
      <pc:sldChg chg="modSp mod">
        <pc:chgData name="JHEYSON FABIAN VILLAVISAN BUITRAGO" userId="e5ced5c2-d787-455d-b115-4f08a699b8c8" providerId="ADAL" clId="{D29F3602-5A42-550B-85C2-F2C884FDDEDE}" dt="2025-10-01T23:47:56.314" v="102" actId="20577"/>
        <pc:sldMkLst>
          <pc:docMk/>
          <pc:sldMk cId="412528506" sldId="344"/>
        </pc:sldMkLst>
        <pc:spChg chg="mod">
          <ac:chgData name="JHEYSON FABIAN VILLAVISAN BUITRAGO" userId="e5ced5c2-d787-455d-b115-4f08a699b8c8" providerId="ADAL" clId="{D29F3602-5A42-550B-85C2-F2C884FDDEDE}" dt="2025-10-01T23:47:56.314" v="102" actId="20577"/>
          <ac:spMkLst>
            <pc:docMk/>
            <pc:sldMk cId="412528506" sldId="344"/>
            <ac:spMk id="10" creationId="{E0CE885E-4457-B7F6-82A6-3DA1BA6C559D}"/>
          </ac:spMkLst>
        </pc:spChg>
      </pc:sldChg>
      <pc:sldChg chg="modSp mod">
        <pc:chgData name="JHEYSON FABIAN VILLAVISAN BUITRAGO" userId="e5ced5c2-d787-455d-b115-4f08a699b8c8" providerId="ADAL" clId="{D29F3602-5A42-550B-85C2-F2C884FDDEDE}" dt="2025-10-01T23:48:14.110" v="104" actId="20577"/>
        <pc:sldMkLst>
          <pc:docMk/>
          <pc:sldMk cId="3286888530" sldId="345"/>
        </pc:sldMkLst>
        <pc:spChg chg="mod">
          <ac:chgData name="JHEYSON FABIAN VILLAVISAN BUITRAGO" userId="e5ced5c2-d787-455d-b115-4f08a699b8c8" providerId="ADAL" clId="{D29F3602-5A42-550B-85C2-F2C884FDDEDE}" dt="2025-10-01T23:48:14.110" v="104" actId="20577"/>
          <ac:spMkLst>
            <pc:docMk/>
            <pc:sldMk cId="3286888530" sldId="345"/>
            <ac:spMk id="10" creationId="{487B9FC8-5BA5-D437-51F4-70648E7FFA64}"/>
          </ac:spMkLst>
        </pc:spChg>
      </pc:sldChg>
      <pc:sldChg chg="modSp mod">
        <pc:chgData name="JHEYSON FABIAN VILLAVISAN BUITRAGO" userId="e5ced5c2-d787-455d-b115-4f08a699b8c8" providerId="ADAL" clId="{D29F3602-5A42-550B-85C2-F2C884FDDEDE}" dt="2025-10-02T00:09:36.037" v="375" actId="1076"/>
        <pc:sldMkLst>
          <pc:docMk/>
          <pc:sldMk cId="4103977538" sldId="346"/>
        </pc:sldMkLst>
        <pc:spChg chg="mod">
          <ac:chgData name="JHEYSON FABIAN VILLAVISAN BUITRAGO" userId="e5ced5c2-d787-455d-b115-4f08a699b8c8" providerId="ADAL" clId="{D29F3602-5A42-550B-85C2-F2C884FDDEDE}" dt="2025-10-02T00:09:36.037" v="375" actId="1076"/>
          <ac:spMkLst>
            <pc:docMk/>
            <pc:sldMk cId="4103977538" sldId="346"/>
            <ac:spMk id="6" creationId="{EBC33719-E875-A6FA-3BAE-0B0C2AA1E62F}"/>
          </ac:spMkLst>
        </pc:spChg>
      </pc:sldChg>
      <pc:sldChg chg="addSp delSp modSp add mod">
        <pc:chgData name="JHEYSON FABIAN VILLAVISAN BUITRAGO" userId="e5ced5c2-d787-455d-b115-4f08a699b8c8" providerId="ADAL" clId="{D29F3602-5A42-550B-85C2-F2C884FDDEDE}" dt="2025-10-01T23:50:42.110" v="125" actId="20577"/>
        <pc:sldMkLst>
          <pc:docMk/>
          <pc:sldMk cId="3657797013" sldId="347"/>
        </pc:sldMkLst>
        <pc:spChg chg="mod">
          <ac:chgData name="JHEYSON FABIAN VILLAVISAN BUITRAGO" userId="e5ced5c2-d787-455d-b115-4f08a699b8c8" providerId="ADAL" clId="{D29F3602-5A42-550B-85C2-F2C884FDDEDE}" dt="2025-10-01T23:49:03.818" v="106"/>
          <ac:spMkLst>
            <pc:docMk/>
            <pc:sldMk cId="3657797013" sldId="347"/>
            <ac:spMk id="3" creationId="{F12CA28F-2156-1ACE-B4CE-8E6ED3244468}"/>
          </ac:spMkLst>
        </pc:spChg>
        <pc:spChg chg="add del mod">
          <ac:chgData name="JHEYSON FABIAN VILLAVISAN BUITRAGO" userId="e5ced5c2-d787-455d-b115-4f08a699b8c8" providerId="ADAL" clId="{D29F3602-5A42-550B-85C2-F2C884FDDEDE}" dt="2025-10-01T23:50:23.333" v="118" actId="478"/>
          <ac:spMkLst>
            <pc:docMk/>
            <pc:sldMk cId="3657797013" sldId="347"/>
            <ac:spMk id="4" creationId="{B2D21024-318B-08F5-1B0E-B771C5E69DFD}"/>
          </ac:spMkLst>
        </pc:spChg>
        <pc:spChg chg="add mod">
          <ac:chgData name="JHEYSON FABIAN VILLAVISAN BUITRAGO" userId="e5ced5c2-d787-455d-b115-4f08a699b8c8" providerId="ADAL" clId="{D29F3602-5A42-550B-85C2-F2C884FDDEDE}" dt="2025-10-01T23:49:41.339" v="110"/>
          <ac:spMkLst>
            <pc:docMk/>
            <pc:sldMk cId="3657797013" sldId="347"/>
            <ac:spMk id="6" creationId="{BD213EC8-BB4D-B7FD-B39D-5287E6AEF05B}"/>
          </ac:spMkLst>
        </pc:spChg>
        <pc:spChg chg="add mod">
          <ac:chgData name="JHEYSON FABIAN VILLAVISAN BUITRAGO" userId="e5ced5c2-d787-455d-b115-4f08a699b8c8" providerId="ADAL" clId="{D29F3602-5A42-550B-85C2-F2C884FDDEDE}" dt="2025-10-01T23:50:13.580" v="116"/>
          <ac:spMkLst>
            <pc:docMk/>
            <pc:sldMk cId="3657797013" sldId="347"/>
            <ac:spMk id="7" creationId="{5BF9D110-D40A-2D21-2E10-FDECBE686379}"/>
          </ac:spMkLst>
        </pc:spChg>
        <pc:spChg chg="add mod">
          <ac:chgData name="JHEYSON FABIAN VILLAVISAN BUITRAGO" userId="e5ced5c2-d787-455d-b115-4f08a699b8c8" providerId="ADAL" clId="{D29F3602-5A42-550B-85C2-F2C884FDDEDE}" dt="2025-10-01T23:50:13.035" v="115"/>
          <ac:spMkLst>
            <pc:docMk/>
            <pc:sldMk cId="3657797013" sldId="347"/>
            <ac:spMk id="8" creationId="{C724AFF3-B9C7-F107-3A81-883139CE52EB}"/>
          </ac:spMkLst>
        </pc:spChg>
        <pc:spChg chg="mod">
          <ac:chgData name="JHEYSON FABIAN VILLAVISAN BUITRAGO" userId="e5ced5c2-d787-455d-b115-4f08a699b8c8" providerId="ADAL" clId="{D29F3602-5A42-550B-85C2-F2C884FDDEDE}" dt="2025-10-01T23:50:42.110" v="125" actId="20577"/>
          <ac:spMkLst>
            <pc:docMk/>
            <pc:sldMk cId="3657797013" sldId="347"/>
            <ac:spMk id="10" creationId="{A0A38D5E-B739-DA42-5ADF-88F0424F5666}"/>
          </ac:spMkLst>
        </pc:spChg>
        <pc:spChg chg="add del">
          <ac:chgData name="JHEYSON FABIAN VILLAVISAN BUITRAGO" userId="e5ced5c2-d787-455d-b115-4f08a699b8c8" providerId="ADAL" clId="{D29F3602-5A42-550B-85C2-F2C884FDDEDE}" dt="2025-10-01T23:50:12.498" v="114" actId="22"/>
          <ac:spMkLst>
            <pc:docMk/>
            <pc:sldMk cId="3657797013" sldId="347"/>
            <ac:spMk id="11" creationId="{F6CA808A-0D08-8FDD-274B-F87F640F18B2}"/>
          </ac:spMkLst>
        </pc:spChg>
        <pc:spChg chg="add mod">
          <ac:chgData name="JHEYSON FABIAN VILLAVISAN BUITRAGO" userId="e5ced5c2-d787-455d-b115-4f08a699b8c8" providerId="ADAL" clId="{D29F3602-5A42-550B-85C2-F2C884FDDEDE}" dt="2025-10-01T23:50:38.837" v="123" actId="121"/>
          <ac:spMkLst>
            <pc:docMk/>
            <pc:sldMk cId="3657797013" sldId="347"/>
            <ac:spMk id="13" creationId="{4740BE0A-ECE2-E2A6-2934-3B1A8E3D37F3}"/>
          </ac:spMkLst>
        </pc:spChg>
      </pc:sldChg>
      <pc:sldChg chg="modSp add mod">
        <pc:chgData name="JHEYSON FABIAN VILLAVISAN BUITRAGO" userId="e5ced5c2-d787-455d-b115-4f08a699b8c8" providerId="ADAL" clId="{D29F3602-5A42-550B-85C2-F2C884FDDEDE}" dt="2025-10-02T00:02:21.443" v="172" actId="20577"/>
        <pc:sldMkLst>
          <pc:docMk/>
          <pc:sldMk cId="3734300556" sldId="348"/>
        </pc:sldMkLst>
        <pc:spChg chg="mod">
          <ac:chgData name="JHEYSON FABIAN VILLAVISAN BUITRAGO" userId="e5ced5c2-d787-455d-b115-4f08a699b8c8" providerId="ADAL" clId="{D29F3602-5A42-550B-85C2-F2C884FDDEDE}" dt="2025-10-02T00:00:49.871" v="141" actId="20577"/>
          <ac:spMkLst>
            <pc:docMk/>
            <pc:sldMk cId="3734300556" sldId="348"/>
            <ac:spMk id="2" creationId="{539061CD-21CE-018B-CBE3-2786C95BE65C}"/>
          </ac:spMkLst>
        </pc:spChg>
        <pc:spChg chg="mod">
          <ac:chgData name="JHEYSON FABIAN VILLAVISAN BUITRAGO" userId="e5ced5c2-d787-455d-b115-4f08a699b8c8" providerId="ADAL" clId="{D29F3602-5A42-550B-85C2-F2C884FDDEDE}" dt="2025-10-02T00:02:17.874" v="170" actId="113"/>
          <ac:spMkLst>
            <pc:docMk/>
            <pc:sldMk cId="3734300556" sldId="348"/>
            <ac:spMk id="3" creationId="{4CA6B6CA-B807-6DA1-E6C3-773C121908BD}"/>
          </ac:spMkLst>
        </pc:spChg>
        <pc:spChg chg="mod">
          <ac:chgData name="JHEYSON FABIAN VILLAVISAN BUITRAGO" userId="e5ced5c2-d787-455d-b115-4f08a699b8c8" providerId="ADAL" clId="{D29F3602-5A42-550B-85C2-F2C884FDDEDE}" dt="2025-10-02T00:02:21.443" v="172" actId="20577"/>
          <ac:spMkLst>
            <pc:docMk/>
            <pc:sldMk cId="3734300556" sldId="348"/>
            <ac:spMk id="10" creationId="{C6FFC695-B9D6-5CF8-CB45-E22D20F9755F}"/>
          </ac:spMkLst>
        </pc:spChg>
      </pc:sldChg>
      <pc:sldChg chg="delSp modSp add mod">
        <pc:chgData name="JHEYSON FABIAN VILLAVISAN BUITRAGO" userId="e5ced5c2-d787-455d-b115-4f08a699b8c8" providerId="ADAL" clId="{D29F3602-5A42-550B-85C2-F2C884FDDEDE}" dt="2025-10-02T00:04:46.098" v="200" actId="20577"/>
        <pc:sldMkLst>
          <pc:docMk/>
          <pc:sldMk cId="3693841533" sldId="349"/>
        </pc:sldMkLst>
        <pc:spChg chg="mod">
          <ac:chgData name="JHEYSON FABIAN VILLAVISAN BUITRAGO" userId="e5ced5c2-d787-455d-b115-4f08a699b8c8" providerId="ADAL" clId="{D29F3602-5A42-550B-85C2-F2C884FDDEDE}" dt="2025-10-02T00:04:30.475" v="195" actId="20577"/>
          <ac:spMkLst>
            <pc:docMk/>
            <pc:sldMk cId="3693841533" sldId="349"/>
            <ac:spMk id="3" creationId="{D517A710-2A7F-6153-312A-3C4F501F76AA}"/>
          </ac:spMkLst>
        </pc:spChg>
        <pc:spChg chg="mod">
          <ac:chgData name="JHEYSON FABIAN VILLAVISAN BUITRAGO" userId="e5ced5c2-d787-455d-b115-4f08a699b8c8" providerId="ADAL" clId="{D29F3602-5A42-550B-85C2-F2C884FDDEDE}" dt="2025-10-02T00:04:46.098" v="200" actId="20577"/>
          <ac:spMkLst>
            <pc:docMk/>
            <pc:sldMk cId="3693841533" sldId="349"/>
            <ac:spMk id="10" creationId="{AB6D5014-7D31-5A70-9137-BB13DD196EA3}"/>
          </ac:spMkLst>
        </pc:spChg>
        <pc:spChg chg="del">
          <ac:chgData name="JHEYSON FABIAN VILLAVISAN BUITRAGO" userId="e5ced5c2-d787-455d-b115-4f08a699b8c8" providerId="ADAL" clId="{D29F3602-5A42-550B-85C2-F2C884FDDEDE}" dt="2025-10-02T00:03:43.271" v="184" actId="478"/>
          <ac:spMkLst>
            <pc:docMk/>
            <pc:sldMk cId="3693841533" sldId="349"/>
            <ac:spMk id="13" creationId="{12A06F9E-4FF5-F171-D374-338002276994}"/>
          </ac:spMkLst>
        </pc:spChg>
      </pc:sldChg>
      <pc:sldChg chg="modSp add mod ord">
        <pc:chgData name="JHEYSON FABIAN VILLAVISAN BUITRAGO" userId="e5ced5c2-d787-455d-b115-4f08a699b8c8" providerId="ADAL" clId="{D29F3602-5A42-550B-85C2-F2C884FDDEDE}" dt="2025-10-02T00:04:42.623" v="198" actId="20577"/>
        <pc:sldMkLst>
          <pc:docMk/>
          <pc:sldMk cId="3787442369" sldId="350"/>
        </pc:sldMkLst>
        <pc:spChg chg="mod">
          <ac:chgData name="JHEYSON FABIAN VILLAVISAN BUITRAGO" userId="e5ced5c2-d787-455d-b115-4f08a699b8c8" providerId="ADAL" clId="{D29F3602-5A42-550B-85C2-F2C884FDDEDE}" dt="2025-10-02T00:04:26.154" v="194"/>
          <ac:spMkLst>
            <pc:docMk/>
            <pc:sldMk cId="3787442369" sldId="350"/>
            <ac:spMk id="3" creationId="{D56E879D-1325-10AC-6FF6-E9FC78D7A5B0}"/>
          </ac:spMkLst>
        </pc:spChg>
        <pc:spChg chg="mod">
          <ac:chgData name="JHEYSON FABIAN VILLAVISAN BUITRAGO" userId="e5ced5c2-d787-455d-b115-4f08a699b8c8" providerId="ADAL" clId="{D29F3602-5A42-550B-85C2-F2C884FDDEDE}" dt="2025-10-02T00:04:42.623" v="198" actId="20577"/>
          <ac:spMkLst>
            <pc:docMk/>
            <pc:sldMk cId="3787442369" sldId="350"/>
            <ac:spMk id="10" creationId="{893B0C41-A3F9-C48F-7B86-F057C98A066E}"/>
          </ac:spMkLst>
        </pc:spChg>
      </pc:sldChg>
      <pc:sldChg chg="addSp modSp add mod">
        <pc:chgData name="JHEYSON FABIAN VILLAVISAN BUITRAGO" userId="e5ced5c2-d787-455d-b115-4f08a699b8c8" providerId="ADAL" clId="{D29F3602-5A42-550B-85C2-F2C884FDDEDE}" dt="2025-10-02T00:10:07.266" v="386" actId="20577"/>
        <pc:sldMkLst>
          <pc:docMk/>
          <pc:sldMk cId="2665725237" sldId="351"/>
        </pc:sldMkLst>
        <pc:spChg chg="mod">
          <ac:chgData name="JHEYSON FABIAN VILLAVISAN BUITRAGO" userId="e5ced5c2-d787-455d-b115-4f08a699b8c8" providerId="ADAL" clId="{D29F3602-5A42-550B-85C2-F2C884FDDEDE}" dt="2025-10-02T00:10:07.266" v="386" actId="20577"/>
          <ac:spMkLst>
            <pc:docMk/>
            <pc:sldMk cId="2665725237" sldId="351"/>
            <ac:spMk id="3" creationId="{DDA6F46F-94F6-0622-4FBC-669423C4B8EC}"/>
          </ac:spMkLst>
        </pc:spChg>
        <pc:spChg chg="mod">
          <ac:chgData name="JHEYSON FABIAN VILLAVISAN BUITRAGO" userId="e5ced5c2-d787-455d-b115-4f08a699b8c8" providerId="ADAL" clId="{D29F3602-5A42-550B-85C2-F2C884FDDEDE}" dt="2025-10-02T00:06:05.201" v="332" actId="20577"/>
          <ac:spMkLst>
            <pc:docMk/>
            <pc:sldMk cId="2665725237" sldId="351"/>
            <ac:spMk id="10" creationId="{8554B9D8-D7A6-B3FF-08CA-B12A54306173}"/>
          </ac:spMkLst>
        </pc:spChg>
        <pc:graphicFrameChg chg="add mod">
          <ac:chgData name="JHEYSON FABIAN VILLAVISAN BUITRAGO" userId="e5ced5c2-d787-455d-b115-4f08a699b8c8" providerId="ADAL" clId="{D29F3602-5A42-550B-85C2-F2C884FDDEDE}" dt="2025-10-02T00:09:42.456" v="377" actId="1076"/>
          <ac:graphicFrameMkLst>
            <pc:docMk/>
            <pc:sldMk cId="2665725237" sldId="351"/>
            <ac:graphicFrameMk id="4" creationId="{3EA2484E-3F85-950A-3191-D734DD3868F1}"/>
          </ac:graphicFrameMkLst>
        </pc:graphicFrameChg>
      </pc:sldChg>
    </pc:docChg>
  </pc:docChgLst>
  <pc:docChgLst>
    <pc:chgData name="JHEYSON FABIAN VILLAVISAN BUITRAGO" userId="e5ced5c2-d787-455d-b115-4f08a699b8c8" providerId="ADAL" clId="{E3C0E130-1BF7-4D65-875C-E2ABBEC935D8}"/>
    <pc:docChg chg="modSld">
      <pc:chgData name="JHEYSON FABIAN VILLAVISAN BUITRAGO" userId="e5ced5c2-d787-455d-b115-4f08a699b8c8" providerId="ADAL" clId="{E3C0E130-1BF7-4D65-875C-E2ABBEC935D8}" dt="2024-08-12T16:36:29.201" v="24" actId="20577"/>
      <pc:docMkLst>
        <pc:docMk/>
      </pc:docMkLst>
      <pc:sldChg chg="modSp">
        <pc:chgData name="JHEYSON FABIAN VILLAVISAN BUITRAGO" userId="e5ced5c2-d787-455d-b115-4f08a699b8c8" providerId="ADAL" clId="{E3C0E130-1BF7-4D65-875C-E2ABBEC935D8}" dt="2024-08-12T16:30:06.429" v="13" actId="20577"/>
        <pc:sldMkLst>
          <pc:docMk/>
          <pc:sldMk cId="3594096077" sldId="277"/>
        </pc:sldMkLst>
      </pc:sldChg>
      <pc:sldChg chg="modSp">
        <pc:chgData name="JHEYSON FABIAN VILLAVISAN BUITRAGO" userId="e5ced5c2-d787-455d-b115-4f08a699b8c8" providerId="ADAL" clId="{E3C0E130-1BF7-4D65-875C-E2ABBEC935D8}" dt="2024-08-12T16:36:29.201" v="24" actId="20577"/>
        <pc:sldMkLst>
          <pc:docMk/>
          <pc:sldMk cId="58491467" sldId="278"/>
        </pc:sldMkLst>
      </pc:sldChg>
      <pc:sldChg chg="modSp mod">
        <pc:chgData name="JHEYSON FABIAN VILLAVISAN BUITRAGO" userId="e5ced5c2-d787-455d-b115-4f08a699b8c8" providerId="ADAL" clId="{E3C0E130-1BF7-4D65-875C-E2ABBEC935D8}" dt="2024-08-12T16:27:29.058" v="10" actId="20577"/>
        <pc:sldMkLst>
          <pc:docMk/>
          <pc:sldMk cId="185654624" sldId="287"/>
        </pc:sldMkLst>
      </pc:sldChg>
    </pc:docChg>
  </pc:docChgLst>
  <pc:docChgLst>
    <pc:chgData name="JHEYSON FABIAN VILLAVISAN BUITRAGO" userId="e5ced5c2-d787-455d-b115-4f08a699b8c8" providerId="ADAL" clId="{E611AEB0-3E0A-425F-BE9E-C3689EC9C195}"/>
    <pc:docChg chg="undo custSel addSld delSld modSld sldOrd modSection">
      <pc:chgData name="JHEYSON FABIAN VILLAVISAN BUITRAGO" userId="e5ced5c2-d787-455d-b115-4f08a699b8c8" providerId="ADAL" clId="{E611AEB0-3E0A-425F-BE9E-C3689EC9C195}" dt="2023-08-13T23:43:28.742" v="2558" actId="20577"/>
      <pc:docMkLst>
        <pc:docMk/>
      </pc:docMkLst>
      <pc:sldChg chg="modSp mod">
        <pc:chgData name="JHEYSON FABIAN VILLAVISAN BUITRAGO" userId="e5ced5c2-d787-455d-b115-4f08a699b8c8" providerId="ADAL" clId="{E611AEB0-3E0A-425F-BE9E-C3689EC9C195}" dt="2023-08-06T21:21:20.793" v="61" actId="20577"/>
        <pc:sldMkLst>
          <pc:docMk/>
          <pc:sldMk cId="0" sldId="256"/>
        </pc:sldMkLst>
      </pc:sldChg>
      <pc:sldChg chg="del">
        <pc:chgData name="JHEYSON FABIAN VILLAVISAN BUITRAGO" userId="e5ced5c2-d787-455d-b115-4f08a699b8c8" providerId="ADAL" clId="{E611AEB0-3E0A-425F-BE9E-C3689EC9C195}" dt="2023-08-06T21:16:53.114" v="27" actId="47"/>
        <pc:sldMkLst>
          <pc:docMk/>
          <pc:sldMk cId="0" sldId="261"/>
        </pc:sldMkLst>
      </pc:sldChg>
      <pc:sldChg chg="del">
        <pc:chgData name="JHEYSON FABIAN VILLAVISAN BUITRAGO" userId="e5ced5c2-d787-455d-b115-4f08a699b8c8" providerId="ADAL" clId="{E611AEB0-3E0A-425F-BE9E-C3689EC9C195}" dt="2023-08-06T21:16:53.114" v="27" actId="47"/>
        <pc:sldMkLst>
          <pc:docMk/>
          <pc:sldMk cId="0" sldId="264"/>
        </pc:sldMkLst>
      </pc:sldChg>
      <pc:sldChg chg="del">
        <pc:chgData name="JHEYSON FABIAN VILLAVISAN BUITRAGO" userId="e5ced5c2-d787-455d-b115-4f08a699b8c8" providerId="ADAL" clId="{E611AEB0-3E0A-425F-BE9E-C3689EC9C195}" dt="2023-08-06T21:16:53.114" v="27" actId="47"/>
        <pc:sldMkLst>
          <pc:docMk/>
          <pc:sldMk cId="0" sldId="265"/>
        </pc:sldMkLst>
      </pc:sldChg>
      <pc:sldChg chg="del">
        <pc:chgData name="JHEYSON FABIAN VILLAVISAN BUITRAGO" userId="e5ced5c2-d787-455d-b115-4f08a699b8c8" providerId="ADAL" clId="{E611AEB0-3E0A-425F-BE9E-C3689EC9C195}" dt="2023-08-06T21:16:53.114" v="27" actId="47"/>
        <pc:sldMkLst>
          <pc:docMk/>
          <pc:sldMk cId="0" sldId="266"/>
        </pc:sldMkLst>
      </pc:sldChg>
      <pc:sldChg chg="del">
        <pc:chgData name="JHEYSON FABIAN VILLAVISAN BUITRAGO" userId="e5ced5c2-d787-455d-b115-4f08a699b8c8" providerId="ADAL" clId="{E611AEB0-3E0A-425F-BE9E-C3689EC9C195}" dt="2023-08-06T21:16:53.114" v="27" actId="47"/>
        <pc:sldMkLst>
          <pc:docMk/>
          <pc:sldMk cId="0" sldId="268"/>
        </pc:sldMkLst>
      </pc:sldChg>
      <pc:sldChg chg="modSp mod ord">
        <pc:chgData name="JHEYSON FABIAN VILLAVISAN BUITRAGO" userId="e5ced5c2-d787-455d-b115-4f08a699b8c8" providerId="ADAL" clId="{E611AEB0-3E0A-425F-BE9E-C3689EC9C195}" dt="2023-08-06T21:17:51.190" v="33" actId="20577"/>
        <pc:sldMkLst>
          <pc:docMk/>
          <pc:sldMk cId="2505371292" sldId="270"/>
        </pc:sldMkLst>
      </pc:sldChg>
      <pc:sldChg chg="addSp delSp modSp mod">
        <pc:chgData name="JHEYSON FABIAN VILLAVISAN BUITRAGO" userId="e5ced5c2-d787-455d-b115-4f08a699b8c8" providerId="ADAL" clId="{E611AEB0-3E0A-425F-BE9E-C3689EC9C195}" dt="2023-08-06T21:17:54.373" v="34" actId="20577"/>
        <pc:sldMkLst>
          <pc:docMk/>
          <pc:sldMk cId="3709177429" sldId="274"/>
        </pc:sldMkLst>
      </pc:sldChg>
      <pc:sldChg chg="addSp delSp modSp add mod">
        <pc:chgData name="JHEYSON FABIAN VILLAVISAN BUITRAGO" userId="e5ced5c2-d787-455d-b115-4f08a699b8c8" providerId="ADAL" clId="{E611AEB0-3E0A-425F-BE9E-C3689EC9C195}" dt="2023-08-06T21:21:49.016" v="104" actId="1076"/>
        <pc:sldMkLst>
          <pc:docMk/>
          <pc:sldMk cId="616220982" sldId="275"/>
        </pc:sldMkLst>
      </pc:sldChg>
      <pc:sldChg chg="del">
        <pc:chgData name="JHEYSON FABIAN VILLAVISAN BUITRAGO" userId="e5ced5c2-d787-455d-b115-4f08a699b8c8" providerId="ADAL" clId="{E611AEB0-3E0A-425F-BE9E-C3689EC9C195}" dt="2023-08-06T21:16:53.114" v="27" actId="47"/>
        <pc:sldMkLst>
          <pc:docMk/>
          <pc:sldMk cId="2680639377" sldId="275"/>
        </pc:sldMkLst>
      </pc:sldChg>
      <pc:sldChg chg="addSp modSp add mod">
        <pc:chgData name="JHEYSON FABIAN VILLAVISAN BUITRAGO" userId="e5ced5c2-d787-455d-b115-4f08a699b8c8" providerId="ADAL" clId="{E611AEB0-3E0A-425F-BE9E-C3689EC9C195}" dt="2023-08-13T20:06:29.028" v="1843" actId="20577"/>
        <pc:sldMkLst>
          <pc:docMk/>
          <pc:sldMk cId="3873222534" sldId="276"/>
        </pc:sldMkLst>
      </pc:sldChg>
      <pc:sldChg chg="del">
        <pc:chgData name="JHEYSON FABIAN VILLAVISAN BUITRAGO" userId="e5ced5c2-d787-455d-b115-4f08a699b8c8" providerId="ADAL" clId="{E611AEB0-3E0A-425F-BE9E-C3689EC9C195}" dt="2023-08-06T21:16:53.114" v="27" actId="47"/>
        <pc:sldMkLst>
          <pc:docMk/>
          <pc:sldMk cId="1955606898" sldId="277"/>
        </pc:sldMkLst>
      </pc:sldChg>
      <pc:sldChg chg="addSp delSp modSp add mod">
        <pc:chgData name="JHEYSON FABIAN VILLAVISAN BUITRAGO" userId="e5ced5c2-d787-455d-b115-4f08a699b8c8" providerId="ADAL" clId="{E611AEB0-3E0A-425F-BE9E-C3689EC9C195}" dt="2023-08-06T22:38:44.355" v="675" actId="20577"/>
        <pc:sldMkLst>
          <pc:docMk/>
          <pc:sldMk cId="3594096077" sldId="277"/>
        </pc:sldMkLst>
      </pc:sldChg>
      <pc:sldChg chg="addSp delSp modSp add mod">
        <pc:chgData name="JHEYSON FABIAN VILLAVISAN BUITRAGO" userId="e5ced5c2-d787-455d-b115-4f08a699b8c8" providerId="ADAL" clId="{E611AEB0-3E0A-425F-BE9E-C3689EC9C195}" dt="2023-08-13T20:13:55.593" v="1857" actId="20577"/>
        <pc:sldMkLst>
          <pc:docMk/>
          <pc:sldMk cId="58491467" sldId="278"/>
        </pc:sldMkLst>
      </pc:sldChg>
      <pc:sldChg chg="del">
        <pc:chgData name="JHEYSON FABIAN VILLAVISAN BUITRAGO" userId="e5ced5c2-d787-455d-b115-4f08a699b8c8" providerId="ADAL" clId="{E611AEB0-3E0A-425F-BE9E-C3689EC9C195}" dt="2023-08-06T21:16:53.114" v="27" actId="47"/>
        <pc:sldMkLst>
          <pc:docMk/>
          <pc:sldMk cId="214171354" sldId="278"/>
        </pc:sldMkLst>
      </pc:sldChg>
      <pc:sldChg chg="add del">
        <pc:chgData name="JHEYSON FABIAN VILLAVISAN BUITRAGO" userId="e5ced5c2-d787-455d-b115-4f08a699b8c8" providerId="ADAL" clId="{E611AEB0-3E0A-425F-BE9E-C3689EC9C195}" dt="2023-08-06T22:56:20.201" v="962"/>
        <pc:sldMkLst>
          <pc:docMk/>
          <pc:sldMk cId="884874599" sldId="279"/>
        </pc:sldMkLst>
      </pc:sldChg>
      <pc:sldChg chg="modSp add mod">
        <pc:chgData name="JHEYSON FABIAN VILLAVISAN BUITRAGO" userId="e5ced5c2-d787-455d-b115-4f08a699b8c8" providerId="ADAL" clId="{E611AEB0-3E0A-425F-BE9E-C3689EC9C195}" dt="2023-08-06T23:03:02.327" v="1195" actId="20577"/>
        <pc:sldMkLst>
          <pc:docMk/>
          <pc:sldMk cId="1894837781" sldId="279"/>
        </pc:sldMkLst>
      </pc:sldChg>
      <pc:sldChg chg="del">
        <pc:chgData name="JHEYSON FABIAN VILLAVISAN BUITRAGO" userId="e5ced5c2-d787-455d-b115-4f08a699b8c8" providerId="ADAL" clId="{E611AEB0-3E0A-425F-BE9E-C3689EC9C195}" dt="2023-08-06T21:16:53.114" v="27" actId="47"/>
        <pc:sldMkLst>
          <pc:docMk/>
          <pc:sldMk cId="3765501484" sldId="279"/>
        </pc:sldMkLst>
      </pc:sldChg>
      <pc:sldChg chg="addSp modSp add mod">
        <pc:chgData name="JHEYSON FABIAN VILLAVISAN BUITRAGO" userId="e5ced5c2-d787-455d-b115-4f08a699b8c8" providerId="ADAL" clId="{E611AEB0-3E0A-425F-BE9E-C3689EC9C195}" dt="2023-08-13T20:07:21.430" v="1844" actId="313"/>
        <pc:sldMkLst>
          <pc:docMk/>
          <pc:sldMk cId="1064503744" sldId="280"/>
        </pc:sldMkLst>
      </pc:sldChg>
      <pc:sldChg chg="addSp delSp modSp add del mod">
        <pc:chgData name="JHEYSON FABIAN VILLAVISAN BUITRAGO" userId="e5ced5c2-d787-455d-b115-4f08a699b8c8" providerId="ADAL" clId="{E611AEB0-3E0A-425F-BE9E-C3689EC9C195}" dt="2023-08-06T23:02:48.758" v="1193" actId="47"/>
        <pc:sldMkLst>
          <pc:docMk/>
          <pc:sldMk cId="863128466" sldId="281"/>
        </pc:sldMkLst>
      </pc:sldChg>
      <pc:sldChg chg="modSp add mod">
        <pc:chgData name="JHEYSON FABIAN VILLAVISAN BUITRAGO" userId="e5ced5c2-d787-455d-b115-4f08a699b8c8" providerId="ADAL" clId="{E611AEB0-3E0A-425F-BE9E-C3689EC9C195}" dt="2023-08-06T23:50:37.257" v="1760" actId="20577"/>
        <pc:sldMkLst>
          <pc:docMk/>
          <pc:sldMk cId="3279518594" sldId="282"/>
        </pc:sldMkLst>
      </pc:sldChg>
      <pc:sldChg chg="addSp delSp modSp add mod modNotes modNotesTx">
        <pc:chgData name="JHEYSON FABIAN VILLAVISAN BUITRAGO" userId="e5ced5c2-d787-455d-b115-4f08a699b8c8" providerId="ADAL" clId="{E611AEB0-3E0A-425F-BE9E-C3689EC9C195}" dt="2023-08-13T20:54:34.948" v="1936" actId="20577"/>
        <pc:sldMkLst>
          <pc:docMk/>
          <pc:sldMk cId="600911693" sldId="283"/>
        </pc:sldMkLst>
      </pc:sldChg>
      <pc:sldChg chg="add del">
        <pc:chgData name="JHEYSON FABIAN VILLAVISAN BUITRAGO" userId="e5ced5c2-d787-455d-b115-4f08a699b8c8" providerId="ADAL" clId="{E611AEB0-3E0A-425F-BE9E-C3689EC9C195}" dt="2023-08-06T23:14:40.928" v="1476"/>
        <pc:sldMkLst>
          <pc:docMk/>
          <pc:sldMk cId="1235829378" sldId="284"/>
        </pc:sldMkLst>
      </pc:sldChg>
      <pc:sldChg chg="addSp delSp modSp add mod">
        <pc:chgData name="JHEYSON FABIAN VILLAVISAN BUITRAGO" userId="e5ced5c2-d787-455d-b115-4f08a699b8c8" providerId="ADAL" clId="{E611AEB0-3E0A-425F-BE9E-C3689EC9C195}" dt="2023-08-13T23:43:28.742" v="2558" actId="20577"/>
        <pc:sldMkLst>
          <pc:docMk/>
          <pc:sldMk cId="1698574024" sldId="284"/>
        </pc:sldMkLst>
      </pc:sldChg>
      <pc:sldChg chg="addSp delSp modSp add mod">
        <pc:chgData name="JHEYSON FABIAN VILLAVISAN BUITRAGO" userId="e5ced5c2-d787-455d-b115-4f08a699b8c8" providerId="ADAL" clId="{E611AEB0-3E0A-425F-BE9E-C3689EC9C195}" dt="2023-08-13T22:58:27.737" v="2422" actId="20577"/>
        <pc:sldMkLst>
          <pc:docMk/>
          <pc:sldMk cId="1499167107" sldId="285"/>
        </pc:sldMkLst>
      </pc:sldChg>
      <pc:sldChg chg="modSp add mod">
        <pc:chgData name="JHEYSON FABIAN VILLAVISAN BUITRAGO" userId="e5ced5c2-d787-455d-b115-4f08a699b8c8" providerId="ADAL" clId="{E611AEB0-3E0A-425F-BE9E-C3689EC9C195}" dt="2023-08-13T20:54:50.902" v="1941" actId="1076"/>
        <pc:sldMkLst>
          <pc:docMk/>
          <pc:sldMk cId="1001278451" sldId="286"/>
        </pc:sldMkLst>
      </pc:sldChg>
      <pc:sldChg chg="addSp delSp modSp add mod modNotes modNotesTx">
        <pc:chgData name="JHEYSON FABIAN VILLAVISAN BUITRAGO" userId="e5ced5c2-d787-455d-b115-4f08a699b8c8" providerId="ADAL" clId="{E611AEB0-3E0A-425F-BE9E-C3689EC9C195}" dt="2023-08-13T21:49:53.481" v="1959" actId="27636"/>
        <pc:sldMkLst>
          <pc:docMk/>
          <pc:sldMk cId="185654624" sldId="287"/>
        </pc:sldMkLst>
      </pc:sldChg>
      <pc:sldChg chg="addSp delSp modSp add mod ord modNotes modNotesTx">
        <pc:chgData name="JHEYSON FABIAN VILLAVISAN BUITRAGO" userId="e5ced5c2-d787-455d-b115-4f08a699b8c8" providerId="ADAL" clId="{E611AEB0-3E0A-425F-BE9E-C3689EC9C195}" dt="2023-08-13T22:00:57.834" v="2228" actId="20577"/>
        <pc:sldMkLst>
          <pc:docMk/>
          <pc:sldMk cId="1693476339" sldId="288"/>
        </pc:sldMkLst>
      </pc:sldChg>
      <pc:sldChg chg="addSp delSp modSp add mod modNotes modNotesTx">
        <pc:chgData name="JHEYSON FABIAN VILLAVISAN BUITRAGO" userId="e5ced5c2-d787-455d-b115-4f08a699b8c8" providerId="ADAL" clId="{E611AEB0-3E0A-425F-BE9E-C3689EC9C195}" dt="2023-08-13T22:03:21.085" v="2296" actId="20577"/>
        <pc:sldMkLst>
          <pc:docMk/>
          <pc:sldMk cId="2984553591" sldId="289"/>
        </pc:sldMkLst>
      </pc:sldChg>
      <pc:sldChg chg="addSp modSp add mod">
        <pc:chgData name="JHEYSON FABIAN VILLAVISAN BUITRAGO" userId="e5ced5c2-d787-455d-b115-4f08a699b8c8" providerId="ADAL" clId="{E611AEB0-3E0A-425F-BE9E-C3689EC9C195}" dt="2023-08-13T22:14:01.533" v="2343" actId="6549"/>
        <pc:sldMkLst>
          <pc:docMk/>
          <pc:sldMk cId="407945755" sldId="290"/>
        </pc:sldMkLst>
      </pc:sldChg>
      <pc:sldChg chg="addSp delSp modSp add del mod modNotes">
        <pc:chgData name="JHEYSON FABIAN VILLAVISAN BUITRAGO" userId="e5ced5c2-d787-455d-b115-4f08a699b8c8" providerId="ADAL" clId="{E611AEB0-3E0A-425F-BE9E-C3689EC9C195}" dt="2023-08-13T22:02:32.087" v="2251" actId="47"/>
        <pc:sldMkLst>
          <pc:docMk/>
          <pc:sldMk cId="2173391928" sldId="290"/>
        </pc:sldMkLst>
      </pc:sldChg>
      <pc:sldChg chg="addSp delSp modSp add mod modNotes modNotesTx">
        <pc:chgData name="JHEYSON FABIAN VILLAVISAN BUITRAGO" userId="e5ced5c2-d787-455d-b115-4f08a699b8c8" providerId="ADAL" clId="{E611AEB0-3E0A-425F-BE9E-C3689EC9C195}" dt="2023-08-13T22:54:08.046" v="2345" actId="27636"/>
        <pc:sldMkLst>
          <pc:docMk/>
          <pc:sldMk cId="1362307742" sldId="291"/>
        </pc:sldMkLst>
      </pc:sldChg>
      <pc:sldChg chg="addSp delSp modSp add mod modNotes modNotesTx">
        <pc:chgData name="JHEYSON FABIAN VILLAVISAN BUITRAGO" userId="e5ced5c2-d787-455d-b115-4f08a699b8c8" providerId="ADAL" clId="{E611AEB0-3E0A-425F-BE9E-C3689EC9C195}" dt="2023-08-13T23:30:03.823" v="2510" actId="1076"/>
        <pc:sldMkLst>
          <pc:docMk/>
          <pc:sldMk cId="1411283449" sldId="292"/>
        </pc:sldMkLst>
      </pc:sldChg>
    </pc:docChg>
  </pc:docChgLst>
  <pc:docChgLst>
    <pc:chgData name="JHEYSON FABIAN VILLAVISAN BUITRAGO" userId="e5ced5c2-d787-455d-b115-4f08a699b8c8" providerId="ADAL" clId="{697342B5-C775-4770-B0AF-DEB4D22EC967}"/>
    <pc:docChg chg="undo custSel addSld delSld modSld sldOrd modSection">
      <pc:chgData name="JHEYSON FABIAN VILLAVISAN BUITRAGO" userId="e5ced5c2-d787-455d-b115-4f08a699b8c8" providerId="ADAL" clId="{697342B5-C775-4770-B0AF-DEB4D22EC967}" dt="2025-08-28T21:30:03.626" v="1792" actId="1076"/>
      <pc:docMkLst>
        <pc:docMk/>
      </pc:docMkLst>
      <pc:sldChg chg="modSp add del mod">
        <pc:chgData name="JHEYSON FABIAN VILLAVISAN BUITRAGO" userId="e5ced5c2-d787-455d-b115-4f08a699b8c8" providerId="ADAL" clId="{697342B5-C775-4770-B0AF-DEB4D22EC967}" dt="2025-08-28T19:58:36.560" v="111"/>
        <pc:sldMkLst>
          <pc:docMk/>
          <pc:sldMk cId="616220982" sldId="275"/>
        </pc:sldMkLst>
      </pc:sldChg>
      <pc:sldChg chg="modSp add mod">
        <pc:chgData name="JHEYSON FABIAN VILLAVISAN BUITRAGO" userId="e5ced5c2-d787-455d-b115-4f08a699b8c8" providerId="ADAL" clId="{697342B5-C775-4770-B0AF-DEB4D22EC967}" dt="2025-08-28T19:59:38.844" v="161" actId="1076"/>
        <pc:sldMkLst>
          <pc:docMk/>
          <pc:sldMk cId="2780058799" sldId="276"/>
        </pc:sldMkLst>
      </pc:sldChg>
      <pc:sldChg chg="add del">
        <pc:chgData name="JHEYSON FABIAN VILLAVISAN BUITRAGO" userId="e5ced5c2-d787-455d-b115-4f08a699b8c8" providerId="ADAL" clId="{697342B5-C775-4770-B0AF-DEB4D22EC967}" dt="2025-08-28T19:56:32.981" v="2" actId="2696"/>
        <pc:sldMkLst>
          <pc:docMk/>
          <pc:sldMk cId="3873222534" sldId="276"/>
        </pc:sldMkLst>
      </pc:sldChg>
      <pc:sldChg chg="add del">
        <pc:chgData name="JHEYSON FABIAN VILLAVISAN BUITRAGO" userId="e5ced5c2-d787-455d-b115-4f08a699b8c8" providerId="ADAL" clId="{697342B5-C775-4770-B0AF-DEB4D22EC967}" dt="2025-08-28T19:56:33.986" v="3" actId="47"/>
        <pc:sldMkLst>
          <pc:docMk/>
          <pc:sldMk cId="3594096077" sldId="277"/>
        </pc:sldMkLst>
      </pc:sldChg>
      <pc:sldChg chg="modSp add mod">
        <pc:chgData name="JHEYSON FABIAN VILLAVISAN BUITRAGO" userId="e5ced5c2-d787-455d-b115-4f08a699b8c8" providerId="ADAL" clId="{697342B5-C775-4770-B0AF-DEB4D22EC967}" dt="2025-08-28T19:59:33.428" v="159" actId="20577"/>
        <pc:sldMkLst>
          <pc:docMk/>
          <pc:sldMk cId="3945607397" sldId="277"/>
        </pc:sldMkLst>
      </pc:sldChg>
      <pc:sldChg chg="add del">
        <pc:chgData name="JHEYSON FABIAN VILLAVISAN BUITRAGO" userId="e5ced5c2-d787-455d-b115-4f08a699b8c8" providerId="ADAL" clId="{697342B5-C775-4770-B0AF-DEB4D22EC967}" dt="2025-08-28T19:56:34.179" v="4" actId="47"/>
        <pc:sldMkLst>
          <pc:docMk/>
          <pc:sldMk cId="58491467" sldId="278"/>
        </pc:sldMkLst>
      </pc:sldChg>
      <pc:sldChg chg="modSp add mod">
        <pc:chgData name="JHEYSON FABIAN VILLAVISAN BUITRAGO" userId="e5ced5c2-d787-455d-b115-4f08a699b8c8" providerId="ADAL" clId="{697342B5-C775-4770-B0AF-DEB4D22EC967}" dt="2025-08-28T20:07:58.478" v="239" actId="1076"/>
        <pc:sldMkLst>
          <pc:docMk/>
          <pc:sldMk cId="2919251281" sldId="278"/>
        </pc:sldMkLst>
      </pc:sldChg>
      <pc:sldChg chg="addSp modSp add mod">
        <pc:chgData name="JHEYSON FABIAN VILLAVISAN BUITRAGO" userId="e5ced5c2-d787-455d-b115-4f08a699b8c8" providerId="ADAL" clId="{697342B5-C775-4770-B0AF-DEB4D22EC967}" dt="2025-08-28T20:09:30.831" v="369" actId="20577"/>
        <pc:sldMkLst>
          <pc:docMk/>
          <pc:sldMk cId="1436345519" sldId="279"/>
        </pc:sldMkLst>
      </pc:sldChg>
      <pc:sldChg chg="add del">
        <pc:chgData name="JHEYSON FABIAN VILLAVISAN BUITRAGO" userId="e5ced5c2-d787-455d-b115-4f08a699b8c8" providerId="ADAL" clId="{697342B5-C775-4770-B0AF-DEB4D22EC967}" dt="2025-08-28T19:56:35.544" v="10" actId="47"/>
        <pc:sldMkLst>
          <pc:docMk/>
          <pc:sldMk cId="1894837781" sldId="279"/>
        </pc:sldMkLst>
      </pc:sldChg>
      <pc:sldChg chg="add del">
        <pc:chgData name="JHEYSON FABIAN VILLAVISAN BUITRAGO" userId="e5ced5c2-d787-455d-b115-4f08a699b8c8" providerId="ADAL" clId="{697342B5-C775-4770-B0AF-DEB4D22EC967}" dt="2025-08-28T19:56:35.710" v="11" actId="47"/>
        <pc:sldMkLst>
          <pc:docMk/>
          <pc:sldMk cId="1064503744" sldId="280"/>
        </pc:sldMkLst>
      </pc:sldChg>
      <pc:sldChg chg="addSp modSp add mod ord">
        <pc:chgData name="JHEYSON FABIAN VILLAVISAN BUITRAGO" userId="e5ced5c2-d787-455d-b115-4f08a699b8c8" providerId="ADAL" clId="{697342B5-C775-4770-B0AF-DEB4D22EC967}" dt="2025-08-28T20:11:20.325" v="464" actId="1076"/>
        <pc:sldMkLst>
          <pc:docMk/>
          <pc:sldMk cId="2814664192" sldId="280"/>
        </pc:sldMkLst>
      </pc:sldChg>
      <pc:sldChg chg="addSp modSp add mod ord">
        <pc:chgData name="JHEYSON FABIAN VILLAVISAN BUITRAGO" userId="e5ced5c2-d787-455d-b115-4f08a699b8c8" providerId="ADAL" clId="{697342B5-C775-4770-B0AF-DEB4D22EC967}" dt="2025-08-28T20:13:35.808" v="517" actId="1076"/>
        <pc:sldMkLst>
          <pc:docMk/>
          <pc:sldMk cId="3836185615" sldId="281"/>
        </pc:sldMkLst>
      </pc:sldChg>
      <pc:sldChg chg="addSp modSp add mod">
        <pc:chgData name="JHEYSON FABIAN VILLAVISAN BUITRAGO" userId="e5ced5c2-d787-455d-b115-4f08a699b8c8" providerId="ADAL" clId="{697342B5-C775-4770-B0AF-DEB4D22EC967}" dt="2025-08-28T20:16:13.105" v="582" actId="27636"/>
        <pc:sldMkLst>
          <pc:docMk/>
          <pc:sldMk cId="2541286" sldId="282"/>
        </pc:sldMkLst>
      </pc:sldChg>
      <pc:sldChg chg="add del">
        <pc:chgData name="JHEYSON FABIAN VILLAVISAN BUITRAGO" userId="e5ced5c2-d787-455d-b115-4f08a699b8c8" providerId="ADAL" clId="{697342B5-C775-4770-B0AF-DEB4D22EC967}" dt="2025-08-28T19:56:36.024" v="13" actId="47"/>
        <pc:sldMkLst>
          <pc:docMk/>
          <pc:sldMk cId="600911693" sldId="283"/>
        </pc:sldMkLst>
      </pc:sldChg>
      <pc:sldChg chg="addSp modSp add mod">
        <pc:chgData name="JHEYSON FABIAN VILLAVISAN BUITRAGO" userId="e5ced5c2-d787-455d-b115-4f08a699b8c8" providerId="ADAL" clId="{697342B5-C775-4770-B0AF-DEB4D22EC967}" dt="2025-08-28T20:21:15.492" v="646" actId="20577"/>
        <pc:sldMkLst>
          <pc:docMk/>
          <pc:sldMk cId="1249203809" sldId="283"/>
        </pc:sldMkLst>
      </pc:sldChg>
      <pc:sldChg chg="modSp add mod">
        <pc:chgData name="JHEYSON FABIAN VILLAVISAN BUITRAGO" userId="e5ced5c2-d787-455d-b115-4f08a699b8c8" providerId="ADAL" clId="{697342B5-C775-4770-B0AF-DEB4D22EC967}" dt="2025-08-28T20:24:24.106" v="698" actId="20577"/>
        <pc:sldMkLst>
          <pc:docMk/>
          <pc:sldMk cId="834430153" sldId="284"/>
        </pc:sldMkLst>
      </pc:sldChg>
      <pc:sldChg chg="add del">
        <pc:chgData name="JHEYSON FABIAN VILLAVISAN BUITRAGO" userId="e5ced5c2-d787-455d-b115-4f08a699b8c8" providerId="ADAL" clId="{697342B5-C775-4770-B0AF-DEB4D22EC967}" dt="2025-08-28T19:56:38.788" v="21" actId="47"/>
        <pc:sldMkLst>
          <pc:docMk/>
          <pc:sldMk cId="1698574024" sldId="284"/>
        </pc:sldMkLst>
      </pc:sldChg>
      <pc:sldChg chg="modSp add mod">
        <pc:chgData name="JHEYSON FABIAN VILLAVISAN BUITRAGO" userId="e5ced5c2-d787-455d-b115-4f08a699b8c8" providerId="ADAL" clId="{697342B5-C775-4770-B0AF-DEB4D22EC967}" dt="2025-08-28T20:25:53.889" v="743" actId="1076"/>
        <pc:sldMkLst>
          <pc:docMk/>
          <pc:sldMk cId="2871355928" sldId="285"/>
        </pc:sldMkLst>
      </pc:sldChg>
      <pc:sldChg chg="add del">
        <pc:chgData name="JHEYSON FABIAN VILLAVISAN BUITRAGO" userId="e5ced5c2-d787-455d-b115-4f08a699b8c8" providerId="ADAL" clId="{697342B5-C775-4770-B0AF-DEB4D22EC967}" dt="2025-08-28T19:56:36.373" v="15" actId="47"/>
        <pc:sldMkLst>
          <pc:docMk/>
          <pc:sldMk cId="1001278451" sldId="286"/>
        </pc:sldMkLst>
      </pc:sldChg>
      <pc:sldChg chg="addSp delSp modSp add mod">
        <pc:chgData name="JHEYSON FABIAN VILLAVISAN BUITRAGO" userId="e5ced5c2-d787-455d-b115-4f08a699b8c8" providerId="ADAL" clId="{697342B5-C775-4770-B0AF-DEB4D22EC967}" dt="2025-08-28T20:33:54.467" v="764" actId="20577"/>
        <pc:sldMkLst>
          <pc:docMk/>
          <pc:sldMk cId="2664902677" sldId="286"/>
        </pc:sldMkLst>
      </pc:sldChg>
      <pc:sldChg chg="add del">
        <pc:chgData name="JHEYSON FABIAN VILLAVISAN BUITRAGO" userId="e5ced5c2-d787-455d-b115-4f08a699b8c8" providerId="ADAL" clId="{697342B5-C775-4770-B0AF-DEB4D22EC967}" dt="2025-08-28T19:56:35.847" v="12" actId="47"/>
        <pc:sldMkLst>
          <pc:docMk/>
          <pc:sldMk cId="185654624" sldId="287"/>
        </pc:sldMkLst>
      </pc:sldChg>
      <pc:sldChg chg="addSp delSp modSp add mod">
        <pc:chgData name="JHEYSON FABIAN VILLAVISAN BUITRAGO" userId="e5ced5c2-d787-455d-b115-4f08a699b8c8" providerId="ADAL" clId="{697342B5-C775-4770-B0AF-DEB4D22EC967}" dt="2025-08-28T20:42:36.488" v="853" actId="1076"/>
        <pc:sldMkLst>
          <pc:docMk/>
          <pc:sldMk cId="1073089991" sldId="287"/>
        </pc:sldMkLst>
      </pc:sldChg>
      <pc:sldChg chg="add del">
        <pc:chgData name="JHEYSON FABIAN VILLAVISAN BUITRAGO" userId="e5ced5c2-d787-455d-b115-4f08a699b8c8" providerId="ADAL" clId="{697342B5-C775-4770-B0AF-DEB4D22EC967}" dt="2025-08-28T19:56:36.726" v="17" actId="47"/>
        <pc:sldMkLst>
          <pc:docMk/>
          <pc:sldMk cId="1693476339" sldId="288"/>
        </pc:sldMkLst>
      </pc:sldChg>
      <pc:sldChg chg="addSp delSp modSp add mod">
        <pc:chgData name="JHEYSON FABIAN VILLAVISAN BUITRAGO" userId="e5ced5c2-d787-455d-b115-4f08a699b8c8" providerId="ADAL" clId="{697342B5-C775-4770-B0AF-DEB4D22EC967}" dt="2025-08-28T20:51:19.917" v="964" actId="1076"/>
        <pc:sldMkLst>
          <pc:docMk/>
          <pc:sldMk cId="3711119762" sldId="288"/>
        </pc:sldMkLst>
      </pc:sldChg>
      <pc:sldChg chg="addSp modSp add mod">
        <pc:chgData name="JHEYSON FABIAN VILLAVISAN BUITRAGO" userId="e5ced5c2-d787-455d-b115-4f08a699b8c8" providerId="ADAL" clId="{697342B5-C775-4770-B0AF-DEB4D22EC967}" dt="2025-08-28T20:52:17.324" v="975" actId="20577"/>
        <pc:sldMkLst>
          <pc:docMk/>
          <pc:sldMk cId="1844154036" sldId="289"/>
        </pc:sldMkLst>
      </pc:sldChg>
      <pc:sldChg chg="add del">
        <pc:chgData name="JHEYSON FABIAN VILLAVISAN BUITRAGO" userId="e5ced5c2-d787-455d-b115-4f08a699b8c8" providerId="ADAL" clId="{697342B5-C775-4770-B0AF-DEB4D22EC967}" dt="2025-08-28T19:56:37.341" v="18" actId="47"/>
        <pc:sldMkLst>
          <pc:docMk/>
          <pc:sldMk cId="2984553591" sldId="289"/>
        </pc:sldMkLst>
      </pc:sldChg>
      <pc:sldChg chg="add del">
        <pc:chgData name="JHEYSON FABIAN VILLAVISAN BUITRAGO" userId="e5ced5c2-d787-455d-b115-4f08a699b8c8" providerId="ADAL" clId="{697342B5-C775-4770-B0AF-DEB4D22EC967}" dt="2025-08-28T19:56:37.594" v="19" actId="47"/>
        <pc:sldMkLst>
          <pc:docMk/>
          <pc:sldMk cId="407945755" sldId="290"/>
        </pc:sldMkLst>
      </pc:sldChg>
      <pc:sldChg chg="add del">
        <pc:chgData name="JHEYSON FABIAN VILLAVISAN BUITRAGO" userId="e5ced5c2-d787-455d-b115-4f08a699b8c8" providerId="ADAL" clId="{697342B5-C775-4770-B0AF-DEB4D22EC967}" dt="2025-08-28T19:56:37.973" v="20" actId="47"/>
        <pc:sldMkLst>
          <pc:docMk/>
          <pc:sldMk cId="1362307742" sldId="291"/>
        </pc:sldMkLst>
      </pc:sldChg>
      <pc:sldChg chg="add del">
        <pc:chgData name="JHEYSON FABIAN VILLAVISAN BUITRAGO" userId="e5ced5c2-d787-455d-b115-4f08a699b8c8" providerId="ADAL" clId="{697342B5-C775-4770-B0AF-DEB4D22EC967}" dt="2025-08-28T19:56:34.380" v="5" actId="47"/>
        <pc:sldMkLst>
          <pc:docMk/>
          <pc:sldMk cId="2448612144" sldId="293"/>
        </pc:sldMkLst>
      </pc:sldChg>
      <pc:sldChg chg="add del">
        <pc:chgData name="JHEYSON FABIAN VILLAVISAN BUITRAGO" userId="e5ced5c2-d787-455d-b115-4f08a699b8c8" providerId="ADAL" clId="{697342B5-C775-4770-B0AF-DEB4D22EC967}" dt="2025-08-28T19:56:36.188" v="14" actId="47"/>
        <pc:sldMkLst>
          <pc:docMk/>
          <pc:sldMk cId="2466407268" sldId="294"/>
        </pc:sldMkLst>
      </pc:sldChg>
      <pc:sldChg chg="add del">
        <pc:chgData name="JHEYSON FABIAN VILLAVISAN BUITRAGO" userId="e5ced5c2-d787-455d-b115-4f08a699b8c8" providerId="ADAL" clId="{697342B5-C775-4770-B0AF-DEB4D22EC967}" dt="2025-08-28T19:56:36.543" v="16" actId="47"/>
        <pc:sldMkLst>
          <pc:docMk/>
          <pc:sldMk cId="2113326980" sldId="295"/>
        </pc:sldMkLst>
      </pc:sldChg>
      <pc:sldChg chg="add del">
        <pc:chgData name="JHEYSON FABIAN VILLAVISAN BUITRAGO" userId="e5ced5c2-d787-455d-b115-4f08a699b8c8" providerId="ADAL" clId="{697342B5-C775-4770-B0AF-DEB4D22EC967}" dt="2025-08-28T19:56:34.591" v="6" actId="47"/>
        <pc:sldMkLst>
          <pc:docMk/>
          <pc:sldMk cId="291105608" sldId="296"/>
        </pc:sldMkLst>
      </pc:sldChg>
      <pc:sldChg chg="add del">
        <pc:chgData name="JHEYSON FABIAN VILLAVISAN BUITRAGO" userId="e5ced5c2-d787-455d-b115-4f08a699b8c8" providerId="ADAL" clId="{697342B5-C775-4770-B0AF-DEB4D22EC967}" dt="2025-08-28T19:56:34.798" v="7" actId="47"/>
        <pc:sldMkLst>
          <pc:docMk/>
          <pc:sldMk cId="3819376886" sldId="297"/>
        </pc:sldMkLst>
      </pc:sldChg>
      <pc:sldChg chg="addSp modSp add del mod">
        <pc:chgData name="JHEYSON FABIAN VILLAVISAN BUITRAGO" userId="e5ced5c2-d787-455d-b115-4f08a699b8c8" providerId="ADAL" clId="{697342B5-C775-4770-B0AF-DEB4D22EC967}" dt="2025-08-28T20:54:45.528" v="991" actId="1076"/>
        <pc:sldMkLst>
          <pc:docMk/>
          <pc:sldMk cId="3615389890" sldId="298"/>
        </pc:sldMkLst>
      </pc:sldChg>
      <pc:sldChg chg="addSp modSp add del mod">
        <pc:chgData name="JHEYSON FABIAN VILLAVISAN BUITRAGO" userId="e5ced5c2-d787-455d-b115-4f08a699b8c8" providerId="ADAL" clId="{697342B5-C775-4770-B0AF-DEB4D22EC967}" dt="2025-08-28T20:54:40.094" v="989" actId="1582"/>
        <pc:sldMkLst>
          <pc:docMk/>
          <pc:sldMk cId="3420418071" sldId="299"/>
        </pc:sldMkLst>
      </pc:sldChg>
      <pc:sldChg chg="modSp add del mod">
        <pc:chgData name="JHEYSON FABIAN VILLAVISAN BUITRAGO" userId="e5ced5c2-d787-455d-b115-4f08a699b8c8" providerId="ADAL" clId="{697342B5-C775-4770-B0AF-DEB4D22EC967}" dt="2025-08-28T20:54:03.060" v="983" actId="47"/>
        <pc:sldMkLst>
          <pc:docMk/>
          <pc:sldMk cId="24185597" sldId="300"/>
        </pc:sldMkLst>
      </pc:sldChg>
      <pc:sldChg chg="modSp add mod ord">
        <pc:chgData name="JHEYSON FABIAN VILLAVISAN BUITRAGO" userId="e5ced5c2-d787-455d-b115-4f08a699b8c8" providerId="ADAL" clId="{697342B5-C775-4770-B0AF-DEB4D22EC967}" dt="2025-08-28T20:57:01.603" v="1027" actId="1076"/>
        <pc:sldMkLst>
          <pc:docMk/>
          <pc:sldMk cId="3504482196" sldId="300"/>
        </pc:sldMkLst>
      </pc:sldChg>
      <pc:sldChg chg="modSp add mod">
        <pc:chgData name="JHEYSON FABIAN VILLAVISAN BUITRAGO" userId="e5ced5c2-d787-455d-b115-4f08a699b8c8" providerId="ADAL" clId="{697342B5-C775-4770-B0AF-DEB4D22EC967}" dt="2025-08-28T20:59:42.880" v="1039" actId="20577"/>
        <pc:sldMkLst>
          <pc:docMk/>
          <pc:sldMk cId="3238592863" sldId="301"/>
        </pc:sldMkLst>
      </pc:sldChg>
      <pc:sldChg chg="addSp delSp modSp add mod">
        <pc:chgData name="JHEYSON FABIAN VILLAVISAN BUITRAGO" userId="e5ced5c2-d787-455d-b115-4f08a699b8c8" providerId="ADAL" clId="{697342B5-C775-4770-B0AF-DEB4D22EC967}" dt="2025-08-28T21:07:49.498" v="1247" actId="113"/>
        <pc:sldMkLst>
          <pc:docMk/>
          <pc:sldMk cId="1588383939" sldId="302"/>
        </pc:sldMkLst>
      </pc:sldChg>
      <pc:sldChg chg="addSp delSp modSp add mod">
        <pc:chgData name="JHEYSON FABIAN VILLAVISAN BUITRAGO" userId="e5ced5c2-d787-455d-b115-4f08a699b8c8" providerId="ADAL" clId="{697342B5-C775-4770-B0AF-DEB4D22EC967}" dt="2025-08-28T21:30:03.626" v="1792" actId="1076"/>
        <pc:sldMkLst>
          <pc:docMk/>
          <pc:sldMk cId="658582679" sldId="303"/>
        </pc:sldMkLst>
      </pc:sldChg>
    </pc:docChg>
  </pc:docChgLst>
  <pc:docChgLst>
    <pc:chgData name="JHEYSON FABIAN VILLAVISAN BUITRAGO" userId="S::jfvillavisanb@itc.edu.co::e5ced5c2-d787-455d-b115-4f08a699b8c8" providerId="AD" clId="Web-{15AE415D-BC42-1952-4D2A-BF7A6F4B0271}"/>
    <pc:docChg chg="modSld">
      <pc:chgData name="JHEYSON FABIAN VILLAVISAN BUITRAGO" userId="S::jfvillavisanb@itc.edu.co::e5ced5c2-d787-455d-b115-4f08a699b8c8" providerId="AD" clId="Web-{15AE415D-BC42-1952-4D2A-BF7A6F4B0271}" dt="2024-08-14T00:34:54.133" v="4" actId="1076"/>
      <pc:docMkLst>
        <pc:docMk/>
      </pc:docMkLst>
      <pc:sldChg chg="modSp">
        <pc:chgData name="JHEYSON FABIAN VILLAVISAN BUITRAGO" userId="S::jfvillavisanb@itc.edu.co::e5ced5c2-d787-455d-b115-4f08a699b8c8" providerId="AD" clId="Web-{15AE415D-BC42-1952-4D2A-BF7A6F4B0271}" dt="2024-08-14T00:34:54.133" v="4" actId="1076"/>
        <pc:sldMkLst>
          <pc:docMk/>
          <pc:sldMk cId="185654624" sldId="287"/>
        </pc:sldMkLst>
      </pc:sldChg>
      <pc:sldChg chg="addSp delSp modSp">
        <pc:chgData name="JHEYSON FABIAN VILLAVISAN BUITRAGO" userId="S::jfvillavisanb@itc.edu.co::e5ced5c2-d787-455d-b115-4f08a699b8c8" providerId="AD" clId="Web-{15AE415D-BC42-1952-4D2A-BF7A6F4B0271}" dt="2024-08-13T22:53:33.079" v="2" actId="1076"/>
        <pc:sldMkLst>
          <pc:docMk/>
          <pc:sldMk cId="407945755" sldId="290"/>
        </pc:sldMkLst>
      </pc:sldChg>
    </pc:docChg>
  </pc:docChgLst>
  <pc:docChgLst>
    <pc:chgData name="DIEGO ALEJANDRO RODRIGUEZ GOMEZ" userId="S::darodriguezgo@itc.edu.co::1e2337d8-8fab-437d-a653-fa453b036901" providerId="AD" clId="Web-{ED068615-2687-A8F8-DB88-E3E4C92E219D}"/>
    <pc:docChg chg="sldOrd">
      <pc:chgData name="DIEGO ALEJANDRO RODRIGUEZ GOMEZ" userId="S::darodriguezgo@itc.edu.co::1e2337d8-8fab-437d-a653-fa453b036901" providerId="AD" clId="Web-{ED068615-2687-A8F8-DB88-E3E4C92E219D}" dt="2024-10-03T00:40:14.879" v="0"/>
      <pc:docMkLst>
        <pc:docMk/>
      </pc:docMkLst>
      <pc:sldChg chg="ord">
        <pc:chgData name="DIEGO ALEJANDRO RODRIGUEZ GOMEZ" userId="S::darodriguezgo@itc.edu.co::1e2337d8-8fab-437d-a653-fa453b036901" providerId="AD" clId="Web-{ED068615-2687-A8F8-DB88-E3E4C92E219D}" dt="2024-10-03T00:40:14.879" v="0"/>
        <pc:sldMkLst>
          <pc:docMk/>
          <pc:sldMk cId="1894837781" sldId="279"/>
        </pc:sldMkLst>
      </pc:sldChg>
    </pc:docChg>
  </pc:docChgLst>
  <pc:docChgLst>
    <pc:chgData name="CESAR ANDRES CARDENAS CHITIVA" userId="S::cacardenasc@itc.edu.co::7141082e-f5bc-48e1-a733-4ff10f1b4670" providerId="AD" clId="Web-{466D600D-8185-DC2E-AD7B-C958F5CFFF3E}"/>
    <pc:docChg chg="delSld modSection">
      <pc:chgData name="CESAR ANDRES CARDENAS CHITIVA" userId="S::cacardenasc@itc.edu.co::7141082e-f5bc-48e1-a733-4ff10f1b4670" providerId="AD" clId="Web-{466D600D-8185-DC2E-AD7B-C958F5CFFF3E}" dt="2023-09-10T19:32:45.392" v="0"/>
      <pc:docMkLst>
        <pc:docMk/>
      </pc:docMkLst>
      <pc:sldChg chg="del">
        <pc:chgData name="CESAR ANDRES CARDENAS CHITIVA" userId="S::cacardenasc@itc.edu.co::7141082e-f5bc-48e1-a733-4ff10f1b4670" providerId="AD" clId="Web-{466D600D-8185-DC2E-AD7B-C958F5CFFF3E}" dt="2023-09-10T19:32:45.392" v="0"/>
        <pc:sldMkLst>
          <pc:docMk/>
          <pc:sldMk cId="3279518594" sldId="282"/>
        </pc:sldMkLst>
      </pc:sldChg>
    </pc:docChg>
  </pc:docChgLst>
  <pc:docChgLst>
    <pc:chgData name="JHEYSON FABIAN VILLAVISAN BUITRAGO" userId="S::jfvillavisanb@itc.edu.co::e5ced5c2-d787-455d-b115-4f08a699b8c8" providerId="AD" clId="Web-{50FA6DDA-E351-DBE3-AA80-3D7A525F08AF}"/>
    <pc:docChg chg="modSld">
      <pc:chgData name="JHEYSON FABIAN VILLAVISAN BUITRAGO" userId="S::jfvillavisanb@itc.edu.co::e5ced5c2-d787-455d-b115-4f08a699b8c8" providerId="AD" clId="Web-{50FA6DDA-E351-DBE3-AA80-3D7A525F08AF}" dt="2024-08-28T00:49:28.227" v="0"/>
      <pc:docMkLst>
        <pc:docMk/>
      </pc:docMkLst>
      <pc:sldChg chg="delSp">
        <pc:chgData name="JHEYSON FABIAN VILLAVISAN BUITRAGO" userId="S::jfvillavisanb@itc.edu.co::e5ced5c2-d787-455d-b115-4f08a699b8c8" providerId="AD" clId="Web-{50FA6DDA-E351-DBE3-AA80-3D7A525F08AF}" dt="2024-08-28T00:49:28.227" v="0"/>
        <pc:sldMkLst>
          <pc:docMk/>
          <pc:sldMk cId="407945755" sldId="290"/>
        </pc:sldMkLst>
      </pc:sldChg>
    </pc:docChg>
  </pc:docChgLst>
  <pc:docChgLst>
    <pc:chgData name="JHEYSON FABIAN VILLAVISAN BUITRAGO" userId="e5ced5c2-d787-455d-b115-4f08a699b8c8" providerId="ADAL" clId="{83D57D63-D11F-4A5C-AF47-0F7B7BC46677}"/>
    <pc:docChg chg="custSel delSld modSld sldOrd modSection">
      <pc:chgData name="JHEYSON FABIAN VILLAVISAN BUITRAGO" userId="e5ced5c2-d787-455d-b115-4f08a699b8c8" providerId="ADAL" clId="{83D57D63-D11F-4A5C-AF47-0F7B7BC46677}" dt="2025-01-09T15:40:52.938" v="52" actId="1076"/>
      <pc:docMkLst>
        <pc:docMk/>
      </pc:docMkLst>
      <pc:sldChg chg="addSp delSp modSp mod">
        <pc:chgData name="JHEYSON FABIAN VILLAVISAN BUITRAGO" userId="e5ced5c2-d787-455d-b115-4f08a699b8c8" providerId="ADAL" clId="{83D57D63-D11F-4A5C-AF47-0F7B7BC46677}" dt="2025-01-04T23:16:10.811" v="4" actId="478"/>
        <pc:sldMkLst>
          <pc:docMk/>
          <pc:sldMk cId="2505371292" sldId="270"/>
        </pc:sldMkLst>
      </pc:sldChg>
      <pc:sldChg chg="modSp">
        <pc:chgData name="JHEYSON FABIAN VILLAVISAN BUITRAGO" userId="e5ced5c2-d787-455d-b115-4f08a699b8c8" providerId="ADAL" clId="{83D57D63-D11F-4A5C-AF47-0F7B7BC46677}" dt="2025-01-09T15:36:47.768" v="40"/>
        <pc:sldMkLst>
          <pc:docMk/>
          <pc:sldMk cId="1064503744" sldId="280"/>
        </pc:sldMkLst>
      </pc:sldChg>
      <pc:sldChg chg="modSp">
        <pc:chgData name="JHEYSON FABIAN VILLAVISAN BUITRAGO" userId="e5ced5c2-d787-455d-b115-4f08a699b8c8" providerId="ADAL" clId="{83D57D63-D11F-4A5C-AF47-0F7B7BC46677}" dt="2025-01-09T15:36:58.875" v="44"/>
        <pc:sldMkLst>
          <pc:docMk/>
          <pc:sldMk cId="600911693" sldId="283"/>
        </pc:sldMkLst>
      </pc:sldChg>
      <pc:sldChg chg="modSp mod">
        <pc:chgData name="JHEYSON FABIAN VILLAVISAN BUITRAGO" userId="e5ced5c2-d787-455d-b115-4f08a699b8c8" providerId="ADAL" clId="{83D57D63-D11F-4A5C-AF47-0F7B7BC46677}" dt="2025-01-09T15:38:47.438" v="48" actId="113"/>
        <pc:sldMkLst>
          <pc:docMk/>
          <pc:sldMk cId="1001278451" sldId="286"/>
        </pc:sldMkLst>
      </pc:sldChg>
      <pc:sldChg chg="modSp mod">
        <pc:chgData name="JHEYSON FABIAN VILLAVISAN BUITRAGO" userId="e5ced5c2-d787-455d-b115-4f08a699b8c8" providerId="ADAL" clId="{83D57D63-D11F-4A5C-AF47-0F7B7BC46677}" dt="2025-01-09T15:36:53.429" v="42"/>
        <pc:sldMkLst>
          <pc:docMk/>
          <pc:sldMk cId="185654624" sldId="287"/>
        </pc:sldMkLst>
      </pc:sldChg>
      <pc:sldChg chg="modSp mod">
        <pc:chgData name="JHEYSON FABIAN VILLAVISAN BUITRAGO" userId="e5ced5c2-d787-455d-b115-4f08a699b8c8" providerId="ADAL" clId="{83D57D63-D11F-4A5C-AF47-0F7B7BC46677}" dt="2025-01-09T15:40:52.938" v="52" actId="1076"/>
        <pc:sldMkLst>
          <pc:docMk/>
          <pc:sldMk cId="407945755" sldId="290"/>
        </pc:sldMkLst>
      </pc:sldChg>
      <pc:sldChg chg="modSp mod">
        <pc:chgData name="JHEYSON FABIAN VILLAVISAN BUITRAGO" userId="e5ced5c2-d787-455d-b115-4f08a699b8c8" providerId="ADAL" clId="{83D57D63-D11F-4A5C-AF47-0F7B7BC46677}" dt="2025-01-09T15:35:54.806" v="38" actId="20577"/>
        <pc:sldMkLst>
          <pc:docMk/>
          <pc:sldMk cId="2448612144" sldId="293"/>
        </pc:sldMkLst>
      </pc:sldChg>
      <pc:sldChg chg="addSp modSp mod ord">
        <pc:chgData name="JHEYSON FABIAN VILLAVISAN BUITRAGO" userId="e5ced5c2-d787-455d-b115-4f08a699b8c8" providerId="ADAL" clId="{83D57D63-D11F-4A5C-AF47-0F7B7BC46677}" dt="2025-01-09T15:37:20.119" v="47" actId="113"/>
        <pc:sldMkLst>
          <pc:docMk/>
          <pc:sldMk cId="2466407268" sldId="294"/>
        </pc:sldMkLst>
      </pc:sldChg>
      <pc:sldChg chg="modSp">
        <pc:chgData name="JHEYSON FABIAN VILLAVISAN BUITRAGO" userId="e5ced5c2-d787-455d-b115-4f08a699b8c8" providerId="ADAL" clId="{83D57D63-D11F-4A5C-AF47-0F7B7BC46677}" dt="2025-01-08T17:02:49.348" v="17" actId="20577"/>
        <pc:sldMkLst>
          <pc:docMk/>
          <pc:sldMk cId="2113326980" sldId="295"/>
        </pc:sldMkLst>
      </pc:sldChg>
      <pc:sldChg chg="del">
        <pc:chgData name="JHEYSON FABIAN VILLAVISAN BUITRAGO" userId="e5ced5c2-d787-455d-b115-4f08a699b8c8" providerId="ADAL" clId="{83D57D63-D11F-4A5C-AF47-0F7B7BC46677}" dt="2025-01-03T19:53:35.355" v="1" actId="47"/>
        <pc:sldMkLst>
          <pc:docMk/>
          <pc:sldMk cId="3981299200" sldId="296"/>
        </pc:sldMkLst>
      </pc:sldChg>
      <pc:sldChg chg="del">
        <pc:chgData name="JHEYSON FABIAN VILLAVISAN BUITRAGO" userId="e5ced5c2-d787-455d-b115-4f08a699b8c8" providerId="ADAL" clId="{83D57D63-D11F-4A5C-AF47-0F7B7BC46677}" dt="2025-01-03T19:53:19.807" v="0" actId="47"/>
        <pc:sldMkLst>
          <pc:docMk/>
          <pc:sldMk cId="1439744647" sldId="297"/>
        </pc:sldMkLst>
      </pc:sldChg>
    </pc:docChg>
  </pc:docChgLst>
  <pc:docChgLst>
    <pc:chgData name="JHEYSON FABIAN VILLAVISAN BUITRAGO" userId="e5ced5c2-d787-455d-b115-4f08a699b8c8" providerId="ADAL" clId="{346ECE53-D0EE-4664-97A2-EE5ED4BD15CE}"/>
    <pc:docChg chg="undo custSel addSld delSld modSld sldOrd modSection">
      <pc:chgData name="JHEYSON FABIAN VILLAVISAN BUITRAGO" userId="e5ced5c2-d787-455d-b115-4f08a699b8c8" providerId="ADAL" clId="{346ECE53-D0EE-4664-97A2-EE5ED4BD15CE}" dt="2025-10-01T15:58:27.948" v="10410" actId="20577"/>
      <pc:docMkLst>
        <pc:docMk/>
      </pc:docMkLst>
      <pc:sldChg chg="addSp delSp modSp mod">
        <pc:chgData name="JHEYSON FABIAN VILLAVISAN BUITRAGO" userId="e5ced5c2-d787-455d-b115-4f08a699b8c8" providerId="ADAL" clId="{346ECE53-D0EE-4664-97A2-EE5ED4BD15CE}" dt="2025-09-13T05:12:42.747" v="3855" actId="20577"/>
        <pc:sldMkLst>
          <pc:docMk/>
          <pc:sldMk cId="616220982" sldId="275"/>
        </pc:sldMkLst>
        <pc:spChg chg="mod">
          <ac:chgData name="JHEYSON FABIAN VILLAVISAN BUITRAGO" userId="e5ced5c2-d787-455d-b115-4f08a699b8c8" providerId="ADAL" clId="{346ECE53-D0EE-4664-97A2-EE5ED4BD15CE}" dt="2025-09-13T05:12:42.747" v="3855" actId="20577"/>
          <ac:spMkLst>
            <pc:docMk/>
            <pc:sldMk cId="616220982" sldId="275"/>
            <ac:spMk id="2" creationId="{FB1B6180-BCA0-4F51-9F68-9E5BAB8A4FDC}"/>
          </ac:spMkLst>
        </pc:spChg>
      </pc:sldChg>
      <pc:sldChg chg="del">
        <pc:chgData name="JHEYSON FABIAN VILLAVISAN BUITRAGO" userId="e5ced5c2-d787-455d-b115-4f08a699b8c8" providerId="ADAL" clId="{346ECE53-D0EE-4664-97A2-EE5ED4BD15CE}" dt="2025-09-12T14:39:17.290" v="15" actId="47"/>
        <pc:sldMkLst>
          <pc:docMk/>
          <pc:sldMk cId="2780058799" sldId="276"/>
        </pc:sldMkLst>
      </pc:sldChg>
      <pc:sldChg chg="addSp delSp modSp add del mod">
        <pc:chgData name="JHEYSON FABIAN VILLAVISAN BUITRAGO" userId="e5ced5c2-d787-455d-b115-4f08a699b8c8" providerId="ADAL" clId="{346ECE53-D0EE-4664-97A2-EE5ED4BD15CE}" dt="2025-09-13T05:11:24.686" v="3810" actId="47"/>
        <pc:sldMkLst>
          <pc:docMk/>
          <pc:sldMk cId="3945607397" sldId="277"/>
        </pc:sldMkLst>
      </pc:sldChg>
      <pc:sldChg chg="del">
        <pc:chgData name="JHEYSON FABIAN VILLAVISAN BUITRAGO" userId="e5ced5c2-d787-455d-b115-4f08a699b8c8" providerId="ADAL" clId="{346ECE53-D0EE-4664-97A2-EE5ED4BD15CE}" dt="2025-09-12T14:39:17.290" v="15" actId="47"/>
        <pc:sldMkLst>
          <pc:docMk/>
          <pc:sldMk cId="2919251281" sldId="278"/>
        </pc:sldMkLst>
      </pc:sldChg>
      <pc:sldChg chg="addSp modSp add del mod">
        <pc:chgData name="JHEYSON FABIAN VILLAVISAN BUITRAGO" userId="e5ced5c2-d787-455d-b115-4f08a699b8c8" providerId="ADAL" clId="{346ECE53-D0EE-4664-97A2-EE5ED4BD15CE}" dt="2025-09-13T05:11:24.686" v="3810" actId="47"/>
        <pc:sldMkLst>
          <pc:docMk/>
          <pc:sldMk cId="3746561078" sldId="278"/>
        </pc:sldMkLst>
      </pc:sldChg>
      <pc:sldChg chg="delSp modSp add del mod ord">
        <pc:chgData name="JHEYSON FABIAN VILLAVISAN BUITRAGO" userId="e5ced5c2-d787-455d-b115-4f08a699b8c8" providerId="ADAL" clId="{346ECE53-D0EE-4664-97A2-EE5ED4BD15CE}" dt="2025-09-13T05:11:24.686" v="3810" actId="47"/>
        <pc:sldMkLst>
          <pc:docMk/>
          <pc:sldMk cId="1148687951" sldId="279"/>
        </pc:sldMkLst>
      </pc:sldChg>
      <pc:sldChg chg="del">
        <pc:chgData name="JHEYSON FABIAN VILLAVISAN BUITRAGO" userId="e5ced5c2-d787-455d-b115-4f08a699b8c8" providerId="ADAL" clId="{346ECE53-D0EE-4664-97A2-EE5ED4BD15CE}" dt="2025-09-12T14:39:17.290" v="15" actId="47"/>
        <pc:sldMkLst>
          <pc:docMk/>
          <pc:sldMk cId="1436345519" sldId="279"/>
        </pc:sldMkLst>
      </pc:sldChg>
      <pc:sldChg chg="modSp add del mod">
        <pc:chgData name="JHEYSON FABIAN VILLAVISAN BUITRAGO" userId="e5ced5c2-d787-455d-b115-4f08a699b8c8" providerId="ADAL" clId="{346ECE53-D0EE-4664-97A2-EE5ED4BD15CE}" dt="2025-09-13T05:11:24.686" v="3810" actId="47"/>
        <pc:sldMkLst>
          <pc:docMk/>
          <pc:sldMk cId="1131463220" sldId="280"/>
        </pc:sldMkLst>
      </pc:sldChg>
      <pc:sldChg chg="del">
        <pc:chgData name="JHEYSON FABIAN VILLAVISAN BUITRAGO" userId="e5ced5c2-d787-455d-b115-4f08a699b8c8" providerId="ADAL" clId="{346ECE53-D0EE-4664-97A2-EE5ED4BD15CE}" dt="2025-09-12T14:39:17.290" v="15" actId="47"/>
        <pc:sldMkLst>
          <pc:docMk/>
          <pc:sldMk cId="2814664192" sldId="280"/>
        </pc:sldMkLst>
      </pc:sldChg>
      <pc:sldChg chg="modSp add del mod ord">
        <pc:chgData name="JHEYSON FABIAN VILLAVISAN BUITRAGO" userId="e5ced5c2-d787-455d-b115-4f08a699b8c8" providerId="ADAL" clId="{346ECE53-D0EE-4664-97A2-EE5ED4BD15CE}" dt="2025-09-13T05:11:24.686" v="3810" actId="47"/>
        <pc:sldMkLst>
          <pc:docMk/>
          <pc:sldMk cId="2986019163" sldId="281"/>
        </pc:sldMkLst>
      </pc:sldChg>
      <pc:sldChg chg="del">
        <pc:chgData name="JHEYSON FABIAN VILLAVISAN BUITRAGO" userId="e5ced5c2-d787-455d-b115-4f08a699b8c8" providerId="ADAL" clId="{346ECE53-D0EE-4664-97A2-EE5ED4BD15CE}" dt="2025-09-12T14:39:17.290" v="15" actId="47"/>
        <pc:sldMkLst>
          <pc:docMk/>
          <pc:sldMk cId="3836185615" sldId="281"/>
        </pc:sldMkLst>
      </pc:sldChg>
      <pc:sldChg chg="del">
        <pc:chgData name="JHEYSON FABIAN VILLAVISAN BUITRAGO" userId="e5ced5c2-d787-455d-b115-4f08a699b8c8" providerId="ADAL" clId="{346ECE53-D0EE-4664-97A2-EE5ED4BD15CE}" dt="2025-09-12T14:39:17.290" v="15" actId="47"/>
        <pc:sldMkLst>
          <pc:docMk/>
          <pc:sldMk cId="2541286" sldId="282"/>
        </pc:sldMkLst>
      </pc:sldChg>
      <pc:sldChg chg="delSp modSp add del mod">
        <pc:chgData name="JHEYSON FABIAN VILLAVISAN BUITRAGO" userId="e5ced5c2-d787-455d-b115-4f08a699b8c8" providerId="ADAL" clId="{346ECE53-D0EE-4664-97A2-EE5ED4BD15CE}" dt="2025-09-13T05:11:24.686" v="3810" actId="47"/>
        <pc:sldMkLst>
          <pc:docMk/>
          <pc:sldMk cId="494517937" sldId="282"/>
        </pc:sldMkLst>
      </pc:sldChg>
      <pc:sldChg chg="del">
        <pc:chgData name="JHEYSON FABIAN VILLAVISAN BUITRAGO" userId="e5ced5c2-d787-455d-b115-4f08a699b8c8" providerId="ADAL" clId="{346ECE53-D0EE-4664-97A2-EE5ED4BD15CE}" dt="2025-09-12T14:39:17.290" v="15" actId="47"/>
        <pc:sldMkLst>
          <pc:docMk/>
          <pc:sldMk cId="1249203809" sldId="283"/>
        </pc:sldMkLst>
      </pc:sldChg>
      <pc:sldChg chg="delSp modSp add del mod">
        <pc:chgData name="JHEYSON FABIAN VILLAVISAN BUITRAGO" userId="e5ced5c2-d787-455d-b115-4f08a699b8c8" providerId="ADAL" clId="{346ECE53-D0EE-4664-97A2-EE5ED4BD15CE}" dt="2025-09-13T05:11:24.686" v="3810" actId="47"/>
        <pc:sldMkLst>
          <pc:docMk/>
          <pc:sldMk cId="3663197592" sldId="283"/>
        </pc:sldMkLst>
      </pc:sldChg>
      <pc:sldChg chg="del">
        <pc:chgData name="JHEYSON FABIAN VILLAVISAN BUITRAGO" userId="e5ced5c2-d787-455d-b115-4f08a699b8c8" providerId="ADAL" clId="{346ECE53-D0EE-4664-97A2-EE5ED4BD15CE}" dt="2025-09-12T14:39:17.290" v="15" actId="47"/>
        <pc:sldMkLst>
          <pc:docMk/>
          <pc:sldMk cId="834430153" sldId="284"/>
        </pc:sldMkLst>
      </pc:sldChg>
      <pc:sldChg chg="addSp modSp add del mod">
        <pc:chgData name="JHEYSON FABIAN VILLAVISAN BUITRAGO" userId="e5ced5c2-d787-455d-b115-4f08a699b8c8" providerId="ADAL" clId="{346ECE53-D0EE-4664-97A2-EE5ED4BD15CE}" dt="2025-09-13T05:11:24.686" v="3810" actId="47"/>
        <pc:sldMkLst>
          <pc:docMk/>
          <pc:sldMk cId="3099760383" sldId="284"/>
        </pc:sldMkLst>
      </pc:sldChg>
      <pc:sldChg chg="new del">
        <pc:chgData name="JHEYSON FABIAN VILLAVISAN BUITRAGO" userId="e5ced5c2-d787-455d-b115-4f08a699b8c8" providerId="ADAL" clId="{346ECE53-D0EE-4664-97A2-EE5ED4BD15CE}" dt="2025-09-13T03:19:13.259" v="1415" actId="680"/>
        <pc:sldMkLst>
          <pc:docMk/>
          <pc:sldMk cId="1480763866" sldId="285"/>
        </pc:sldMkLst>
      </pc:sldChg>
      <pc:sldChg chg="addSp delSp modSp add del mod">
        <pc:chgData name="JHEYSON FABIAN VILLAVISAN BUITRAGO" userId="e5ced5c2-d787-455d-b115-4f08a699b8c8" providerId="ADAL" clId="{346ECE53-D0EE-4664-97A2-EE5ED4BD15CE}" dt="2025-09-13T05:11:24.686" v="3810" actId="47"/>
        <pc:sldMkLst>
          <pc:docMk/>
          <pc:sldMk cId="2372076187" sldId="285"/>
        </pc:sldMkLst>
      </pc:sldChg>
      <pc:sldChg chg="del">
        <pc:chgData name="JHEYSON FABIAN VILLAVISAN BUITRAGO" userId="e5ced5c2-d787-455d-b115-4f08a699b8c8" providerId="ADAL" clId="{346ECE53-D0EE-4664-97A2-EE5ED4BD15CE}" dt="2025-09-12T14:39:17.290" v="15" actId="47"/>
        <pc:sldMkLst>
          <pc:docMk/>
          <pc:sldMk cId="2871355928" sldId="285"/>
        </pc:sldMkLst>
      </pc:sldChg>
      <pc:sldChg chg="addSp delSp modSp add del mod">
        <pc:chgData name="JHEYSON FABIAN VILLAVISAN BUITRAGO" userId="e5ced5c2-d787-455d-b115-4f08a699b8c8" providerId="ADAL" clId="{346ECE53-D0EE-4664-97A2-EE5ED4BD15CE}" dt="2025-09-13T05:11:24.686" v="3810" actId="47"/>
        <pc:sldMkLst>
          <pc:docMk/>
          <pc:sldMk cId="884579945" sldId="286"/>
        </pc:sldMkLst>
      </pc:sldChg>
      <pc:sldChg chg="del">
        <pc:chgData name="JHEYSON FABIAN VILLAVISAN BUITRAGO" userId="e5ced5c2-d787-455d-b115-4f08a699b8c8" providerId="ADAL" clId="{346ECE53-D0EE-4664-97A2-EE5ED4BD15CE}" dt="2025-09-12T14:39:17.290" v="15" actId="47"/>
        <pc:sldMkLst>
          <pc:docMk/>
          <pc:sldMk cId="2664902677" sldId="286"/>
        </pc:sldMkLst>
      </pc:sldChg>
      <pc:sldChg chg="del">
        <pc:chgData name="JHEYSON FABIAN VILLAVISAN BUITRAGO" userId="e5ced5c2-d787-455d-b115-4f08a699b8c8" providerId="ADAL" clId="{346ECE53-D0EE-4664-97A2-EE5ED4BD15CE}" dt="2025-09-12T14:39:17.290" v="15" actId="47"/>
        <pc:sldMkLst>
          <pc:docMk/>
          <pc:sldMk cId="1073089991" sldId="287"/>
        </pc:sldMkLst>
      </pc:sldChg>
      <pc:sldChg chg="addSp delSp modSp add del mod">
        <pc:chgData name="JHEYSON FABIAN VILLAVISAN BUITRAGO" userId="e5ced5c2-d787-455d-b115-4f08a699b8c8" providerId="ADAL" clId="{346ECE53-D0EE-4664-97A2-EE5ED4BD15CE}" dt="2025-09-13T05:11:24.686" v="3810" actId="47"/>
        <pc:sldMkLst>
          <pc:docMk/>
          <pc:sldMk cId="1441206610" sldId="287"/>
        </pc:sldMkLst>
      </pc:sldChg>
      <pc:sldChg chg="delSp modSp add del mod">
        <pc:chgData name="JHEYSON FABIAN VILLAVISAN BUITRAGO" userId="e5ced5c2-d787-455d-b115-4f08a699b8c8" providerId="ADAL" clId="{346ECE53-D0EE-4664-97A2-EE5ED4BD15CE}" dt="2025-09-13T05:11:24.686" v="3810" actId="47"/>
        <pc:sldMkLst>
          <pc:docMk/>
          <pc:sldMk cId="1620504128" sldId="288"/>
        </pc:sldMkLst>
      </pc:sldChg>
      <pc:sldChg chg="del">
        <pc:chgData name="JHEYSON FABIAN VILLAVISAN BUITRAGO" userId="e5ced5c2-d787-455d-b115-4f08a699b8c8" providerId="ADAL" clId="{346ECE53-D0EE-4664-97A2-EE5ED4BD15CE}" dt="2025-09-12T14:39:17.290" v="15" actId="47"/>
        <pc:sldMkLst>
          <pc:docMk/>
          <pc:sldMk cId="3711119762" sldId="288"/>
        </pc:sldMkLst>
      </pc:sldChg>
      <pc:sldChg chg="del">
        <pc:chgData name="JHEYSON FABIAN VILLAVISAN BUITRAGO" userId="e5ced5c2-d787-455d-b115-4f08a699b8c8" providerId="ADAL" clId="{346ECE53-D0EE-4664-97A2-EE5ED4BD15CE}" dt="2025-09-12T14:39:17.290" v="15" actId="47"/>
        <pc:sldMkLst>
          <pc:docMk/>
          <pc:sldMk cId="1844154036" sldId="289"/>
        </pc:sldMkLst>
      </pc:sldChg>
      <pc:sldChg chg="addSp delSp modSp add del mod">
        <pc:chgData name="JHEYSON FABIAN VILLAVISAN BUITRAGO" userId="e5ced5c2-d787-455d-b115-4f08a699b8c8" providerId="ADAL" clId="{346ECE53-D0EE-4664-97A2-EE5ED4BD15CE}" dt="2025-09-13T05:11:24.686" v="3810" actId="47"/>
        <pc:sldMkLst>
          <pc:docMk/>
          <pc:sldMk cId="3874451147" sldId="289"/>
        </pc:sldMkLst>
      </pc:sldChg>
      <pc:sldChg chg="addSp delSp modSp add del mod">
        <pc:chgData name="JHEYSON FABIAN VILLAVISAN BUITRAGO" userId="e5ced5c2-d787-455d-b115-4f08a699b8c8" providerId="ADAL" clId="{346ECE53-D0EE-4664-97A2-EE5ED4BD15CE}" dt="2025-09-13T05:11:24.686" v="3810" actId="47"/>
        <pc:sldMkLst>
          <pc:docMk/>
          <pc:sldMk cId="1838750615" sldId="290"/>
        </pc:sldMkLst>
      </pc:sldChg>
      <pc:sldChg chg="add del">
        <pc:chgData name="JHEYSON FABIAN VILLAVISAN BUITRAGO" userId="e5ced5c2-d787-455d-b115-4f08a699b8c8" providerId="ADAL" clId="{346ECE53-D0EE-4664-97A2-EE5ED4BD15CE}" dt="2025-09-13T03:44:30.970" v="2262" actId="2696"/>
        <pc:sldMkLst>
          <pc:docMk/>
          <pc:sldMk cId="2920125484" sldId="290"/>
        </pc:sldMkLst>
      </pc:sldChg>
      <pc:sldChg chg="addSp delSp modSp add del mod">
        <pc:chgData name="JHEYSON FABIAN VILLAVISAN BUITRAGO" userId="e5ced5c2-d787-455d-b115-4f08a699b8c8" providerId="ADAL" clId="{346ECE53-D0EE-4664-97A2-EE5ED4BD15CE}" dt="2025-09-13T05:11:24.686" v="3810" actId="47"/>
        <pc:sldMkLst>
          <pc:docMk/>
          <pc:sldMk cId="960353526" sldId="291"/>
        </pc:sldMkLst>
      </pc:sldChg>
      <pc:sldChg chg="addSp delSp modSp add del mod">
        <pc:chgData name="JHEYSON FABIAN VILLAVISAN BUITRAGO" userId="e5ced5c2-d787-455d-b115-4f08a699b8c8" providerId="ADAL" clId="{346ECE53-D0EE-4664-97A2-EE5ED4BD15CE}" dt="2025-09-13T05:11:24.686" v="3810" actId="47"/>
        <pc:sldMkLst>
          <pc:docMk/>
          <pc:sldMk cId="1210700863" sldId="292"/>
        </pc:sldMkLst>
      </pc:sldChg>
      <pc:sldChg chg="addSp delSp modSp add del mod">
        <pc:chgData name="JHEYSON FABIAN VILLAVISAN BUITRAGO" userId="e5ced5c2-d787-455d-b115-4f08a699b8c8" providerId="ADAL" clId="{346ECE53-D0EE-4664-97A2-EE5ED4BD15CE}" dt="2025-09-13T05:11:24.686" v="3810" actId="47"/>
        <pc:sldMkLst>
          <pc:docMk/>
          <pc:sldMk cId="406270927" sldId="293"/>
        </pc:sldMkLst>
      </pc:sldChg>
      <pc:sldChg chg="modSp add del mod ord">
        <pc:chgData name="JHEYSON FABIAN VILLAVISAN BUITRAGO" userId="e5ced5c2-d787-455d-b115-4f08a699b8c8" providerId="ADAL" clId="{346ECE53-D0EE-4664-97A2-EE5ED4BD15CE}" dt="2025-09-13T05:11:24.686" v="3810" actId="47"/>
        <pc:sldMkLst>
          <pc:docMk/>
          <pc:sldMk cId="1152748006" sldId="294"/>
        </pc:sldMkLst>
      </pc:sldChg>
      <pc:sldChg chg="modSp add del mod">
        <pc:chgData name="JHEYSON FABIAN VILLAVISAN BUITRAGO" userId="e5ced5c2-d787-455d-b115-4f08a699b8c8" providerId="ADAL" clId="{346ECE53-D0EE-4664-97A2-EE5ED4BD15CE}" dt="2025-09-13T05:11:24.686" v="3810" actId="47"/>
        <pc:sldMkLst>
          <pc:docMk/>
          <pc:sldMk cId="2860410823" sldId="295"/>
        </pc:sldMkLst>
      </pc:sldChg>
      <pc:sldChg chg="addSp delSp modSp add del mod">
        <pc:chgData name="JHEYSON FABIAN VILLAVISAN BUITRAGO" userId="e5ced5c2-d787-455d-b115-4f08a699b8c8" providerId="ADAL" clId="{346ECE53-D0EE-4664-97A2-EE5ED4BD15CE}" dt="2025-09-13T05:11:24.686" v="3810" actId="47"/>
        <pc:sldMkLst>
          <pc:docMk/>
          <pc:sldMk cId="1584679968" sldId="296"/>
        </pc:sldMkLst>
      </pc:sldChg>
      <pc:sldChg chg="modSp add del mod ord">
        <pc:chgData name="JHEYSON FABIAN VILLAVISAN BUITRAGO" userId="e5ced5c2-d787-455d-b115-4f08a699b8c8" providerId="ADAL" clId="{346ECE53-D0EE-4664-97A2-EE5ED4BD15CE}" dt="2025-09-13T05:11:24.686" v="3810" actId="47"/>
        <pc:sldMkLst>
          <pc:docMk/>
          <pc:sldMk cId="1419936985" sldId="297"/>
        </pc:sldMkLst>
      </pc:sldChg>
      <pc:sldChg chg="modSp add del mod">
        <pc:chgData name="JHEYSON FABIAN VILLAVISAN BUITRAGO" userId="e5ced5c2-d787-455d-b115-4f08a699b8c8" providerId="ADAL" clId="{346ECE53-D0EE-4664-97A2-EE5ED4BD15CE}" dt="2025-09-13T05:11:24.686" v="3810" actId="47"/>
        <pc:sldMkLst>
          <pc:docMk/>
          <pc:sldMk cId="467175700" sldId="298"/>
        </pc:sldMkLst>
      </pc:sldChg>
      <pc:sldChg chg="del">
        <pc:chgData name="JHEYSON FABIAN VILLAVISAN BUITRAGO" userId="e5ced5c2-d787-455d-b115-4f08a699b8c8" providerId="ADAL" clId="{346ECE53-D0EE-4664-97A2-EE5ED4BD15CE}" dt="2025-09-12T14:39:17.290" v="15" actId="47"/>
        <pc:sldMkLst>
          <pc:docMk/>
          <pc:sldMk cId="3615389890" sldId="298"/>
        </pc:sldMkLst>
      </pc:sldChg>
      <pc:sldChg chg="modSp add del mod">
        <pc:chgData name="JHEYSON FABIAN VILLAVISAN BUITRAGO" userId="e5ced5c2-d787-455d-b115-4f08a699b8c8" providerId="ADAL" clId="{346ECE53-D0EE-4664-97A2-EE5ED4BD15CE}" dt="2025-09-13T05:11:24.686" v="3810" actId="47"/>
        <pc:sldMkLst>
          <pc:docMk/>
          <pc:sldMk cId="3294748194" sldId="299"/>
        </pc:sldMkLst>
      </pc:sldChg>
      <pc:sldChg chg="del">
        <pc:chgData name="JHEYSON FABIAN VILLAVISAN BUITRAGO" userId="e5ced5c2-d787-455d-b115-4f08a699b8c8" providerId="ADAL" clId="{346ECE53-D0EE-4664-97A2-EE5ED4BD15CE}" dt="2025-09-12T14:39:17.290" v="15" actId="47"/>
        <pc:sldMkLst>
          <pc:docMk/>
          <pc:sldMk cId="3420418071" sldId="299"/>
        </pc:sldMkLst>
      </pc:sldChg>
      <pc:sldChg chg="addSp modSp add del mod modAnim">
        <pc:chgData name="JHEYSON FABIAN VILLAVISAN BUITRAGO" userId="e5ced5c2-d787-455d-b115-4f08a699b8c8" providerId="ADAL" clId="{346ECE53-D0EE-4664-97A2-EE5ED4BD15CE}" dt="2025-09-13T05:11:24.686" v="3810" actId="47"/>
        <pc:sldMkLst>
          <pc:docMk/>
          <pc:sldMk cId="2042207119" sldId="300"/>
        </pc:sldMkLst>
      </pc:sldChg>
      <pc:sldChg chg="del">
        <pc:chgData name="JHEYSON FABIAN VILLAVISAN BUITRAGO" userId="e5ced5c2-d787-455d-b115-4f08a699b8c8" providerId="ADAL" clId="{346ECE53-D0EE-4664-97A2-EE5ED4BD15CE}" dt="2025-09-12T14:39:17.290" v="15" actId="47"/>
        <pc:sldMkLst>
          <pc:docMk/>
          <pc:sldMk cId="3504482196" sldId="300"/>
        </pc:sldMkLst>
      </pc:sldChg>
      <pc:sldChg chg="addSp delSp modSp add del mod delAnim">
        <pc:chgData name="JHEYSON FABIAN VILLAVISAN BUITRAGO" userId="e5ced5c2-d787-455d-b115-4f08a699b8c8" providerId="ADAL" clId="{346ECE53-D0EE-4664-97A2-EE5ED4BD15CE}" dt="2025-09-13T05:11:24.686" v="3810" actId="47"/>
        <pc:sldMkLst>
          <pc:docMk/>
          <pc:sldMk cId="45021175" sldId="301"/>
        </pc:sldMkLst>
      </pc:sldChg>
      <pc:sldChg chg="del">
        <pc:chgData name="JHEYSON FABIAN VILLAVISAN BUITRAGO" userId="e5ced5c2-d787-455d-b115-4f08a699b8c8" providerId="ADAL" clId="{346ECE53-D0EE-4664-97A2-EE5ED4BD15CE}" dt="2025-09-12T14:39:17.290" v="15" actId="47"/>
        <pc:sldMkLst>
          <pc:docMk/>
          <pc:sldMk cId="3238592863" sldId="301"/>
        </pc:sldMkLst>
      </pc:sldChg>
      <pc:sldChg chg="del">
        <pc:chgData name="JHEYSON FABIAN VILLAVISAN BUITRAGO" userId="e5ced5c2-d787-455d-b115-4f08a699b8c8" providerId="ADAL" clId="{346ECE53-D0EE-4664-97A2-EE5ED4BD15CE}" dt="2025-09-12T14:39:17.290" v="15" actId="47"/>
        <pc:sldMkLst>
          <pc:docMk/>
          <pc:sldMk cId="1588383939" sldId="302"/>
        </pc:sldMkLst>
      </pc:sldChg>
      <pc:sldChg chg="addSp delSp modSp add del mod">
        <pc:chgData name="JHEYSON FABIAN VILLAVISAN BUITRAGO" userId="e5ced5c2-d787-455d-b115-4f08a699b8c8" providerId="ADAL" clId="{346ECE53-D0EE-4664-97A2-EE5ED4BD15CE}" dt="2025-09-13T05:11:24.686" v="3810" actId="47"/>
        <pc:sldMkLst>
          <pc:docMk/>
          <pc:sldMk cId="1696375848" sldId="302"/>
        </pc:sldMkLst>
      </pc:sldChg>
      <pc:sldChg chg="del">
        <pc:chgData name="JHEYSON FABIAN VILLAVISAN BUITRAGO" userId="e5ced5c2-d787-455d-b115-4f08a699b8c8" providerId="ADAL" clId="{346ECE53-D0EE-4664-97A2-EE5ED4BD15CE}" dt="2025-09-12T14:39:17.290" v="15" actId="47"/>
        <pc:sldMkLst>
          <pc:docMk/>
          <pc:sldMk cId="658582679" sldId="303"/>
        </pc:sldMkLst>
      </pc:sldChg>
      <pc:sldChg chg="addSp delSp modSp add del mod">
        <pc:chgData name="JHEYSON FABIAN VILLAVISAN BUITRAGO" userId="e5ced5c2-d787-455d-b115-4f08a699b8c8" providerId="ADAL" clId="{346ECE53-D0EE-4664-97A2-EE5ED4BD15CE}" dt="2025-09-13T05:11:24.686" v="3810" actId="47"/>
        <pc:sldMkLst>
          <pc:docMk/>
          <pc:sldMk cId="2881167433" sldId="303"/>
        </pc:sldMkLst>
      </pc:sldChg>
      <pc:sldChg chg="delSp modSp add del mod">
        <pc:chgData name="JHEYSON FABIAN VILLAVISAN BUITRAGO" userId="e5ced5c2-d787-455d-b115-4f08a699b8c8" providerId="ADAL" clId="{346ECE53-D0EE-4664-97A2-EE5ED4BD15CE}" dt="2025-10-01T13:48:38.283" v="9006" actId="20577"/>
        <pc:sldMkLst>
          <pc:docMk/>
          <pc:sldMk cId="3882822646" sldId="304"/>
        </pc:sldMkLst>
        <pc:spChg chg="mod">
          <ac:chgData name="JHEYSON FABIAN VILLAVISAN BUITRAGO" userId="e5ced5c2-d787-455d-b115-4f08a699b8c8" providerId="ADAL" clId="{346ECE53-D0EE-4664-97A2-EE5ED4BD15CE}" dt="2025-09-13T05:09:48.743" v="3807" actId="1076"/>
          <ac:spMkLst>
            <pc:docMk/>
            <pc:sldMk cId="3882822646" sldId="304"/>
            <ac:spMk id="4" creationId="{39F124C8-098C-669F-4BB4-6CFDB379D9C3}"/>
          </ac:spMkLst>
        </pc:spChg>
        <pc:spChg chg="mod">
          <ac:chgData name="JHEYSON FABIAN VILLAVISAN BUITRAGO" userId="e5ced5c2-d787-455d-b115-4f08a699b8c8" providerId="ADAL" clId="{346ECE53-D0EE-4664-97A2-EE5ED4BD15CE}" dt="2025-10-01T13:48:38.283" v="9006" actId="20577"/>
          <ac:spMkLst>
            <pc:docMk/>
            <pc:sldMk cId="3882822646" sldId="304"/>
            <ac:spMk id="10" creationId="{25C0BFCC-1297-9A5E-A3A6-9E982ED1E620}"/>
          </ac:spMkLst>
        </pc:spChg>
      </pc:sldChg>
      <pc:sldChg chg="addSp modSp add mod">
        <pc:chgData name="JHEYSON FABIAN VILLAVISAN BUITRAGO" userId="e5ced5c2-d787-455d-b115-4f08a699b8c8" providerId="ADAL" clId="{346ECE53-D0EE-4664-97A2-EE5ED4BD15CE}" dt="2025-09-13T05:15:29.983" v="4274" actId="1076"/>
        <pc:sldMkLst>
          <pc:docMk/>
          <pc:sldMk cId="1297005593" sldId="305"/>
        </pc:sldMkLst>
        <pc:spChg chg="mod">
          <ac:chgData name="JHEYSON FABIAN VILLAVISAN BUITRAGO" userId="e5ced5c2-d787-455d-b115-4f08a699b8c8" providerId="ADAL" clId="{346ECE53-D0EE-4664-97A2-EE5ED4BD15CE}" dt="2025-09-13T05:13:19.317" v="3878" actId="1076"/>
          <ac:spMkLst>
            <pc:docMk/>
            <pc:sldMk cId="1297005593" sldId="305"/>
            <ac:spMk id="2" creationId="{68036ABB-4538-A1E0-9A60-F0D971D9F1A9}"/>
          </ac:spMkLst>
        </pc:spChg>
        <pc:spChg chg="add mod">
          <ac:chgData name="JHEYSON FABIAN VILLAVISAN BUITRAGO" userId="e5ced5c2-d787-455d-b115-4f08a699b8c8" providerId="ADAL" clId="{346ECE53-D0EE-4664-97A2-EE5ED4BD15CE}" dt="2025-09-13T05:15:29.983" v="4274" actId="1076"/>
          <ac:spMkLst>
            <pc:docMk/>
            <pc:sldMk cId="1297005593" sldId="305"/>
            <ac:spMk id="3" creationId="{989D4858-B99A-A0A6-854F-DEC18B7B38FB}"/>
          </ac:spMkLst>
        </pc:spChg>
        <pc:spChg chg="mod">
          <ac:chgData name="JHEYSON FABIAN VILLAVISAN BUITRAGO" userId="e5ced5c2-d787-455d-b115-4f08a699b8c8" providerId="ADAL" clId="{346ECE53-D0EE-4664-97A2-EE5ED4BD15CE}" dt="2025-09-13T05:12:51.744" v="3859" actId="20577"/>
          <ac:spMkLst>
            <pc:docMk/>
            <pc:sldMk cId="1297005593" sldId="305"/>
            <ac:spMk id="10" creationId="{E7AD6A9A-AB6A-819D-0479-2D9673E6C2DC}"/>
          </ac:spMkLst>
        </pc:spChg>
      </pc:sldChg>
      <pc:sldChg chg="modSp add mod">
        <pc:chgData name="JHEYSON FABIAN VILLAVISAN BUITRAGO" userId="e5ced5c2-d787-455d-b115-4f08a699b8c8" providerId="ADAL" clId="{346ECE53-D0EE-4664-97A2-EE5ED4BD15CE}" dt="2025-09-13T05:18:29.509" v="4686" actId="20577"/>
        <pc:sldMkLst>
          <pc:docMk/>
          <pc:sldMk cId="1406805673" sldId="306"/>
        </pc:sldMkLst>
      </pc:sldChg>
      <pc:sldChg chg="modSp add mod">
        <pc:chgData name="JHEYSON FABIAN VILLAVISAN BUITRAGO" userId="e5ced5c2-d787-455d-b115-4f08a699b8c8" providerId="ADAL" clId="{346ECE53-D0EE-4664-97A2-EE5ED4BD15CE}" dt="2025-09-13T05:27:09.600" v="5266" actId="20577"/>
        <pc:sldMkLst>
          <pc:docMk/>
          <pc:sldMk cId="3525987434" sldId="307"/>
        </pc:sldMkLst>
      </pc:sldChg>
      <pc:sldChg chg="addSp modSp add mod">
        <pc:chgData name="JHEYSON FABIAN VILLAVISAN BUITRAGO" userId="e5ced5c2-d787-455d-b115-4f08a699b8c8" providerId="ADAL" clId="{346ECE53-D0EE-4664-97A2-EE5ED4BD15CE}" dt="2025-09-13T05:27:13.086" v="5268" actId="20577"/>
        <pc:sldMkLst>
          <pc:docMk/>
          <pc:sldMk cId="1442271315" sldId="308"/>
        </pc:sldMkLst>
      </pc:sldChg>
      <pc:sldChg chg="modSp add mod ord">
        <pc:chgData name="JHEYSON FABIAN VILLAVISAN BUITRAGO" userId="e5ced5c2-d787-455d-b115-4f08a699b8c8" providerId="ADAL" clId="{346ECE53-D0EE-4664-97A2-EE5ED4BD15CE}" dt="2025-09-13T05:28:51.556" v="5642" actId="20577"/>
        <pc:sldMkLst>
          <pc:docMk/>
          <pc:sldMk cId="3921580513" sldId="309"/>
        </pc:sldMkLst>
      </pc:sldChg>
      <pc:sldChg chg="addSp modSp add mod">
        <pc:chgData name="JHEYSON FABIAN VILLAVISAN BUITRAGO" userId="e5ced5c2-d787-455d-b115-4f08a699b8c8" providerId="ADAL" clId="{346ECE53-D0EE-4664-97A2-EE5ED4BD15CE}" dt="2025-09-13T05:49:22.627" v="7668" actId="1076"/>
        <pc:sldMkLst>
          <pc:docMk/>
          <pc:sldMk cId="3504134926" sldId="310"/>
        </pc:sldMkLst>
      </pc:sldChg>
      <pc:sldChg chg="addSp delSp modSp add mod">
        <pc:chgData name="JHEYSON FABIAN VILLAVISAN BUITRAGO" userId="e5ced5c2-d787-455d-b115-4f08a699b8c8" providerId="ADAL" clId="{346ECE53-D0EE-4664-97A2-EE5ED4BD15CE}" dt="2025-09-13T05:51:34.245" v="7757" actId="20577"/>
        <pc:sldMkLst>
          <pc:docMk/>
          <pc:sldMk cId="2194387208" sldId="311"/>
        </pc:sldMkLst>
      </pc:sldChg>
      <pc:sldChg chg="addSp delSp modSp add mod">
        <pc:chgData name="JHEYSON FABIAN VILLAVISAN BUITRAGO" userId="e5ced5c2-d787-455d-b115-4f08a699b8c8" providerId="ADAL" clId="{346ECE53-D0EE-4664-97A2-EE5ED4BD15CE}" dt="2025-09-13T05:51:39.193" v="7763" actId="20577"/>
        <pc:sldMkLst>
          <pc:docMk/>
          <pc:sldMk cId="3938112342" sldId="312"/>
        </pc:sldMkLst>
      </pc:sldChg>
      <pc:sldChg chg="addSp delSp modSp add mod">
        <pc:chgData name="JHEYSON FABIAN VILLAVISAN BUITRAGO" userId="e5ced5c2-d787-455d-b115-4f08a699b8c8" providerId="ADAL" clId="{346ECE53-D0EE-4664-97A2-EE5ED4BD15CE}" dt="2025-09-13T05:42:53.589" v="7030" actId="20577"/>
        <pc:sldMkLst>
          <pc:docMk/>
          <pc:sldMk cId="3332338945" sldId="313"/>
        </pc:sldMkLst>
      </pc:sldChg>
      <pc:sldChg chg="modSp add mod">
        <pc:chgData name="JHEYSON FABIAN VILLAVISAN BUITRAGO" userId="e5ced5c2-d787-455d-b115-4f08a699b8c8" providerId="ADAL" clId="{346ECE53-D0EE-4664-97A2-EE5ED4BD15CE}" dt="2025-09-13T05:51:43.273" v="7765" actId="20577"/>
        <pc:sldMkLst>
          <pc:docMk/>
          <pc:sldMk cId="950023935" sldId="314"/>
        </pc:sldMkLst>
      </pc:sldChg>
      <pc:sldChg chg="addSp modSp add mod">
        <pc:chgData name="JHEYSON FABIAN VILLAVISAN BUITRAGO" userId="e5ced5c2-d787-455d-b115-4f08a699b8c8" providerId="ADAL" clId="{346ECE53-D0EE-4664-97A2-EE5ED4BD15CE}" dt="2025-09-13T05:51:45.082" v="7767" actId="20577"/>
        <pc:sldMkLst>
          <pc:docMk/>
          <pc:sldMk cId="398823694" sldId="315"/>
        </pc:sldMkLst>
      </pc:sldChg>
      <pc:sldChg chg="modSp add mod">
        <pc:chgData name="JHEYSON FABIAN VILLAVISAN BUITRAGO" userId="e5ced5c2-d787-455d-b115-4f08a699b8c8" providerId="ADAL" clId="{346ECE53-D0EE-4664-97A2-EE5ED4BD15CE}" dt="2025-09-13T05:52:44.454" v="7995" actId="20577"/>
        <pc:sldMkLst>
          <pc:docMk/>
          <pc:sldMk cId="793656144" sldId="316"/>
        </pc:sldMkLst>
      </pc:sldChg>
      <pc:sldChg chg="modSp add mod">
        <pc:chgData name="JHEYSON FABIAN VILLAVISAN BUITRAGO" userId="e5ced5c2-d787-455d-b115-4f08a699b8c8" providerId="ADAL" clId="{346ECE53-D0EE-4664-97A2-EE5ED4BD15CE}" dt="2025-09-13T05:56:49.483" v="8415" actId="20577"/>
        <pc:sldMkLst>
          <pc:docMk/>
          <pc:sldMk cId="2338989770" sldId="317"/>
        </pc:sldMkLst>
      </pc:sldChg>
      <pc:sldChg chg="addSp delSp modSp add mod">
        <pc:chgData name="JHEYSON FABIAN VILLAVISAN BUITRAGO" userId="e5ced5c2-d787-455d-b115-4f08a699b8c8" providerId="ADAL" clId="{346ECE53-D0EE-4664-97A2-EE5ED4BD15CE}" dt="2025-09-13T06:00:17" v="8731" actId="1076"/>
        <pc:sldMkLst>
          <pc:docMk/>
          <pc:sldMk cId="1866498335" sldId="318"/>
        </pc:sldMkLst>
      </pc:sldChg>
      <pc:sldChg chg="addSp delSp modSp add mod">
        <pc:chgData name="JHEYSON FABIAN VILLAVISAN BUITRAGO" userId="e5ced5c2-d787-455d-b115-4f08a699b8c8" providerId="ADAL" clId="{346ECE53-D0EE-4664-97A2-EE5ED4BD15CE}" dt="2025-09-13T06:02:27.386" v="8936" actId="20577"/>
        <pc:sldMkLst>
          <pc:docMk/>
          <pc:sldMk cId="3312514606" sldId="319"/>
        </pc:sldMkLst>
      </pc:sldChg>
      <pc:sldChg chg="addSp modSp">
        <pc:chgData name="JHEYSON FABIAN VILLAVISAN BUITRAGO" userId="e5ced5c2-d787-455d-b115-4f08a699b8c8" providerId="ADAL" clId="{346ECE53-D0EE-4664-97A2-EE5ED4BD15CE}" dt="2025-10-01T14:24:15.487" v="9060"/>
        <pc:sldMkLst>
          <pc:docMk/>
          <pc:sldMk cId="2968366527" sldId="323"/>
        </pc:sldMkLst>
        <pc:picChg chg="add mod">
          <ac:chgData name="JHEYSON FABIAN VILLAVISAN BUITRAGO" userId="e5ced5c2-d787-455d-b115-4f08a699b8c8" providerId="ADAL" clId="{346ECE53-D0EE-4664-97A2-EE5ED4BD15CE}" dt="2025-10-01T14:24:13.627" v="9059"/>
          <ac:picMkLst>
            <pc:docMk/>
            <pc:sldMk cId="2968366527" sldId="323"/>
            <ac:picMk id="3" creationId="{83944936-A37D-91C4-C794-62C6DAF47F27}"/>
          </ac:picMkLst>
        </pc:picChg>
        <pc:picChg chg="add mod">
          <ac:chgData name="JHEYSON FABIAN VILLAVISAN BUITRAGO" userId="e5ced5c2-d787-455d-b115-4f08a699b8c8" providerId="ADAL" clId="{346ECE53-D0EE-4664-97A2-EE5ED4BD15CE}" dt="2025-10-01T14:24:15.487" v="9060"/>
          <ac:picMkLst>
            <pc:docMk/>
            <pc:sldMk cId="2968366527" sldId="323"/>
            <ac:picMk id="4" creationId="{481F150D-1E5D-312B-0E58-9106C489F75E}"/>
          </ac:picMkLst>
        </pc:picChg>
      </pc:sldChg>
      <pc:sldChg chg="modSp mod">
        <pc:chgData name="JHEYSON FABIAN VILLAVISAN BUITRAGO" userId="e5ced5c2-d787-455d-b115-4f08a699b8c8" providerId="ADAL" clId="{346ECE53-D0EE-4664-97A2-EE5ED4BD15CE}" dt="2025-10-01T13:58:02.922" v="9032" actId="20577"/>
        <pc:sldMkLst>
          <pc:docMk/>
          <pc:sldMk cId="3551420880" sldId="329"/>
        </pc:sldMkLst>
        <pc:spChg chg="mod">
          <ac:chgData name="JHEYSON FABIAN VILLAVISAN BUITRAGO" userId="e5ced5c2-d787-455d-b115-4f08a699b8c8" providerId="ADAL" clId="{346ECE53-D0EE-4664-97A2-EE5ED4BD15CE}" dt="2025-10-01T13:58:02.922" v="9032" actId="20577"/>
          <ac:spMkLst>
            <pc:docMk/>
            <pc:sldMk cId="3551420880" sldId="329"/>
            <ac:spMk id="3" creationId="{20C9391B-56F2-FD29-0653-3F5F62E21708}"/>
          </ac:spMkLst>
        </pc:spChg>
      </pc:sldChg>
      <pc:sldChg chg="addSp delSp modSp add mod">
        <pc:chgData name="JHEYSON FABIAN VILLAVISAN BUITRAGO" userId="e5ced5c2-d787-455d-b115-4f08a699b8c8" providerId="ADAL" clId="{346ECE53-D0EE-4664-97A2-EE5ED4BD15CE}" dt="2025-10-01T13:48:21.458" v="9003" actId="20577"/>
        <pc:sldMkLst>
          <pc:docMk/>
          <pc:sldMk cId="2569677696" sldId="331"/>
        </pc:sldMkLst>
        <pc:spChg chg="mod">
          <ac:chgData name="JHEYSON FABIAN VILLAVISAN BUITRAGO" userId="e5ced5c2-d787-455d-b115-4f08a699b8c8" providerId="ADAL" clId="{346ECE53-D0EE-4664-97A2-EE5ED4BD15CE}" dt="2025-10-01T13:44:21.142" v="8949" actId="20577"/>
          <ac:spMkLst>
            <pc:docMk/>
            <pc:sldMk cId="2569677696" sldId="331"/>
            <ac:spMk id="2" creationId="{A30BF3F8-754F-3088-5240-E74D663CF697}"/>
          </ac:spMkLst>
        </pc:spChg>
        <pc:spChg chg="add del mod">
          <ac:chgData name="JHEYSON FABIAN VILLAVISAN BUITRAGO" userId="e5ced5c2-d787-455d-b115-4f08a699b8c8" providerId="ADAL" clId="{346ECE53-D0EE-4664-97A2-EE5ED4BD15CE}" dt="2025-10-01T13:48:12.986" v="9001" actId="20577"/>
          <ac:spMkLst>
            <pc:docMk/>
            <pc:sldMk cId="2569677696" sldId="331"/>
            <ac:spMk id="3" creationId="{CB1BEA24-20A7-AB39-FD35-B3139A7F28FA}"/>
          </ac:spMkLst>
        </pc:spChg>
        <pc:spChg chg="del">
          <ac:chgData name="JHEYSON FABIAN VILLAVISAN BUITRAGO" userId="e5ced5c2-d787-455d-b115-4f08a699b8c8" providerId="ADAL" clId="{346ECE53-D0EE-4664-97A2-EE5ED4BD15CE}" dt="2025-10-01T13:46:46.153" v="8952" actId="478"/>
          <ac:spMkLst>
            <pc:docMk/>
            <pc:sldMk cId="2569677696" sldId="331"/>
            <ac:spMk id="4" creationId="{ED021EE8-036C-D862-3C97-730D0BB1EAC0}"/>
          </ac:spMkLst>
        </pc:spChg>
        <pc:spChg chg="mod">
          <ac:chgData name="JHEYSON FABIAN VILLAVISAN BUITRAGO" userId="e5ced5c2-d787-455d-b115-4f08a699b8c8" providerId="ADAL" clId="{346ECE53-D0EE-4664-97A2-EE5ED4BD15CE}" dt="2025-10-01T13:48:21.458" v="9003" actId="20577"/>
          <ac:spMkLst>
            <pc:docMk/>
            <pc:sldMk cId="2569677696" sldId="331"/>
            <ac:spMk id="10" creationId="{16CB3820-9295-48C8-D9E6-37CA7CD8F876}"/>
          </ac:spMkLst>
        </pc:spChg>
        <pc:picChg chg="add mod">
          <ac:chgData name="JHEYSON FABIAN VILLAVISAN BUITRAGO" userId="e5ced5c2-d787-455d-b115-4f08a699b8c8" providerId="ADAL" clId="{346ECE53-D0EE-4664-97A2-EE5ED4BD15CE}" dt="2025-10-01T13:47:07.176" v="8960" actId="1076"/>
          <ac:picMkLst>
            <pc:docMk/>
            <pc:sldMk cId="2569677696" sldId="331"/>
            <ac:picMk id="7" creationId="{E02A1FE2-466D-81E1-B8BE-933C133C21CA}"/>
          </ac:picMkLst>
        </pc:picChg>
      </pc:sldChg>
      <pc:sldChg chg="delSp modSp add mod">
        <pc:chgData name="JHEYSON FABIAN VILLAVISAN BUITRAGO" userId="e5ced5c2-d787-455d-b115-4f08a699b8c8" providerId="ADAL" clId="{346ECE53-D0EE-4664-97A2-EE5ED4BD15CE}" dt="2025-10-01T14:22:37.504" v="9055" actId="478"/>
        <pc:sldMkLst>
          <pc:docMk/>
          <pc:sldMk cId="2491249234" sldId="332"/>
        </pc:sldMkLst>
        <pc:spChg chg="mod">
          <ac:chgData name="JHEYSON FABIAN VILLAVISAN BUITRAGO" userId="e5ced5c2-d787-455d-b115-4f08a699b8c8" providerId="ADAL" clId="{346ECE53-D0EE-4664-97A2-EE5ED4BD15CE}" dt="2025-10-01T13:48:53.593" v="9029" actId="20577"/>
          <ac:spMkLst>
            <pc:docMk/>
            <pc:sldMk cId="2491249234" sldId="332"/>
            <ac:spMk id="2" creationId="{7A2E756C-D336-98BA-6963-D281F945AF3E}"/>
          </ac:spMkLst>
        </pc:spChg>
        <pc:spChg chg="mod">
          <ac:chgData name="JHEYSON FABIAN VILLAVISAN BUITRAGO" userId="e5ced5c2-d787-455d-b115-4f08a699b8c8" providerId="ADAL" clId="{346ECE53-D0EE-4664-97A2-EE5ED4BD15CE}" dt="2025-10-01T14:19:35.059" v="9033"/>
          <ac:spMkLst>
            <pc:docMk/>
            <pc:sldMk cId="2491249234" sldId="332"/>
            <ac:spMk id="3" creationId="{1357DE91-428F-FD66-EFDA-8598D1AE92C9}"/>
          </ac:spMkLst>
        </pc:spChg>
        <pc:spChg chg="mod">
          <ac:chgData name="JHEYSON FABIAN VILLAVISAN BUITRAGO" userId="e5ced5c2-d787-455d-b115-4f08a699b8c8" providerId="ADAL" clId="{346ECE53-D0EE-4664-97A2-EE5ED4BD15CE}" dt="2025-10-01T14:19:58.234" v="9035" actId="20577"/>
          <ac:spMkLst>
            <pc:docMk/>
            <pc:sldMk cId="2491249234" sldId="332"/>
            <ac:spMk id="10" creationId="{9A61FC14-D004-C0F1-AE70-2CA994C77D2F}"/>
          </ac:spMkLst>
        </pc:spChg>
        <pc:picChg chg="del">
          <ac:chgData name="JHEYSON FABIAN VILLAVISAN BUITRAGO" userId="e5ced5c2-d787-455d-b115-4f08a699b8c8" providerId="ADAL" clId="{346ECE53-D0EE-4664-97A2-EE5ED4BD15CE}" dt="2025-10-01T14:22:37.504" v="9055" actId="478"/>
          <ac:picMkLst>
            <pc:docMk/>
            <pc:sldMk cId="2491249234" sldId="332"/>
            <ac:picMk id="7" creationId="{4D211266-B1B9-B024-3A10-ED12AB89C88C}"/>
          </ac:picMkLst>
        </pc:picChg>
      </pc:sldChg>
      <pc:sldChg chg="addSp delSp modSp add mod">
        <pc:chgData name="JHEYSON FABIAN VILLAVISAN BUITRAGO" userId="e5ced5c2-d787-455d-b115-4f08a699b8c8" providerId="ADAL" clId="{346ECE53-D0EE-4664-97A2-EE5ED4BD15CE}" dt="2025-10-01T14:26:18.390" v="9072"/>
        <pc:sldMkLst>
          <pc:docMk/>
          <pc:sldMk cId="2574269781" sldId="333"/>
        </pc:sldMkLst>
        <pc:spChg chg="mod">
          <ac:chgData name="JHEYSON FABIAN VILLAVISAN BUITRAGO" userId="e5ced5c2-d787-455d-b115-4f08a699b8c8" providerId="ADAL" clId="{346ECE53-D0EE-4664-97A2-EE5ED4BD15CE}" dt="2025-10-01T14:22:05.066" v="9037"/>
          <ac:spMkLst>
            <pc:docMk/>
            <pc:sldMk cId="2574269781" sldId="333"/>
            <ac:spMk id="2" creationId="{338ED381-971E-4978-C885-B01A52360683}"/>
          </ac:spMkLst>
        </pc:spChg>
        <pc:spChg chg="mod">
          <ac:chgData name="JHEYSON FABIAN VILLAVISAN BUITRAGO" userId="e5ced5c2-d787-455d-b115-4f08a699b8c8" providerId="ADAL" clId="{346ECE53-D0EE-4664-97A2-EE5ED4BD15CE}" dt="2025-10-01T14:24:06.590" v="9058" actId="113"/>
          <ac:spMkLst>
            <pc:docMk/>
            <pc:sldMk cId="2574269781" sldId="333"/>
            <ac:spMk id="3" creationId="{9E3BBDC8-5B4B-3B28-5313-ECCC95033E4E}"/>
          </ac:spMkLst>
        </pc:spChg>
        <pc:spChg chg="add mod">
          <ac:chgData name="JHEYSON FABIAN VILLAVISAN BUITRAGO" userId="e5ced5c2-d787-455d-b115-4f08a699b8c8" providerId="ADAL" clId="{346ECE53-D0EE-4664-97A2-EE5ED4BD15CE}" dt="2025-10-01T14:26:18.390" v="9072"/>
          <ac:spMkLst>
            <pc:docMk/>
            <pc:sldMk cId="2574269781" sldId="333"/>
            <ac:spMk id="6" creationId="{C2B21E6A-928C-3C02-8A92-82AB25340C7C}"/>
          </ac:spMkLst>
        </pc:spChg>
        <pc:spChg chg="mod">
          <ac:chgData name="JHEYSON FABIAN VILLAVISAN BUITRAGO" userId="e5ced5c2-d787-455d-b115-4f08a699b8c8" providerId="ADAL" clId="{346ECE53-D0EE-4664-97A2-EE5ED4BD15CE}" dt="2025-10-01T14:22:42.054" v="9057" actId="20577"/>
          <ac:spMkLst>
            <pc:docMk/>
            <pc:sldMk cId="2574269781" sldId="333"/>
            <ac:spMk id="10" creationId="{846DC467-F0E8-6F8C-288E-096DCBE87552}"/>
          </ac:spMkLst>
        </pc:spChg>
        <pc:picChg chg="add del mod">
          <ac:chgData name="JHEYSON FABIAN VILLAVISAN BUITRAGO" userId="e5ced5c2-d787-455d-b115-4f08a699b8c8" providerId="ADAL" clId="{346ECE53-D0EE-4664-97A2-EE5ED4BD15CE}" dt="2025-10-01T14:26:02.194" v="9068" actId="478"/>
          <ac:picMkLst>
            <pc:docMk/>
            <pc:sldMk cId="2574269781" sldId="333"/>
            <ac:picMk id="4" creationId="{E24353DD-84B5-16D4-EED5-693000213CEF}"/>
          </ac:picMkLst>
        </pc:picChg>
        <pc:picChg chg="del">
          <ac:chgData name="JHEYSON FABIAN VILLAVISAN BUITRAGO" userId="e5ced5c2-d787-455d-b115-4f08a699b8c8" providerId="ADAL" clId="{346ECE53-D0EE-4664-97A2-EE5ED4BD15CE}" dt="2025-10-01T14:22:36.450" v="9054" actId="478"/>
          <ac:picMkLst>
            <pc:docMk/>
            <pc:sldMk cId="2574269781" sldId="333"/>
            <ac:picMk id="7" creationId="{5F83C0CE-E9EB-3C16-EE39-60F9B02C1A37}"/>
          </ac:picMkLst>
        </pc:picChg>
      </pc:sldChg>
      <pc:sldChg chg="addSp delSp modSp add mod">
        <pc:chgData name="JHEYSON FABIAN VILLAVISAN BUITRAGO" userId="e5ced5c2-d787-455d-b115-4f08a699b8c8" providerId="ADAL" clId="{346ECE53-D0EE-4664-97A2-EE5ED4BD15CE}" dt="2025-10-01T14:27:09.674" v="9081"/>
        <pc:sldMkLst>
          <pc:docMk/>
          <pc:sldMk cId="3931287277" sldId="334"/>
        </pc:sldMkLst>
        <pc:spChg chg="mod">
          <ac:chgData name="JHEYSON FABIAN VILLAVISAN BUITRAGO" userId="e5ced5c2-d787-455d-b115-4f08a699b8c8" providerId="ADAL" clId="{346ECE53-D0EE-4664-97A2-EE5ED4BD15CE}" dt="2025-10-01T14:26:48.796" v="9077" actId="20577"/>
          <ac:spMkLst>
            <pc:docMk/>
            <pc:sldMk cId="3931287277" sldId="334"/>
            <ac:spMk id="3" creationId="{2C94B320-F5DD-9A89-71B1-F5D269CCB21B}"/>
          </ac:spMkLst>
        </pc:spChg>
        <pc:spChg chg="add mod">
          <ac:chgData name="JHEYSON FABIAN VILLAVISAN BUITRAGO" userId="e5ced5c2-d787-455d-b115-4f08a699b8c8" providerId="ADAL" clId="{346ECE53-D0EE-4664-97A2-EE5ED4BD15CE}" dt="2025-10-01T14:27:09.674" v="9081"/>
          <ac:spMkLst>
            <pc:docMk/>
            <pc:sldMk cId="3931287277" sldId="334"/>
            <ac:spMk id="6" creationId="{8A482ED3-C0BA-7EE4-DD46-9D7E067DF783}"/>
          </ac:spMkLst>
        </pc:spChg>
        <pc:spChg chg="mod">
          <ac:chgData name="JHEYSON FABIAN VILLAVISAN BUITRAGO" userId="e5ced5c2-d787-455d-b115-4f08a699b8c8" providerId="ADAL" clId="{346ECE53-D0EE-4664-97A2-EE5ED4BD15CE}" dt="2025-10-01T14:25:00.508" v="9067" actId="20577"/>
          <ac:spMkLst>
            <pc:docMk/>
            <pc:sldMk cId="3931287277" sldId="334"/>
            <ac:spMk id="10" creationId="{9582611D-72F2-7F28-6AFA-DFB0770AF3EF}"/>
          </ac:spMkLst>
        </pc:spChg>
        <pc:picChg chg="del">
          <ac:chgData name="JHEYSON FABIAN VILLAVISAN BUITRAGO" userId="e5ced5c2-d787-455d-b115-4f08a699b8c8" providerId="ADAL" clId="{346ECE53-D0EE-4664-97A2-EE5ED4BD15CE}" dt="2025-10-01T14:24:57.401" v="9065" actId="478"/>
          <ac:picMkLst>
            <pc:docMk/>
            <pc:sldMk cId="3931287277" sldId="334"/>
            <ac:picMk id="4" creationId="{06B766F4-D636-4305-2872-970EBEC743A7}"/>
          </ac:picMkLst>
        </pc:picChg>
      </pc:sldChg>
      <pc:sldChg chg="delSp modSp add mod">
        <pc:chgData name="JHEYSON FABIAN VILLAVISAN BUITRAGO" userId="e5ced5c2-d787-455d-b115-4f08a699b8c8" providerId="ADAL" clId="{346ECE53-D0EE-4664-97A2-EE5ED4BD15CE}" dt="2025-10-01T14:36:26.726" v="9094" actId="20577"/>
        <pc:sldMkLst>
          <pc:docMk/>
          <pc:sldMk cId="3329690454" sldId="335"/>
        </pc:sldMkLst>
        <pc:spChg chg="mod">
          <ac:chgData name="JHEYSON FABIAN VILLAVISAN BUITRAGO" userId="e5ced5c2-d787-455d-b115-4f08a699b8c8" providerId="ADAL" clId="{346ECE53-D0EE-4664-97A2-EE5ED4BD15CE}" dt="2025-10-01T14:27:57.706" v="9091" actId="20577"/>
          <ac:spMkLst>
            <pc:docMk/>
            <pc:sldMk cId="3329690454" sldId="335"/>
            <ac:spMk id="2" creationId="{5AC2AAB4-9EC0-F00B-1911-2D424B4F9CD8}"/>
          </ac:spMkLst>
        </pc:spChg>
        <pc:spChg chg="mod">
          <ac:chgData name="JHEYSON FABIAN VILLAVISAN BUITRAGO" userId="e5ced5c2-d787-455d-b115-4f08a699b8c8" providerId="ADAL" clId="{346ECE53-D0EE-4664-97A2-EE5ED4BD15CE}" dt="2025-10-01T14:27:54.219" v="9083"/>
          <ac:spMkLst>
            <pc:docMk/>
            <pc:sldMk cId="3329690454" sldId="335"/>
            <ac:spMk id="3" creationId="{C0C70511-0522-EAF9-E0C1-348DAD9B1CA0}"/>
          </ac:spMkLst>
        </pc:spChg>
        <pc:spChg chg="del">
          <ac:chgData name="JHEYSON FABIAN VILLAVISAN BUITRAGO" userId="e5ced5c2-d787-455d-b115-4f08a699b8c8" providerId="ADAL" clId="{346ECE53-D0EE-4664-97A2-EE5ED4BD15CE}" dt="2025-10-01T14:28:00.780" v="9092" actId="478"/>
          <ac:spMkLst>
            <pc:docMk/>
            <pc:sldMk cId="3329690454" sldId="335"/>
            <ac:spMk id="6" creationId="{CDE6AE0E-4107-BACC-85E3-97B912474F6D}"/>
          </ac:spMkLst>
        </pc:spChg>
        <pc:spChg chg="mod">
          <ac:chgData name="JHEYSON FABIAN VILLAVISAN BUITRAGO" userId="e5ced5c2-d787-455d-b115-4f08a699b8c8" providerId="ADAL" clId="{346ECE53-D0EE-4664-97A2-EE5ED4BD15CE}" dt="2025-10-01T14:36:26.726" v="9094" actId="20577"/>
          <ac:spMkLst>
            <pc:docMk/>
            <pc:sldMk cId="3329690454" sldId="335"/>
            <ac:spMk id="10" creationId="{D80C63D0-3BAB-6CEB-9812-EB660DBA24D1}"/>
          </ac:spMkLst>
        </pc:spChg>
      </pc:sldChg>
      <pc:sldChg chg="addSp modSp add mod">
        <pc:chgData name="JHEYSON FABIAN VILLAVISAN BUITRAGO" userId="e5ced5c2-d787-455d-b115-4f08a699b8c8" providerId="ADAL" clId="{346ECE53-D0EE-4664-97A2-EE5ED4BD15CE}" dt="2025-10-01T14:43:35.662" v="9144" actId="20577"/>
        <pc:sldMkLst>
          <pc:docMk/>
          <pc:sldMk cId="4105244592" sldId="336"/>
        </pc:sldMkLst>
        <pc:spChg chg="mod">
          <ac:chgData name="JHEYSON FABIAN VILLAVISAN BUITRAGO" userId="e5ced5c2-d787-455d-b115-4f08a699b8c8" providerId="ADAL" clId="{346ECE53-D0EE-4664-97A2-EE5ED4BD15CE}" dt="2025-10-01T14:42:58.517" v="9130" actId="1035"/>
          <ac:spMkLst>
            <pc:docMk/>
            <pc:sldMk cId="4105244592" sldId="336"/>
            <ac:spMk id="3" creationId="{BD2D6600-79FA-5681-802C-A3544D4354BB}"/>
          </ac:spMkLst>
        </pc:spChg>
        <pc:spChg chg="mod">
          <ac:chgData name="JHEYSON FABIAN VILLAVISAN BUITRAGO" userId="e5ced5c2-d787-455d-b115-4f08a699b8c8" providerId="ADAL" clId="{346ECE53-D0EE-4664-97A2-EE5ED4BD15CE}" dt="2025-10-01T14:37:07.803" v="9097" actId="20577"/>
          <ac:spMkLst>
            <pc:docMk/>
            <pc:sldMk cId="4105244592" sldId="336"/>
            <ac:spMk id="10" creationId="{BA89245F-1B10-D0F9-D569-E45E036018DB}"/>
          </ac:spMkLst>
        </pc:spChg>
        <pc:spChg chg="add mod">
          <ac:chgData name="JHEYSON FABIAN VILLAVISAN BUITRAGO" userId="e5ced5c2-d787-455d-b115-4f08a699b8c8" providerId="ADAL" clId="{346ECE53-D0EE-4664-97A2-EE5ED4BD15CE}" dt="2025-10-01T14:43:35.662" v="9144" actId="20577"/>
          <ac:spMkLst>
            <pc:docMk/>
            <pc:sldMk cId="4105244592" sldId="336"/>
            <ac:spMk id="11" creationId="{8C5B7459-12C0-E942-B1D7-DEA9CD145611}"/>
          </ac:spMkLst>
        </pc:spChg>
        <pc:picChg chg="add mod">
          <ac:chgData name="JHEYSON FABIAN VILLAVISAN BUITRAGO" userId="e5ced5c2-d787-455d-b115-4f08a699b8c8" providerId="ADAL" clId="{346ECE53-D0EE-4664-97A2-EE5ED4BD15CE}" dt="2025-10-01T14:42:58.517" v="9130" actId="1035"/>
          <ac:picMkLst>
            <pc:docMk/>
            <pc:sldMk cId="4105244592" sldId="336"/>
            <ac:picMk id="6" creationId="{EEF362CC-4B02-EB65-AD5B-F5D9CD432E57}"/>
          </ac:picMkLst>
        </pc:picChg>
        <pc:picChg chg="add mod">
          <ac:chgData name="JHEYSON FABIAN VILLAVISAN BUITRAGO" userId="e5ced5c2-d787-455d-b115-4f08a699b8c8" providerId="ADAL" clId="{346ECE53-D0EE-4664-97A2-EE5ED4BD15CE}" dt="2025-10-01T14:42:58.517" v="9130" actId="1035"/>
          <ac:picMkLst>
            <pc:docMk/>
            <pc:sldMk cId="4105244592" sldId="336"/>
            <ac:picMk id="8" creationId="{F23011B1-7F67-6550-E995-46EFE5CCD2F7}"/>
          </ac:picMkLst>
        </pc:picChg>
      </pc:sldChg>
      <pc:sldChg chg="addSp delSp modSp add mod">
        <pc:chgData name="JHEYSON FABIAN VILLAVISAN BUITRAGO" userId="e5ced5c2-d787-455d-b115-4f08a699b8c8" providerId="ADAL" clId="{346ECE53-D0EE-4664-97A2-EE5ED4BD15CE}" dt="2025-10-01T14:47:32.105" v="9167" actId="113"/>
        <pc:sldMkLst>
          <pc:docMk/>
          <pc:sldMk cId="3592022733" sldId="337"/>
        </pc:sldMkLst>
        <pc:spChg chg="mod">
          <ac:chgData name="JHEYSON FABIAN VILLAVISAN BUITRAGO" userId="e5ced5c2-d787-455d-b115-4f08a699b8c8" providerId="ADAL" clId="{346ECE53-D0EE-4664-97A2-EE5ED4BD15CE}" dt="2025-10-01T14:46:42.818" v="9152" actId="113"/>
          <ac:spMkLst>
            <pc:docMk/>
            <pc:sldMk cId="3592022733" sldId="337"/>
            <ac:spMk id="2" creationId="{03343284-9D0E-EA60-805A-95863F02C7B2}"/>
          </ac:spMkLst>
        </pc:spChg>
        <pc:spChg chg="mod">
          <ac:chgData name="JHEYSON FABIAN VILLAVISAN BUITRAGO" userId="e5ced5c2-d787-455d-b115-4f08a699b8c8" providerId="ADAL" clId="{346ECE53-D0EE-4664-97A2-EE5ED4BD15CE}" dt="2025-10-01T14:47:32.105" v="9167" actId="113"/>
          <ac:spMkLst>
            <pc:docMk/>
            <pc:sldMk cId="3592022733" sldId="337"/>
            <ac:spMk id="3" creationId="{54FAA21D-B34E-120D-CDAF-908A013ADEDD}"/>
          </ac:spMkLst>
        </pc:spChg>
        <pc:spChg chg="add">
          <ac:chgData name="JHEYSON FABIAN VILLAVISAN BUITRAGO" userId="e5ced5c2-d787-455d-b115-4f08a699b8c8" providerId="ADAL" clId="{346ECE53-D0EE-4664-97A2-EE5ED4BD15CE}" dt="2025-10-01T14:46:56.065" v="9155"/>
          <ac:spMkLst>
            <pc:docMk/>
            <pc:sldMk cId="3592022733" sldId="337"/>
            <ac:spMk id="4" creationId="{2611452C-3471-C311-1BCA-B6FF0D1B1498}"/>
          </ac:spMkLst>
        </pc:spChg>
        <pc:spChg chg="mod">
          <ac:chgData name="JHEYSON FABIAN VILLAVISAN BUITRAGO" userId="e5ced5c2-d787-455d-b115-4f08a699b8c8" providerId="ADAL" clId="{346ECE53-D0EE-4664-97A2-EE5ED4BD15CE}" dt="2025-10-01T14:44:17.958" v="9147" actId="20577"/>
          <ac:spMkLst>
            <pc:docMk/>
            <pc:sldMk cId="3592022733" sldId="337"/>
            <ac:spMk id="10" creationId="{31A740DE-232D-2743-84F3-95B4D76680B4}"/>
          </ac:spMkLst>
        </pc:spChg>
        <pc:spChg chg="del">
          <ac:chgData name="JHEYSON FABIAN VILLAVISAN BUITRAGO" userId="e5ced5c2-d787-455d-b115-4f08a699b8c8" providerId="ADAL" clId="{346ECE53-D0EE-4664-97A2-EE5ED4BD15CE}" dt="2025-10-01T14:46:25.775" v="9150" actId="478"/>
          <ac:spMkLst>
            <pc:docMk/>
            <pc:sldMk cId="3592022733" sldId="337"/>
            <ac:spMk id="11" creationId="{6CCBD77F-07E5-8B62-A8EA-8BFBAB8823E5}"/>
          </ac:spMkLst>
        </pc:spChg>
        <pc:picChg chg="del">
          <ac:chgData name="JHEYSON FABIAN VILLAVISAN BUITRAGO" userId="e5ced5c2-d787-455d-b115-4f08a699b8c8" providerId="ADAL" clId="{346ECE53-D0EE-4664-97A2-EE5ED4BD15CE}" dt="2025-10-01T14:46:23.932" v="9148" actId="478"/>
          <ac:picMkLst>
            <pc:docMk/>
            <pc:sldMk cId="3592022733" sldId="337"/>
            <ac:picMk id="6" creationId="{6B0E9E7C-0DB9-ADEB-3DDB-0FD5D8C48B75}"/>
          </ac:picMkLst>
        </pc:picChg>
        <pc:picChg chg="del">
          <ac:chgData name="JHEYSON FABIAN VILLAVISAN BUITRAGO" userId="e5ced5c2-d787-455d-b115-4f08a699b8c8" providerId="ADAL" clId="{346ECE53-D0EE-4664-97A2-EE5ED4BD15CE}" dt="2025-10-01T14:46:24.293" v="9149" actId="478"/>
          <ac:picMkLst>
            <pc:docMk/>
            <pc:sldMk cId="3592022733" sldId="337"/>
            <ac:picMk id="8" creationId="{F6000C61-B284-F41D-7E2E-8CD85B457529}"/>
          </ac:picMkLst>
        </pc:picChg>
      </pc:sldChg>
      <pc:sldChg chg="addSp delSp modSp add mod">
        <pc:chgData name="JHEYSON FABIAN VILLAVISAN BUITRAGO" userId="e5ced5c2-d787-455d-b115-4f08a699b8c8" providerId="ADAL" clId="{346ECE53-D0EE-4664-97A2-EE5ED4BD15CE}" dt="2025-10-01T15:22:42.673" v="9568" actId="20577"/>
        <pc:sldMkLst>
          <pc:docMk/>
          <pc:sldMk cId="2975864581" sldId="338"/>
        </pc:sldMkLst>
        <pc:spChg chg="mod">
          <ac:chgData name="JHEYSON FABIAN VILLAVISAN BUITRAGO" userId="e5ced5c2-d787-455d-b115-4f08a699b8c8" providerId="ADAL" clId="{346ECE53-D0EE-4664-97A2-EE5ED4BD15CE}" dt="2025-10-01T14:49:49.730" v="9179" actId="20577"/>
          <ac:spMkLst>
            <pc:docMk/>
            <pc:sldMk cId="2975864581" sldId="338"/>
            <ac:spMk id="2" creationId="{C2083859-336A-F0A9-AB50-B0C34FC94B4E}"/>
          </ac:spMkLst>
        </pc:spChg>
        <pc:spChg chg="del mod">
          <ac:chgData name="JHEYSON FABIAN VILLAVISAN BUITRAGO" userId="e5ced5c2-d787-455d-b115-4f08a699b8c8" providerId="ADAL" clId="{346ECE53-D0EE-4664-97A2-EE5ED4BD15CE}" dt="2025-10-01T14:50:15.047" v="9184" actId="478"/>
          <ac:spMkLst>
            <pc:docMk/>
            <pc:sldMk cId="2975864581" sldId="338"/>
            <ac:spMk id="3" creationId="{A964E7C9-2ACA-98AD-C661-BCFF96AEDFEC}"/>
          </ac:spMkLst>
        </pc:spChg>
        <pc:spChg chg="add mod">
          <ac:chgData name="JHEYSON FABIAN VILLAVISAN BUITRAGO" userId="e5ced5c2-d787-455d-b115-4f08a699b8c8" providerId="ADAL" clId="{346ECE53-D0EE-4664-97A2-EE5ED4BD15CE}" dt="2025-10-01T15:22:42.673" v="9568" actId="20577"/>
          <ac:spMkLst>
            <pc:docMk/>
            <pc:sldMk cId="2975864581" sldId="338"/>
            <ac:spMk id="4" creationId="{14A596B6-418B-1B20-40E7-021F3BDDD477}"/>
          </ac:spMkLst>
        </pc:spChg>
        <pc:spChg chg="mod">
          <ac:chgData name="JHEYSON FABIAN VILLAVISAN BUITRAGO" userId="e5ced5c2-d787-455d-b115-4f08a699b8c8" providerId="ADAL" clId="{346ECE53-D0EE-4664-97A2-EE5ED4BD15CE}" dt="2025-10-01T14:49:46.353" v="9170" actId="20577"/>
          <ac:spMkLst>
            <pc:docMk/>
            <pc:sldMk cId="2975864581" sldId="338"/>
            <ac:spMk id="10" creationId="{27D7AF3D-A062-4E30-0D6D-EDC461471AE6}"/>
          </ac:spMkLst>
        </pc:spChg>
      </pc:sldChg>
      <pc:sldChg chg="addSp modSp add mod">
        <pc:chgData name="JHEYSON FABIAN VILLAVISAN BUITRAGO" userId="e5ced5c2-d787-455d-b115-4f08a699b8c8" providerId="ADAL" clId="{346ECE53-D0EE-4664-97A2-EE5ED4BD15CE}" dt="2025-10-01T15:22:38.719" v="9567" actId="20577"/>
        <pc:sldMkLst>
          <pc:docMk/>
          <pc:sldMk cId="280758795" sldId="339"/>
        </pc:sldMkLst>
        <pc:spChg chg="mod">
          <ac:chgData name="JHEYSON FABIAN VILLAVISAN BUITRAGO" userId="e5ced5c2-d787-455d-b115-4f08a699b8c8" providerId="ADAL" clId="{346ECE53-D0EE-4664-97A2-EE5ED4BD15CE}" dt="2025-10-01T15:22:38.719" v="9567" actId="20577"/>
          <ac:spMkLst>
            <pc:docMk/>
            <pc:sldMk cId="280758795" sldId="339"/>
            <ac:spMk id="4" creationId="{3B87083E-80C4-0601-8452-93C5ECAC9446}"/>
          </ac:spMkLst>
        </pc:spChg>
        <pc:spChg chg="mod">
          <ac:chgData name="JHEYSON FABIAN VILLAVISAN BUITRAGO" userId="e5ced5c2-d787-455d-b115-4f08a699b8c8" providerId="ADAL" clId="{346ECE53-D0EE-4664-97A2-EE5ED4BD15CE}" dt="2025-10-01T14:54:00.241" v="9327" actId="20577"/>
          <ac:spMkLst>
            <pc:docMk/>
            <pc:sldMk cId="280758795" sldId="339"/>
            <ac:spMk id="10" creationId="{50C676BF-09D7-CC64-9369-E659D2986DCC}"/>
          </ac:spMkLst>
        </pc:spChg>
        <pc:picChg chg="add mod">
          <ac:chgData name="JHEYSON FABIAN VILLAVISAN BUITRAGO" userId="e5ced5c2-d787-455d-b115-4f08a699b8c8" providerId="ADAL" clId="{346ECE53-D0EE-4664-97A2-EE5ED4BD15CE}" dt="2025-10-01T14:54:56.118" v="9375" actId="1038"/>
          <ac:picMkLst>
            <pc:docMk/>
            <pc:sldMk cId="280758795" sldId="339"/>
            <ac:picMk id="6" creationId="{B8049936-0BD4-AFF1-2D8E-BBFE4D42809B}"/>
          </ac:picMkLst>
        </pc:picChg>
        <pc:picChg chg="add mod">
          <ac:chgData name="JHEYSON FABIAN VILLAVISAN BUITRAGO" userId="e5ced5c2-d787-455d-b115-4f08a699b8c8" providerId="ADAL" clId="{346ECE53-D0EE-4664-97A2-EE5ED4BD15CE}" dt="2025-10-01T14:54:46.268" v="9344" actId="14100"/>
          <ac:picMkLst>
            <pc:docMk/>
            <pc:sldMk cId="280758795" sldId="339"/>
            <ac:picMk id="8" creationId="{355B1406-18A8-795C-4C68-F9585C9CAC0F}"/>
          </ac:picMkLst>
        </pc:picChg>
      </pc:sldChg>
      <pc:sldChg chg="addSp modSp add mod ord">
        <pc:chgData name="JHEYSON FABIAN VILLAVISAN BUITRAGO" userId="e5ced5c2-d787-455d-b115-4f08a699b8c8" providerId="ADAL" clId="{346ECE53-D0EE-4664-97A2-EE5ED4BD15CE}" dt="2025-10-01T15:00:44.931" v="9461" actId="113"/>
        <pc:sldMkLst>
          <pc:docMk/>
          <pc:sldMk cId="3589220816" sldId="340"/>
        </pc:sldMkLst>
        <pc:spChg chg="mod">
          <ac:chgData name="JHEYSON FABIAN VILLAVISAN BUITRAGO" userId="e5ced5c2-d787-455d-b115-4f08a699b8c8" providerId="ADAL" clId="{346ECE53-D0EE-4664-97A2-EE5ED4BD15CE}" dt="2025-10-01T14:58:27.074" v="9405" actId="113"/>
          <ac:spMkLst>
            <pc:docMk/>
            <pc:sldMk cId="3589220816" sldId="340"/>
            <ac:spMk id="2" creationId="{0A3600EE-1EC9-B8BC-EAA0-D852831AA785}"/>
          </ac:spMkLst>
        </pc:spChg>
        <pc:spChg chg="add mod">
          <ac:chgData name="JHEYSON FABIAN VILLAVISAN BUITRAGO" userId="e5ced5c2-d787-455d-b115-4f08a699b8c8" providerId="ADAL" clId="{346ECE53-D0EE-4664-97A2-EE5ED4BD15CE}" dt="2025-10-01T15:00:44.931" v="9461" actId="113"/>
          <ac:spMkLst>
            <pc:docMk/>
            <pc:sldMk cId="3589220816" sldId="340"/>
            <ac:spMk id="3" creationId="{C3D8F243-92B5-25A0-E7EE-FD1759FCCF54}"/>
          </ac:spMkLst>
        </pc:spChg>
        <pc:spChg chg="mod">
          <ac:chgData name="JHEYSON FABIAN VILLAVISAN BUITRAGO" userId="e5ced5c2-d787-455d-b115-4f08a699b8c8" providerId="ADAL" clId="{346ECE53-D0EE-4664-97A2-EE5ED4BD15CE}" dt="2025-10-01T14:58:44.276" v="9423" actId="20577"/>
          <ac:spMkLst>
            <pc:docMk/>
            <pc:sldMk cId="3589220816" sldId="340"/>
            <ac:spMk id="4" creationId="{A8988B6B-0E2C-4B95-7F82-10D5B49B3561}"/>
          </ac:spMkLst>
        </pc:spChg>
        <pc:spChg chg="mod">
          <ac:chgData name="JHEYSON FABIAN VILLAVISAN BUITRAGO" userId="e5ced5c2-d787-455d-b115-4f08a699b8c8" providerId="ADAL" clId="{346ECE53-D0EE-4664-97A2-EE5ED4BD15CE}" dt="2025-10-01T14:59:31.248" v="9433" actId="20577"/>
          <ac:spMkLst>
            <pc:docMk/>
            <pc:sldMk cId="3589220816" sldId="340"/>
            <ac:spMk id="10" creationId="{CDFA9E12-C9D4-7F8C-990C-73909979FE81}"/>
          </ac:spMkLst>
        </pc:spChg>
        <pc:picChg chg="add mod">
          <ac:chgData name="JHEYSON FABIAN VILLAVISAN BUITRAGO" userId="e5ced5c2-d787-455d-b115-4f08a699b8c8" providerId="ADAL" clId="{346ECE53-D0EE-4664-97A2-EE5ED4BD15CE}" dt="2025-10-01T15:00:17.028" v="9453" actId="1076"/>
          <ac:picMkLst>
            <pc:docMk/>
            <pc:sldMk cId="3589220816" sldId="340"/>
            <ac:picMk id="2050" creationId="{F5CB1AB0-8D83-EE5A-87FF-8F8038C2B9D7}"/>
          </ac:picMkLst>
        </pc:picChg>
      </pc:sldChg>
      <pc:sldChg chg="addSp delSp modSp add mod">
        <pc:chgData name="JHEYSON FABIAN VILLAVISAN BUITRAGO" userId="e5ced5c2-d787-455d-b115-4f08a699b8c8" providerId="ADAL" clId="{346ECE53-D0EE-4664-97A2-EE5ED4BD15CE}" dt="2025-10-01T15:24:56.140" v="9583"/>
        <pc:sldMkLst>
          <pc:docMk/>
          <pc:sldMk cId="3181571609" sldId="341"/>
        </pc:sldMkLst>
        <pc:spChg chg="add mod">
          <ac:chgData name="JHEYSON FABIAN VILLAVISAN BUITRAGO" userId="e5ced5c2-d787-455d-b115-4f08a699b8c8" providerId="ADAL" clId="{346ECE53-D0EE-4664-97A2-EE5ED4BD15CE}" dt="2025-10-01T15:01:04.638" v="9464"/>
          <ac:spMkLst>
            <pc:docMk/>
            <pc:sldMk cId="3181571609" sldId="341"/>
            <ac:spMk id="3" creationId="{FFA5068C-8E4B-24DC-E317-57BDA3B34A6B}"/>
          </ac:spMkLst>
        </pc:spChg>
        <pc:spChg chg="mod">
          <ac:chgData name="JHEYSON FABIAN VILLAVISAN BUITRAGO" userId="e5ced5c2-d787-455d-b115-4f08a699b8c8" providerId="ADAL" clId="{346ECE53-D0EE-4664-97A2-EE5ED4BD15CE}" dt="2025-10-01T14:59:49.047" v="9446"/>
          <ac:spMkLst>
            <pc:docMk/>
            <pc:sldMk cId="3181571609" sldId="341"/>
            <ac:spMk id="4" creationId="{5444D6A7-4D58-4C4B-8D79-DFBD01E3929A}"/>
          </ac:spMkLst>
        </pc:spChg>
        <pc:spChg chg="add mod">
          <ac:chgData name="JHEYSON FABIAN VILLAVISAN BUITRAGO" userId="e5ced5c2-d787-455d-b115-4f08a699b8c8" providerId="ADAL" clId="{346ECE53-D0EE-4664-97A2-EE5ED4BD15CE}" dt="2025-10-01T15:24:56.140" v="9583"/>
          <ac:spMkLst>
            <pc:docMk/>
            <pc:sldMk cId="3181571609" sldId="341"/>
            <ac:spMk id="6" creationId="{B03E4F82-CAAE-D03A-A0C5-07D091E7EB96}"/>
          </ac:spMkLst>
        </pc:spChg>
        <pc:spChg chg="mod">
          <ac:chgData name="JHEYSON FABIAN VILLAVISAN BUITRAGO" userId="e5ced5c2-d787-455d-b115-4f08a699b8c8" providerId="ADAL" clId="{346ECE53-D0EE-4664-97A2-EE5ED4BD15CE}" dt="2025-10-01T15:01:36.228" v="9466" actId="20577"/>
          <ac:spMkLst>
            <pc:docMk/>
            <pc:sldMk cId="3181571609" sldId="341"/>
            <ac:spMk id="10" creationId="{D549492D-5EC2-5D3D-2F78-DDC8F82A6CE6}"/>
          </ac:spMkLst>
        </pc:spChg>
        <pc:picChg chg="del">
          <ac:chgData name="JHEYSON FABIAN VILLAVISAN BUITRAGO" userId="e5ced5c2-d787-455d-b115-4f08a699b8c8" providerId="ADAL" clId="{346ECE53-D0EE-4664-97A2-EE5ED4BD15CE}" dt="2025-10-01T15:00:01.672" v="9447" actId="478"/>
          <ac:picMkLst>
            <pc:docMk/>
            <pc:sldMk cId="3181571609" sldId="341"/>
            <ac:picMk id="2050" creationId="{18385E19-9D71-AB88-D54B-3986C83097C9}"/>
          </ac:picMkLst>
        </pc:picChg>
        <pc:picChg chg="add mod">
          <ac:chgData name="JHEYSON FABIAN VILLAVISAN BUITRAGO" userId="e5ced5c2-d787-455d-b115-4f08a699b8c8" providerId="ADAL" clId="{346ECE53-D0EE-4664-97A2-EE5ED4BD15CE}" dt="2025-10-01T15:00:51.483" v="9462" actId="1076"/>
          <ac:picMkLst>
            <pc:docMk/>
            <pc:sldMk cId="3181571609" sldId="341"/>
            <ac:picMk id="3074" creationId="{8A7F024C-65D3-5169-B8D6-9A8B4E7904BA}"/>
          </ac:picMkLst>
        </pc:picChg>
      </pc:sldChg>
      <pc:sldChg chg="addSp delSp modSp add mod">
        <pc:chgData name="JHEYSON FABIAN VILLAVISAN BUITRAGO" userId="e5ced5c2-d787-455d-b115-4f08a699b8c8" providerId="ADAL" clId="{346ECE53-D0EE-4664-97A2-EE5ED4BD15CE}" dt="2025-10-01T15:16:53.711" v="9479" actId="20577"/>
        <pc:sldMkLst>
          <pc:docMk/>
          <pc:sldMk cId="1096996333" sldId="342"/>
        </pc:sldMkLst>
        <pc:spChg chg="mod">
          <ac:chgData name="JHEYSON FABIAN VILLAVISAN BUITRAGO" userId="e5ced5c2-d787-455d-b115-4f08a699b8c8" providerId="ADAL" clId="{346ECE53-D0EE-4664-97A2-EE5ED4BD15CE}" dt="2025-10-01T15:15:42.122" v="9469" actId="113"/>
          <ac:spMkLst>
            <pc:docMk/>
            <pc:sldMk cId="1096996333" sldId="342"/>
            <ac:spMk id="2" creationId="{6A1EAAEF-CCF7-37E3-D9C1-4F3FD53FBC71}"/>
          </ac:spMkLst>
        </pc:spChg>
        <pc:spChg chg="del">
          <ac:chgData name="JHEYSON FABIAN VILLAVISAN BUITRAGO" userId="e5ced5c2-d787-455d-b115-4f08a699b8c8" providerId="ADAL" clId="{346ECE53-D0EE-4664-97A2-EE5ED4BD15CE}" dt="2025-10-01T15:15:49.987" v="9472" actId="478"/>
          <ac:spMkLst>
            <pc:docMk/>
            <pc:sldMk cId="1096996333" sldId="342"/>
            <ac:spMk id="3" creationId="{970A7039-8CDD-519A-DB09-2EA0C9CC8F3D}"/>
          </ac:spMkLst>
        </pc:spChg>
        <pc:spChg chg="mod">
          <ac:chgData name="JHEYSON FABIAN VILLAVISAN BUITRAGO" userId="e5ced5c2-d787-455d-b115-4f08a699b8c8" providerId="ADAL" clId="{346ECE53-D0EE-4664-97A2-EE5ED4BD15CE}" dt="2025-10-01T15:15:46.606" v="9470"/>
          <ac:spMkLst>
            <pc:docMk/>
            <pc:sldMk cId="1096996333" sldId="342"/>
            <ac:spMk id="4" creationId="{BE2C3F97-F9AC-9524-AC83-17B2A96F68CF}"/>
          </ac:spMkLst>
        </pc:spChg>
        <pc:spChg chg="mod">
          <ac:chgData name="JHEYSON FABIAN VILLAVISAN BUITRAGO" userId="e5ced5c2-d787-455d-b115-4f08a699b8c8" providerId="ADAL" clId="{346ECE53-D0EE-4664-97A2-EE5ED4BD15CE}" dt="2025-10-01T15:16:53.711" v="9479" actId="20577"/>
          <ac:spMkLst>
            <pc:docMk/>
            <pc:sldMk cId="1096996333" sldId="342"/>
            <ac:spMk id="10" creationId="{516862BE-B340-8652-F98E-B775EC4BB779}"/>
          </ac:spMkLst>
        </pc:spChg>
        <pc:picChg chg="del">
          <ac:chgData name="JHEYSON FABIAN VILLAVISAN BUITRAGO" userId="e5ced5c2-d787-455d-b115-4f08a699b8c8" providerId="ADAL" clId="{346ECE53-D0EE-4664-97A2-EE5ED4BD15CE}" dt="2025-10-01T15:15:48.723" v="9471" actId="478"/>
          <ac:picMkLst>
            <pc:docMk/>
            <pc:sldMk cId="1096996333" sldId="342"/>
            <ac:picMk id="3074" creationId="{0E3DA4C8-9AD0-3736-DDD3-8BDD15E1FB8A}"/>
          </ac:picMkLst>
        </pc:picChg>
        <pc:picChg chg="add mod">
          <ac:chgData name="JHEYSON FABIAN VILLAVISAN BUITRAGO" userId="e5ced5c2-d787-455d-b115-4f08a699b8c8" providerId="ADAL" clId="{346ECE53-D0EE-4664-97A2-EE5ED4BD15CE}" dt="2025-10-01T15:16:18.058" v="9477" actId="1076"/>
          <ac:picMkLst>
            <pc:docMk/>
            <pc:sldMk cId="1096996333" sldId="342"/>
            <ac:picMk id="4098" creationId="{79299B1D-02D8-1049-1B8B-C7DC3B40D034}"/>
          </ac:picMkLst>
        </pc:picChg>
      </pc:sldChg>
      <pc:sldChg chg="addSp delSp modSp add mod ord">
        <pc:chgData name="JHEYSON FABIAN VILLAVISAN BUITRAGO" userId="e5ced5c2-d787-455d-b115-4f08a699b8c8" providerId="ADAL" clId="{346ECE53-D0EE-4664-97A2-EE5ED4BD15CE}" dt="2025-10-01T15:24:59.825" v="9585" actId="1076"/>
        <pc:sldMkLst>
          <pc:docMk/>
          <pc:sldMk cId="2348889441" sldId="343"/>
        </pc:sldMkLst>
        <pc:spChg chg="add del mod">
          <ac:chgData name="JHEYSON FABIAN VILLAVISAN BUITRAGO" userId="e5ced5c2-d787-455d-b115-4f08a699b8c8" providerId="ADAL" clId="{346ECE53-D0EE-4664-97A2-EE5ED4BD15CE}" dt="2025-10-01T15:23:46.060" v="9575" actId="1076"/>
          <ac:spMkLst>
            <pc:docMk/>
            <pc:sldMk cId="2348889441" sldId="343"/>
            <ac:spMk id="4" creationId="{FE455CB8-90D2-6B9E-FFF1-20F7FDF6CAD5}"/>
          </ac:spMkLst>
        </pc:spChg>
        <pc:spChg chg="add mod">
          <ac:chgData name="JHEYSON FABIAN VILLAVISAN BUITRAGO" userId="e5ced5c2-d787-455d-b115-4f08a699b8c8" providerId="ADAL" clId="{346ECE53-D0EE-4664-97A2-EE5ED4BD15CE}" dt="2025-10-01T15:24:59.825" v="9585" actId="1076"/>
          <ac:spMkLst>
            <pc:docMk/>
            <pc:sldMk cId="2348889441" sldId="343"/>
            <ac:spMk id="9" creationId="{3A86AB69-362F-4601-CD9E-27E4E82F4DE0}"/>
          </ac:spMkLst>
        </pc:spChg>
        <pc:spChg chg="mod">
          <ac:chgData name="JHEYSON FABIAN VILLAVISAN BUITRAGO" userId="e5ced5c2-d787-455d-b115-4f08a699b8c8" providerId="ADAL" clId="{346ECE53-D0EE-4664-97A2-EE5ED4BD15CE}" dt="2025-10-01T15:22:23.982" v="9562" actId="20577"/>
          <ac:spMkLst>
            <pc:docMk/>
            <pc:sldMk cId="2348889441" sldId="343"/>
            <ac:spMk id="10" creationId="{6AEA950D-DCF6-7247-EDC3-94D57E436F03}"/>
          </ac:spMkLst>
        </pc:spChg>
        <pc:picChg chg="add mod">
          <ac:chgData name="JHEYSON FABIAN VILLAVISAN BUITRAGO" userId="e5ced5c2-d787-455d-b115-4f08a699b8c8" providerId="ADAL" clId="{346ECE53-D0EE-4664-97A2-EE5ED4BD15CE}" dt="2025-10-01T15:23:52.551" v="9577" actId="1076"/>
          <ac:picMkLst>
            <pc:docMk/>
            <pc:sldMk cId="2348889441" sldId="343"/>
            <ac:picMk id="6" creationId="{1180AE4D-8A67-8FB4-A3C5-AFED5F908123}"/>
          </ac:picMkLst>
        </pc:picChg>
        <pc:picChg chg="add mod">
          <ac:chgData name="JHEYSON FABIAN VILLAVISAN BUITRAGO" userId="e5ced5c2-d787-455d-b115-4f08a699b8c8" providerId="ADAL" clId="{346ECE53-D0EE-4664-97A2-EE5ED4BD15CE}" dt="2025-10-01T15:24:35.049" v="9579" actId="1076"/>
          <ac:picMkLst>
            <pc:docMk/>
            <pc:sldMk cId="2348889441" sldId="343"/>
            <ac:picMk id="8" creationId="{D521794C-74DE-BA28-9481-BA04D382D7B1}"/>
          </ac:picMkLst>
        </pc:picChg>
      </pc:sldChg>
      <pc:sldChg chg="addSp delSp modSp add mod">
        <pc:chgData name="JHEYSON FABIAN VILLAVISAN BUITRAGO" userId="e5ced5c2-d787-455d-b115-4f08a699b8c8" providerId="ADAL" clId="{346ECE53-D0EE-4664-97A2-EE5ED4BD15CE}" dt="2025-10-01T15:40:40.573" v="9970" actId="403"/>
        <pc:sldMkLst>
          <pc:docMk/>
          <pc:sldMk cId="412528506" sldId="344"/>
        </pc:sldMkLst>
        <pc:spChg chg="del">
          <ac:chgData name="JHEYSON FABIAN VILLAVISAN BUITRAGO" userId="e5ced5c2-d787-455d-b115-4f08a699b8c8" providerId="ADAL" clId="{346ECE53-D0EE-4664-97A2-EE5ED4BD15CE}" dt="2025-10-01T15:28:21.009" v="9593" actId="478"/>
          <ac:spMkLst>
            <pc:docMk/>
            <pc:sldMk cId="412528506" sldId="344"/>
            <ac:spMk id="2" creationId="{BBBDF6F9-C1BC-F61E-05B9-E72F3E9E220B}"/>
          </ac:spMkLst>
        </pc:spChg>
        <pc:spChg chg="del">
          <ac:chgData name="JHEYSON FABIAN VILLAVISAN BUITRAGO" userId="e5ced5c2-d787-455d-b115-4f08a699b8c8" providerId="ADAL" clId="{346ECE53-D0EE-4664-97A2-EE5ED4BD15CE}" dt="2025-10-01T15:28:27.320" v="9595" actId="478"/>
          <ac:spMkLst>
            <pc:docMk/>
            <pc:sldMk cId="412528506" sldId="344"/>
            <ac:spMk id="4" creationId="{5745C02C-5467-8924-F6BD-ACB015AD5713}"/>
          </ac:spMkLst>
        </pc:spChg>
        <pc:spChg chg="add del mod">
          <ac:chgData name="JHEYSON FABIAN VILLAVISAN BUITRAGO" userId="e5ced5c2-d787-455d-b115-4f08a699b8c8" providerId="ADAL" clId="{346ECE53-D0EE-4664-97A2-EE5ED4BD15CE}" dt="2025-10-01T15:28:24.493" v="9594" actId="478"/>
          <ac:spMkLst>
            <pc:docMk/>
            <pc:sldMk cId="412528506" sldId="344"/>
            <ac:spMk id="7" creationId="{ACE71D9A-D10C-841B-A618-D13D5759450D}"/>
          </ac:spMkLst>
        </pc:spChg>
        <pc:spChg chg="mod">
          <ac:chgData name="JHEYSON FABIAN VILLAVISAN BUITRAGO" userId="e5ced5c2-d787-455d-b115-4f08a699b8c8" providerId="ADAL" clId="{346ECE53-D0EE-4664-97A2-EE5ED4BD15CE}" dt="2025-10-01T15:40:40.573" v="9970" actId="403"/>
          <ac:spMkLst>
            <pc:docMk/>
            <pc:sldMk cId="412528506" sldId="344"/>
            <ac:spMk id="9" creationId="{75CF37AF-5E63-E378-D54B-3B2547699C12}"/>
          </ac:spMkLst>
        </pc:spChg>
        <pc:spChg chg="add mod">
          <ac:chgData name="JHEYSON FABIAN VILLAVISAN BUITRAGO" userId="e5ced5c2-d787-455d-b115-4f08a699b8c8" providerId="ADAL" clId="{346ECE53-D0EE-4664-97A2-EE5ED4BD15CE}" dt="2025-10-01T15:37:41.528" v="9942" actId="20577"/>
          <ac:spMkLst>
            <pc:docMk/>
            <pc:sldMk cId="412528506" sldId="344"/>
            <ac:spMk id="13" creationId="{3EED6585-7A0A-4DCD-9091-9FB99301A51B}"/>
          </ac:spMkLst>
        </pc:spChg>
        <pc:picChg chg="del">
          <ac:chgData name="JHEYSON FABIAN VILLAVISAN BUITRAGO" userId="e5ced5c2-d787-455d-b115-4f08a699b8c8" providerId="ADAL" clId="{346ECE53-D0EE-4664-97A2-EE5ED4BD15CE}" dt="2025-10-01T15:28:27.320" v="9595" actId="478"/>
          <ac:picMkLst>
            <pc:docMk/>
            <pc:sldMk cId="412528506" sldId="344"/>
            <ac:picMk id="6" creationId="{96407160-18E7-E598-5A58-6FC6A60E8CC9}"/>
          </ac:picMkLst>
        </pc:picChg>
        <pc:picChg chg="del">
          <ac:chgData name="JHEYSON FABIAN VILLAVISAN BUITRAGO" userId="e5ced5c2-d787-455d-b115-4f08a699b8c8" providerId="ADAL" clId="{346ECE53-D0EE-4664-97A2-EE5ED4BD15CE}" dt="2025-10-01T15:28:27.320" v="9595" actId="478"/>
          <ac:picMkLst>
            <pc:docMk/>
            <pc:sldMk cId="412528506" sldId="344"/>
            <ac:picMk id="8" creationId="{58F7B5D3-7AE3-C421-555D-170CB59C5AF4}"/>
          </ac:picMkLst>
        </pc:picChg>
        <pc:picChg chg="add mod">
          <ac:chgData name="JHEYSON FABIAN VILLAVISAN BUITRAGO" userId="e5ced5c2-d787-455d-b115-4f08a699b8c8" providerId="ADAL" clId="{346ECE53-D0EE-4664-97A2-EE5ED4BD15CE}" dt="2025-10-01T15:37:11.051" v="9883" actId="1076"/>
          <ac:picMkLst>
            <pc:docMk/>
            <pc:sldMk cId="412528506" sldId="344"/>
            <ac:picMk id="12" creationId="{D8C79FAA-719E-250E-3354-760A0A999D41}"/>
          </ac:picMkLst>
        </pc:picChg>
      </pc:sldChg>
      <pc:sldChg chg="delSp modSp add mod ord">
        <pc:chgData name="JHEYSON FABIAN VILLAVISAN BUITRAGO" userId="e5ced5c2-d787-455d-b115-4f08a699b8c8" providerId="ADAL" clId="{346ECE53-D0EE-4664-97A2-EE5ED4BD15CE}" dt="2025-10-01T15:41:55.251" v="9978" actId="20577"/>
        <pc:sldMkLst>
          <pc:docMk/>
          <pc:sldMk cId="3286888530" sldId="345"/>
        </pc:sldMkLst>
        <pc:spChg chg="mod">
          <ac:chgData name="JHEYSON FABIAN VILLAVISAN BUITRAGO" userId="e5ced5c2-d787-455d-b115-4f08a699b8c8" providerId="ADAL" clId="{346ECE53-D0EE-4664-97A2-EE5ED4BD15CE}" dt="2025-10-01T15:39:21.544" v="9958" actId="20577"/>
          <ac:spMkLst>
            <pc:docMk/>
            <pc:sldMk cId="3286888530" sldId="345"/>
            <ac:spMk id="2" creationId="{C65684B7-65C3-63FC-66FD-D50054162A1F}"/>
          </ac:spMkLst>
        </pc:spChg>
        <pc:spChg chg="mod">
          <ac:chgData name="JHEYSON FABIAN VILLAVISAN BUITRAGO" userId="e5ced5c2-d787-455d-b115-4f08a699b8c8" providerId="ADAL" clId="{346ECE53-D0EE-4664-97A2-EE5ED4BD15CE}" dt="2025-10-01T15:41:50.483" v="9976" actId="113"/>
          <ac:spMkLst>
            <pc:docMk/>
            <pc:sldMk cId="3286888530" sldId="345"/>
            <ac:spMk id="3" creationId="{92225F00-5658-F975-C02E-89B596220CA8}"/>
          </ac:spMkLst>
        </pc:spChg>
        <pc:spChg chg="mod">
          <ac:chgData name="JHEYSON FABIAN VILLAVISAN BUITRAGO" userId="e5ced5c2-d787-455d-b115-4f08a699b8c8" providerId="ADAL" clId="{346ECE53-D0EE-4664-97A2-EE5ED4BD15CE}" dt="2025-10-01T15:41:55.251" v="9978" actId="20577"/>
          <ac:spMkLst>
            <pc:docMk/>
            <pc:sldMk cId="3286888530" sldId="345"/>
            <ac:spMk id="10" creationId="{487B9FC8-5BA5-D437-51F4-70648E7FFA64}"/>
          </ac:spMkLst>
        </pc:spChg>
        <pc:picChg chg="del">
          <ac:chgData name="JHEYSON FABIAN VILLAVISAN BUITRAGO" userId="e5ced5c2-d787-455d-b115-4f08a699b8c8" providerId="ADAL" clId="{346ECE53-D0EE-4664-97A2-EE5ED4BD15CE}" dt="2025-10-01T15:41:01.799" v="9971" actId="478"/>
          <ac:picMkLst>
            <pc:docMk/>
            <pc:sldMk cId="3286888530" sldId="345"/>
            <ac:picMk id="7" creationId="{14577AE2-1023-E53D-6390-BD5E2645DD4E}"/>
          </ac:picMkLst>
        </pc:picChg>
      </pc:sldChg>
      <pc:sldChg chg="addSp delSp modSp add mod ord">
        <pc:chgData name="JHEYSON FABIAN VILLAVISAN BUITRAGO" userId="e5ced5c2-d787-455d-b115-4f08a699b8c8" providerId="ADAL" clId="{346ECE53-D0EE-4664-97A2-EE5ED4BD15CE}" dt="2025-10-01T15:58:27.948" v="10410" actId="20577"/>
        <pc:sldMkLst>
          <pc:docMk/>
          <pc:sldMk cId="4103977538" sldId="346"/>
        </pc:sldMkLst>
        <pc:spChg chg="mod">
          <ac:chgData name="JHEYSON FABIAN VILLAVISAN BUITRAGO" userId="e5ced5c2-d787-455d-b115-4f08a699b8c8" providerId="ADAL" clId="{346ECE53-D0EE-4664-97A2-EE5ED4BD15CE}" dt="2025-10-01T15:53:16.808" v="10028" actId="1076"/>
          <ac:spMkLst>
            <pc:docMk/>
            <pc:sldMk cId="4103977538" sldId="346"/>
            <ac:spMk id="2" creationId="{2734E12D-3390-89C5-1D13-3D7EE1309426}"/>
          </ac:spMkLst>
        </pc:spChg>
        <pc:spChg chg="del">
          <ac:chgData name="JHEYSON FABIAN VILLAVISAN BUITRAGO" userId="e5ced5c2-d787-455d-b115-4f08a699b8c8" providerId="ADAL" clId="{346ECE53-D0EE-4664-97A2-EE5ED4BD15CE}" dt="2025-10-01T15:48:40.977" v="9989" actId="478"/>
          <ac:spMkLst>
            <pc:docMk/>
            <pc:sldMk cId="4103977538" sldId="346"/>
            <ac:spMk id="3" creationId="{038E99F7-B717-D197-066B-0B7693F64CAD}"/>
          </ac:spMkLst>
        </pc:spChg>
        <pc:spChg chg="add mod">
          <ac:chgData name="JHEYSON FABIAN VILLAVISAN BUITRAGO" userId="e5ced5c2-d787-455d-b115-4f08a699b8c8" providerId="ADAL" clId="{346ECE53-D0EE-4664-97A2-EE5ED4BD15CE}" dt="2025-10-01T15:58:27.948" v="10410" actId="20577"/>
          <ac:spMkLst>
            <pc:docMk/>
            <pc:sldMk cId="4103977538" sldId="346"/>
            <ac:spMk id="6" creationId="{EBC33719-E875-A6FA-3BAE-0B0C2AA1E62F}"/>
          </ac:spMkLst>
        </pc:spChg>
        <pc:spChg chg="mod">
          <ac:chgData name="JHEYSON FABIAN VILLAVISAN BUITRAGO" userId="e5ced5c2-d787-455d-b115-4f08a699b8c8" providerId="ADAL" clId="{346ECE53-D0EE-4664-97A2-EE5ED4BD15CE}" dt="2025-10-01T15:49:12.915" v="10004" actId="20577"/>
          <ac:spMkLst>
            <pc:docMk/>
            <pc:sldMk cId="4103977538" sldId="346"/>
            <ac:spMk id="10" creationId="{5FB5E73B-DB1D-E3F5-C6BF-30F940B4566F}"/>
          </ac:spMkLst>
        </pc:spChg>
        <pc:graphicFrameChg chg="add mod modGraphic">
          <ac:chgData name="JHEYSON FABIAN VILLAVISAN BUITRAGO" userId="e5ced5c2-d787-455d-b115-4f08a699b8c8" providerId="ADAL" clId="{346ECE53-D0EE-4664-97A2-EE5ED4BD15CE}" dt="2025-10-01T15:48:59.893" v="10002" actId="1076"/>
          <ac:graphicFrameMkLst>
            <pc:docMk/>
            <pc:sldMk cId="4103977538" sldId="346"/>
            <ac:graphicFrameMk id="4" creationId="{1C328AAA-1C5C-099E-5874-19F006D099A2}"/>
          </ac:graphicFrameMkLst>
        </pc:graphicFrameChg>
      </pc:sldChg>
    </pc:docChg>
  </pc:docChgLst>
  <pc:docChgLst>
    <pc:chgData name="DIEGO ALEJANDRO RODRIGUEZ GOMEZ" userId="S::darodriguezgo@itc.edu.co::1e2337d8-8fab-437d-a653-fa453b036901" providerId="AD" clId="Web-{C13E926A-233F-0F61-E50D-8A8162AF14F2}"/>
    <pc:docChg chg="addSld modSld sldOrd modSection">
      <pc:chgData name="DIEGO ALEJANDRO RODRIGUEZ GOMEZ" userId="S::darodriguezgo@itc.edu.co::1e2337d8-8fab-437d-a653-fa453b036901" providerId="AD" clId="Web-{C13E926A-233F-0F61-E50D-8A8162AF14F2}" dt="2024-08-28T01:30:14.005" v="6"/>
      <pc:docMkLst>
        <pc:docMk/>
      </pc:docMkLst>
      <pc:sldChg chg="ord">
        <pc:chgData name="DIEGO ALEJANDRO RODRIGUEZ GOMEZ" userId="S::darodriguezgo@itc.edu.co::1e2337d8-8fab-437d-a653-fa453b036901" providerId="AD" clId="Web-{C13E926A-233F-0F61-E50D-8A8162AF14F2}" dt="2024-08-28T00:47:08.796" v="0"/>
        <pc:sldMkLst>
          <pc:docMk/>
          <pc:sldMk cId="2984553591" sldId="289"/>
        </pc:sldMkLst>
      </pc:sldChg>
      <pc:sldChg chg="addSp delSp modSp ord">
        <pc:chgData name="DIEGO ALEJANDRO RODRIGUEZ GOMEZ" userId="S::darodriguezgo@itc.edu.co::1e2337d8-8fab-437d-a653-fa453b036901" providerId="AD" clId="Web-{C13E926A-233F-0F61-E50D-8A8162AF14F2}" dt="2024-08-28T01:30:14.005" v="6"/>
        <pc:sldMkLst>
          <pc:docMk/>
          <pc:sldMk cId="407945755" sldId="290"/>
        </pc:sldMkLst>
      </pc:sldChg>
      <pc:sldChg chg="new">
        <pc:chgData name="DIEGO ALEJANDRO RODRIGUEZ GOMEZ" userId="S::darodriguezgo@itc.edu.co::1e2337d8-8fab-437d-a653-fa453b036901" providerId="AD" clId="Web-{C13E926A-233F-0F61-E50D-8A8162AF14F2}" dt="2024-08-28T00:48:28.626" v="1"/>
        <pc:sldMkLst>
          <pc:docMk/>
          <pc:sldMk cId="3981299200" sldId="296"/>
        </pc:sldMkLst>
      </pc:sldChg>
    </pc:docChg>
  </pc:docChgLst>
  <pc:docChgLst>
    <pc:chgData name="DIEGO ALEJANDRO RODRIGUEZ GOMEZ" userId="S::darodriguezgo@itc.edu.co::1e2337d8-8fab-437d-a653-fa453b036901" providerId="AD" clId="Web-{538D1E32-CF57-9A4D-28E3-F76089058522}"/>
    <pc:docChg chg="addSld modSection">
      <pc:chgData name="DIEGO ALEJANDRO RODRIGUEZ GOMEZ" userId="S::darodriguezgo@itc.edu.co::1e2337d8-8fab-437d-a653-fa453b036901" providerId="AD" clId="Web-{538D1E32-CF57-9A4D-28E3-F76089058522}" dt="2024-08-28T02:04:32.248" v="0"/>
      <pc:docMkLst>
        <pc:docMk/>
      </pc:docMkLst>
      <pc:sldChg chg="new">
        <pc:chgData name="DIEGO ALEJANDRO RODRIGUEZ GOMEZ" userId="S::darodriguezgo@itc.edu.co::1e2337d8-8fab-437d-a653-fa453b036901" providerId="AD" clId="Web-{538D1E32-CF57-9A4D-28E3-F76089058522}" dt="2024-08-28T02:04:32.248" v="0"/>
        <pc:sldMkLst>
          <pc:docMk/>
          <pc:sldMk cId="1439744647" sldId="297"/>
        </pc:sldMkLst>
      </pc:sldChg>
    </pc:docChg>
  </pc:docChgLst>
  <pc:docChgLst>
    <pc:chgData name="JHEYSON FABIAN VILLAVISAN BUITRAGO" userId="e5ced5c2-d787-455d-b115-4f08a699b8c8" providerId="ADAL" clId="{1E2E911B-7E72-4E39-98E0-2C0EB388CD7F}"/>
    <pc:docChg chg="custSel addSld modSld modSection">
      <pc:chgData name="JHEYSON FABIAN VILLAVISAN BUITRAGO" userId="e5ced5c2-d787-455d-b115-4f08a699b8c8" providerId="ADAL" clId="{1E2E911B-7E72-4E39-98E0-2C0EB388CD7F}" dt="2024-09-03T14:29:29.165" v="211" actId="20577"/>
      <pc:docMkLst>
        <pc:docMk/>
      </pc:docMkLst>
      <pc:sldChg chg="addSp delSp modSp mod">
        <pc:chgData name="JHEYSON FABIAN VILLAVISAN BUITRAGO" userId="e5ced5c2-d787-455d-b115-4f08a699b8c8" providerId="ADAL" clId="{1E2E911B-7E72-4E39-98E0-2C0EB388CD7F}" dt="2024-08-12T16:39:02.340" v="18" actId="20577"/>
        <pc:sldMkLst>
          <pc:docMk/>
          <pc:sldMk cId="2505371292" sldId="270"/>
        </pc:sldMkLst>
      </pc:sldChg>
      <pc:sldChg chg="modSp">
        <pc:chgData name="JHEYSON FABIAN VILLAVISAN BUITRAGO" userId="e5ced5c2-d787-455d-b115-4f08a699b8c8" providerId="ADAL" clId="{1E2E911B-7E72-4E39-98E0-2C0EB388CD7F}" dt="2024-08-12T16:39:14.175" v="19" actId="20577"/>
        <pc:sldMkLst>
          <pc:docMk/>
          <pc:sldMk cId="3873222534" sldId="276"/>
        </pc:sldMkLst>
      </pc:sldChg>
      <pc:sldChg chg="modSp">
        <pc:chgData name="JHEYSON FABIAN VILLAVISAN BUITRAGO" userId="e5ced5c2-d787-455d-b115-4f08a699b8c8" providerId="ADAL" clId="{1E2E911B-7E72-4E39-98E0-2C0EB388CD7F}" dt="2024-08-12T16:39:51.260" v="22" actId="20577"/>
        <pc:sldMkLst>
          <pc:docMk/>
          <pc:sldMk cId="58491467" sldId="278"/>
        </pc:sldMkLst>
      </pc:sldChg>
      <pc:sldChg chg="modSp mod">
        <pc:chgData name="JHEYSON FABIAN VILLAVISAN BUITRAGO" userId="e5ced5c2-d787-455d-b115-4f08a699b8c8" providerId="ADAL" clId="{1E2E911B-7E72-4E39-98E0-2C0EB388CD7F}" dt="2024-08-12T16:50:01.767" v="28" actId="20577"/>
        <pc:sldMkLst>
          <pc:docMk/>
          <pc:sldMk cId="1894837781" sldId="279"/>
        </pc:sldMkLst>
      </pc:sldChg>
      <pc:sldChg chg="addSp modSp mod">
        <pc:chgData name="JHEYSON FABIAN VILLAVISAN BUITRAGO" userId="e5ced5c2-d787-455d-b115-4f08a699b8c8" providerId="ADAL" clId="{1E2E911B-7E72-4E39-98E0-2C0EB388CD7F}" dt="2024-08-12T16:58:55.987" v="53" actId="20577"/>
        <pc:sldMkLst>
          <pc:docMk/>
          <pc:sldMk cId="1064503744" sldId="280"/>
        </pc:sldMkLst>
      </pc:sldChg>
      <pc:sldChg chg="modSp mod">
        <pc:chgData name="JHEYSON FABIAN VILLAVISAN BUITRAGO" userId="e5ced5c2-d787-455d-b115-4f08a699b8c8" providerId="ADAL" clId="{1E2E911B-7E72-4E39-98E0-2C0EB388CD7F}" dt="2024-08-12T16:58:45.549" v="51" actId="20577"/>
        <pc:sldMkLst>
          <pc:docMk/>
          <pc:sldMk cId="600911693" sldId="283"/>
        </pc:sldMkLst>
      </pc:sldChg>
      <pc:sldChg chg="modSp mod">
        <pc:chgData name="JHEYSON FABIAN VILLAVISAN BUITRAGO" userId="e5ced5c2-d787-455d-b115-4f08a699b8c8" providerId="ADAL" clId="{1E2E911B-7E72-4E39-98E0-2C0EB388CD7F}" dt="2024-08-12T17:58:30.651" v="204" actId="20577"/>
        <pc:sldMkLst>
          <pc:docMk/>
          <pc:sldMk cId="1698574024" sldId="284"/>
        </pc:sldMkLst>
      </pc:sldChg>
      <pc:sldChg chg="modSp mod">
        <pc:chgData name="JHEYSON FABIAN VILLAVISAN BUITRAGO" userId="e5ced5c2-d787-455d-b115-4f08a699b8c8" providerId="ADAL" clId="{1E2E911B-7E72-4E39-98E0-2C0EB388CD7F}" dt="2024-08-12T17:58:36.581" v="208" actId="20577"/>
        <pc:sldMkLst>
          <pc:docMk/>
          <pc:sldMk cId="1499167107" sldId="285"/>
        </pc:sldMkLst>
      </pc:sldChg>
      <pc:sldChg chg="addSp modSp mod">
        <pc:chgData name="JHEYSON FABIAN VILLAVISAN BUITRAGO" userId="e5ced5c2-d787-455d-b115-4f08a699b8c8" providerId="ADAL" clId="{1E2E911B-7E72-4E39-98E0-2C0EB388CD7F}" dt="2024-08-12T17:05:04.214" v="64" actId="20577"/>
        <pc:sldMkLst>
          <pc:docMk/>
          <pc:sldMk cId="1001278451" sldId="286"/>
        </pc:sldMkLst>
      </pc:sldChg>
      <pc:sldChg chg="addSp modSp mod">
        <pc:chgData name="JHEYSON FABIAN VILLAVISAN BUITRAGO" userId="e5ced5c2-d787-455d-b115-4f08a699b8c8" providerId="ADAL" clId="{1E2E911B-7E72-4E39-98E0-2C0EB388CD7F}" dt="2024-08-20T21:47:44.001" v="209" actId="1076"/>
        <pc:sldMkLst>
          <pc:docMk/>
          <pc:sldMk cId="185654624" sldId="287"/>
        </pc:sldMkLst>
      </pc:sldChg>
      <pc:sldChg chg="modSp mod">
        <pc:chgData name="JHEYSON FABIAN VILLAVISAN BUITRAGO" userId="e5ced5c2-d787-455d-b115-4f08a699b8c8" providerId="ADAL" clId="{1E2E911B-7E72-4E39-98E0-2C0EB388CD7F}" dt="2024-08-12T17:45:05.182" v="187" actId="20577"/>
        <pc:sldMkLst>
          <pc:docMk/>
          <pc:sldMk cId="1693476339" sldId="288"/>
        </pc:sldMkLst>
      </pc:sldChg>
      <pc:sldChg chg="modSp mod">
        <pc:chgData name="JHEYSON FABIAN VILLAVISAN BUITRAGO" userId="e5ced5c2-d787-455d-b115-4f08a699b8c8" providerId="ADAL" clId="{1E2E911B-7E72-4E39-98E0-2C0EB388CD7F}" dt="2024-08-12T17:45:07.724" v="189" actId="20577"/>
        <pc:sldMkLst>
          <pc:docMk/>
          <pc:sldMk cId="2984553591" sldId="289"/>
        </pc:sldMkLst>
      </pc:sldChg>
      <pc:sldChg chg="modSp mod">
        <pc:chgData name="JHEYSON FABIAN VILLAVISAN BUITRAGO" userId="e5ced5c2-d787-455d-b115-4f08a699b8c8" providerId="ADAL" clId="{1E2E911B-7E72-4E39-98E0-2C0EB388CD7F}" dt="2024-08-12T17:45:40.642" v="199" actId="1076"/>
        <pc:sldMkLst>
          <pc:docMk/>
          <pc:sldMk cId="407945755" sldId="290"/>
        </pc:sldMkLst>
      </pc:sldChg>
      <pc:sldChg chg="modSp mod">
        <pc:chgData name="JHEYSON FABIAN VILLAVISAN BUITRAGO" userId="e5ced5c2-d787-455d-b115-4f08a699b8c8" providerId="ADAL" clId="{1E2E911B-7E72-4E39-98E0-2C0EB388CD7F}" dt="2024-09-03T14:29:29.165" v="211" actId="20577"/>
        <pc:sldMkLst>
          <pc:docMk/>
          <pc:sldMk cId="1362307742" sldId="291"/>
        </pc:sldMkLst>
      </pc:sldChg>
      <pc:sldChg chg="modSp mod">
        <pc:chgData name="JHEYSON FABIAN VILLAVISAN BUITRAGO" userId="e5ced5c2-d787-455d-b115-4f08a699b8c8" providerId="ADAL" clId="{1E2E911B-7E72-4E39-98E0-2C0EB388CD7F}" dt="2024-08-12T17:58:34.241" v="206" actId="20577"/>
        <pc:sldMkLst>
          <pc:docMk/>
          <pc:sldMk cId="1411283449" sldId="292"/>
        </pc:sldMkLst>
      </pc:sldChg>
      <pc:sldChg chg="modSp add mod">
        <pc:chgData name="JHEYSON FABIAN VILLAVISAN BUITRAGO" userId="e5ced5c2-d787-455d-b115-4f08a699b8c8" providerId="ADAL" clId="{1E2E911B-7E72-4E39-98E0-2C0EB388CD7F}" dt="2024-08-12T16:49:47.251" v="27" actId="20577"/>
        <pc:sldMkLst>
          <pc:docMk/>
          <pc:sldMk cId="2448612144" sldId="293"/>
        </pc:sldMkLst>
      </pc:sldChg>
      <pc:sldChg chg="addSp delSp modSp add mod">
        <pc:chgData name="JHEYSON FABIAN VILLAVISAN BUITRAGO" userId="e5ced5c2-d787-455d-b115-4f08a699b8c8" providerId="ADAL" clId="{1E2E911B-7E72-4E39-98E0-2C0EB388CD7F}" dt="2024-08-12T17:44:59.584" v="183" actId="20577"/>
        <pc:sldMkLst>
          <pc:docMk/>
          <pc:sldMk cId="2466407268" sldId="294"/>
        </pc:sldMkLst>
      </pc:sldChg>
      <pc:sldChg chg="addSp modSp add mod">
        <pc:chgData name="JHEYSON FABIAN VILLAVISAN BUITRAGO" userId="e5ced5c2-d787-455d-b115-4f08a699b8c8" providerId="ADAL" clId="{1E2E911B-7E72-4E39-98E0-2C0EB388CD7F}" dt="2024-08-12T17:45:02.067" v="185" actId="20577"/>
        <pc:sldMkLst>
          <pc:docMk/>
          <pc:sldMk cId="2113326980" sldId="295"/>
        </pc:sldMkLst>
      </pc:sldChg>
    </pc:docChg>
  </pc:docChgLst>
  <pc:docChgLst>
    <pc:chgData name="JHEYSON FABIAN VILLAVISAN BUITRAGO" userId="e5ced5c2-d787-455d-b115-4f08a699b8c8" providerId="ADAL" clId="{6D4E4387-A8B5-4EAB-B129-13D0102C3393}"/>
    <pc:docChg chg="undo custSel addSld modSld modSection">
      <pc:chgData name="JHEYSON FABIAN VILLAVISAN BUITRAGO" userId="e5ced5c2-d787-455d-b115-4f08a699b8c8" providerId="ADAL" clId="{6D4E4387-A8B5-4EAB-B129-13D0102C3393}" dt="2023-08-02T00:01:03.382" v="783" actId="20577"/>
      <pc:docMkLst>
        <pc:docMk/>
      </pc:docMkLst>
      <pc:sldChg chg="delSp modSp mod">
        <pc:chgData name="JHEYSON FABIAN VILLAVISAN BUITRAGO" userId="e5ced5c2-d787-455d-b115-4f08a699b8c8" providerId="ADAL" clId="{6D4E4387-A8B5-4EAB-B129-13D0102C3393}" dt="2023-08-01T18:38:51.331" v="37" actId="1076"/>
        <pc:sldMkLst>
          <pc:docMk/>
          <pc:sldMk cId="0" sldId="256"/>
        </pc:sldMkLst>
      </pc:sldChg>
      <pc:sldChg chg="addSp delSp modSp">
        <pc:chgData name="JHEYSON FABIAN VILLAVISAN BUITRAGO" userId="e5ced5c2-d787-455d-b115-4f08a699b8c8" providerId="ADAL" clId="{6D4E4387-A8B5-4EAB-B129-13D0102C3393}" dt="2023-08-01T18:50:11.591" v="691" actId="20577"/>
        <pc:sldMkLst>
          <pc:docMk/>
          <pc:sldMk cId="0" sldId="261"/>
        </pc:sldMkLst>
      </pc:sldChg>
      <pc:sldChg chg="delSp">
        <pc:chgData name="JHEYSON FABIAN VILLAVISAN BUITRAGO" userId="e5ced5c2-d787-455d-b115-4f08a699b8c8" providerId="ADAL" clId="{6D4E4387-A8B5-4EAB-B129-13D0102C3393}" dt="2023-08-01T18:39:15.327" v="44" actId="478"/>
        <pc:sldMkLst>
          <pc:docMk/>
          <pc:sldMk cId="0" sldId="264"/>
        </pc:sldMkLst>
      </pc:sldChg>
      <pc:sldChg chg="addSp delSp modSp">
        <pc:chgData name="JHEYSON FABIAN VILLAVISAN BUITRAGO" userId="e5ced5c2-d787-455d-b115-4f08a699b8c8" providerId="ADAL" clId="{6D4E4387-A8B5-4EAB-B129-13D0102C3393}" dt="2023-08-01T18:40:30.551" v="89"/>
        <pc:sldMkLst>
          <pc:docMk/>
          <pc:sldMk cId="0" sldId="265"/>
        </pc:sldMkLst>
      </pc:sldChg>
      <pc:sldChg chg="addSp delSp modSp">
        <pc:chgData name="JHEYSON FABIAN VILLAVISAN BUITRAGO" userId="e5ced5c2-d787-455d-b115-4f08a699b8c8" providerId="ADAL" clId="{6D4E4387-A8B5-4EAB-B129-13D0102C3393}" dt="2023-08-01T18:40:32.003" v="90"/>
        <pc:sldMkLst>
          <pc:docMk/>
          <pc:sldMk cId="0" sldId="266"/>
        </pc:sldMkLst>
      </pc:sldChg>
      <pc:sldChg chg="addSp delSp modSp">
        <pc:chgData name="JHEYSON FABIAN VILLAVISAN BUITRAGO" userId="e5ced5c2-d787-455d-b115-4f08a699b8c8" providerId="ADAL" clId="{6D4E4387-A8B5-4EAB-B129-13D0102C3393}" dt="2023-08-01T18:40:35.454" v="93"/>
        <pc:sldMkLst>
          <pc:docMk/>
          <pc:sldMk cId="0" sldId="268"/>
        </pc:sldMkLst>
      </pc:sldChg>
      <pc:sldChg chg="addSp delSp modSp mod">
        <pc:chgData name="JHEYSON FABIAN VILLAVISAN BUITRAGO" userId="e5ced5c2-d787-455d-b115-4f08a699b8c8" providerId="ADAL" clId="{6D4E4387-A8B5-4EAB-B129-13D0102C3393}" dt="2023-08-02T00:01:03.382" v="783" actId="20577"/>
        <pc:sldMkLst>
          <pc:docMk/>
          <pc:sldMk cId="2505371292" sldId="270"/>
        </pc:sldMkLst>
      </pc:sldChg>
      <pc:sldChg chg="addSp delSp modSp mod">
        <pc:chgData name="JHEYSON FABIAN VILLAVISAN BUITRAGO" userId="e5ced5c2-d787-455d-b115-4f08a699b8c8" providerId="ADAL" clId="{6D4E4387-A8B5-4EAB-B129-13D0102C3393}" dt="2023-08-01T19:03:12.469" v="724" actId="20577"/>
        <pc:sldMkLst>
          <pc:docMk/>
          <pc:sldMk cId="3709177429" sldId="274"/>
        </pc:sldMkLst>
      </pc:sldChg>
      <pc:sldChg chg="addSp delSp modSp">
        <pc:chgData name="JHEYSON FABIAN VILLAVISAN BUITRAGO" userId="e5ced5c2-d787-455d-b115-4f08a699b8c8" providerId="ADAL" clId="{6D4E4387-A8B5-4EAB-B129-13D0102C3393}" dt="2023-08-01T18:40:33.092" v="91"/>
        <pc:sldMkLst>
          <pc:docMk/>
          <pc:sldMk cId="2680639377" sldId="275"/>
        </pc:sldMkLst>
      </pc:sldChg>
      <pc:sldChg chg="addSp delSp modSp">
        <pc:chgData name="JHEYSON FABIAN VILLAVISAN BUITRAGO" userId="e5ced5c2-d787-455d-b115-4f08a699b8c8" providerId="ADAL" clId="{6D4E4387-A8B5-4EAB-B129-13D0102C3393}" dt="2023-08-01T18:40:34.096" v="92"/>
        <pc:sldMkLst>
          <pc:docMk/>
          <pc:sldMk cId="1955606898" sldId="277"/>
        </pc:sldMkLst>
      </pc:sldChg>
      <pc:sldChg chg="addSp delSp modSp">
        <pc:chgData name="JHEYSON FABIAN VILLAVISAN BUITRAGO" userId="e5ced5c2-d787-455d-b115-4f08a699b8c8" providerId="ADAL" clId="{6D4E4387-A8B5-4EAB-B129-13D0102C3393}" dt="2023-08-01T18:40:19.901" v="86"/>
        <pc:sldMkLst>
          <pc:docMk/>
          <pc:sldMk cId="214171354" sldId="278"/>
        </pc:sldMkLst>
      </pc:sldChg>
      <pc:sldChg chg="addSp delSp modSp add mod">
        <pc:chgData name="JHEYSON FABIAN VILLAVISAN BUITRAGO" userId="e5ced5c2-d787-455d-b115-4f08a699b8c8" providerId="ADAL" clId="{6D4E4387-A8B5-4EAB-B129-13D0102C3393}" dt="2023-08-01T19:21:09.537" v="739" actId="1076"/>
        <pc:sldMkLst>
          <pc:docMk/>
          <pc:sldMk cId="3765501484" sldId="279"/>
        </pc:sldMkLst>
      </pc:sldChg>
    </pc:docChg>
  </pc:docChgLst>
  <pc:docChgLst>
    <pc:chgData name="JHEYSON FABIAN VILLAVISAN BUITRAGO" userId="e5ced5c2-d787-455d-b115-4f08a699b8c8" providerId="ADAL" clId="{FE57EBB9-7AE9-4756-9485-EE2269EC4231}"/>
    <pc:docChg chg="custSel addSld delSld modSld modSection">
      <pc:chgData name="JHEYSON FABIAN VILLAVISAN BUITRAGO" userId="e5ced5c2-d787-455d-b115-4f08a699b8c8" providerId="ADAL" clId="{FE57EBB9-7AE9-4756-9485-EE2269EC4231}" dt="2025-08-22T17:25:29.623" v="290" actId="47"/>
      <pc:docMkLst>
        <pc:docMk/>
      </pc:docMkLst>
      <pc:sldChg chg="modSp mod">
        <pc:chgData name="JHEYSON FABIAN VILLAVISAN BUITRAGO" userId="e5ced5c2-d787-455d-b115-4f08a699b8c8" providerId="ADAL" clId="{FE57EBB9-7AE9-4756-9485-EE2269EC4231}" dt="2025-08-22T16:54:38.773" v="1" actId="20577"/>
        <pc:sldMkLst>
          <pc:docMk/>
          <pc:sldMk cId="0" sldId="256"/>
        </pc:sldMkLst>
      </pc:sldChg>
      <pc:sldChg chg="del">
        <pc:chgData name="JHEYSON FABIAN VILLAVISAN BUITRAGO" userId="e5ced5c2-d787-455d-b115-4f08a699b8c8" providerId="ADAL" clId="{FE57EBB9-7AE9-4756-9485-EE2269EC4231}" dt="2025-08-22T16:54:41.694" v="2" actId="47"/>
        <pc:sldMkLst>
          <pc:docMk/>
          <pc:sldMk cId="2505371292" sldId="270"/>
        </pc:sldMkLst>
      </pc:sldChg>
      <pc:sldChg chg="modSp del mod">
        <pc:chgData name="JHEYSON FABIAN VILLAVISAN BUITRAGO" userId="e5ced5c2-d787-455d-b115-4f08a699b8c8" providerId="ADAL" clId="{FE57EBB9-7AE9-4756-9485-EE2269EC4231}" dt="2025-08-22T16:54:48.581" v="5" actId="47"/>
        <pc:sldMkLst>
          <pc:docMk/>
          <pc:sldMk cId="3709177429" sldId="274"/>
        </pc:sldMkLst>
      </pc:sldChg>
      <pc:sldChg chg="modSp mod">
        <pc:chgData name="JHEYSON FABIAN VILLAVISAN BUITRAGO" userId="e5ced5c2-d787-455d-b115-4f08a699b8c8" providerId="ADAL" clId="{FE57EBB9-7AE9-4756-9485-EE2269EC4231}" dt="2025-08-22T17:04:52.794" v="12"/>
        <pc:sldMkLst>
          <pc:docMk/>
          <pc:sldMk cId="616220982" sldId="275"/>
        </pc:sldMkLst>
      </pc:sldChg>
      <pc:sldChg chg="modSp mod">
        <pc:chgData name="JHEYSON FABIAN VILLAVISAN BUITRAGO" userId="e5ced5c2-d787-455d-b115-4f08a699b8c8" providerId="ADAL" clId="{FE57EBB9-7AE9-4756-9485-EE2269EC4231}" dt="2025-08-22T17:04:54.271" v="13"/>
        <pc:sldMkLst>
          <pc:docMk/>
          <pc:sldMk cId="3873222534" sldId="276"/>
        </pc:sldMkLst>
      </pc:sldChg>
      <pc:sldChg chg="modSp mod">
        <pc:chgData name="JHEYSON FABIAN VILLAVISAN BUITRAGO" userId="e5ced5c2-d787-455d-b115-4f08a699b8c8" providerId="ADAL" clId="{FE57EBB9-7AE9-4756-9485-EE2269EC4231}" dt="2025-08-22T17:04:55.720" v="14"/>
        <pc:sldMkLst>
          <pc:docMk/>
          <pc:sldMk cId="3594096077" sldId="277"/>
        </pc:sldMkLst>
      </pc:sldChg>
      <pc:sldChg chg="modSp mod">
        <pc:chgData name="JHEYSON FABIAN VILLAVISAN BUITRAGO" userId="e5ced5c2-d787-455d-b115-4f08a699b8c8" providerId="ADAL" clId="{FE57EBB9-7AE9-4756-9485-EE2269EC4231}" dt="2025-08-22T17:06:55.254" v="40" actId="20577"/>
        <pc:sldMkLst>
          <pc:docMk/>
          <pc:sldMk cId="58491467" sldId="278"/>
        </pc:sldMkLst>
      </pc:sldChg>
      <pc:sldChg chg="modSp mod">
        <pc:chgData name="JHEYSON FABIAN VILLAVISAN BUITRAGO" userId="e5ced5c2-d787-455d-b115-4f08a699b8c8" providerId="ADAL" clId="{FE57EBB9-7AE9-4756-9485-EE2269EC4231}" dt="2025-08-22T17:23:31.498" v="253" actId="20577"/>
        <pc:sldMkLst>
          <pc:docMk/>
          <pc:sldMk cId="1894837781" sldId="279"/>
        </pc:sldMkLst>
      </pc:sldChg>
      <pc:sldChg chg="modSp mod">
        <pc:chgData name="JHEYSON FABIAN VILLAVISAN BUITRAGO" userId="e5ced5c2-d787-455d-b115-4f08a699b8c8" providerId="ADAL" clId="{FE57EBB9-7AE9-4756-9485-EE2269EC4231}" dt="2025-08-22T17:23:36.591" v="255" actId="20577"/>
        <pc:sldMkLst>
          <pc:docMk/>
          <pc:sldMk cId="1064503744" sldId="280"/>
        </pc:sldMkLst>
      </pc:sldChg>
      <pc:sldChg chg="modSp mod modNotesTx">
        <pc:chgData name="JHEYSON FABIAN VILLAVISAN BUITRAGO" userId="e5ced5c2-d787-455d-b115-4f08a699b8c8" providerId="ADAL" clId="{FE57EBB9-7AE9-4756-9485-EE2269EC4231}" dt="2025-08-22T17:24:02.583" v="260" actId="20577"/>
        <pc:sldMkLst>
          <pc:docMk/>
          <pc:sldMk cId="600911693" sldId="283"/>
        </pc:sldMkLst>
      </pc:sldChg>
      <pc:sldChg chg="modSp mod">
        <pc:chgData name="JHEYSON FABIAN VILLAVISAN BUITRAGO" userId="e5ced5c2-d787-455d-b115-4f08a699b8c8" providerId="ADAL" clId="{FE57EBB9-7AE9-4756-9485-EE2269EC4231}" dt="2025-08-22T17:25:23.244" v="288" actId="20577"/>
        <pc:sldMkLst>
          <pc:docMk/>
          <pc:sldMk cId="1698574024" sldId="284"/>
        </pc:sldMkLst>
      </pc:sldChg>
      <pc:sldChg chg="del">
        <pc:chgData name="JHEYSON FABIAN VILLAVISAN BUITRAGO" userId="e5ced5c2-d787-455d-b115-4f08a699b8c8" providerId="ADAL" clId="{FE57EBB9-7AE9-4756-9485-EE2269EC4231}" dt="2025-08-22T17:25:29.623" v="290" actId="47"/>
        <pc:sldMkLst>
          <pc:docMk/>
          <pc:sldMk cId="1499167107" sldId="285"/>
        </pc:sldMkLst>
      </pc:sldChg>
      <pc:sldChg chg="modSp mod">
        <pc:chgData name="JHEYSON FABIAN VILLAVISAN BUITRAGO" userId="e5ced5c2-d787-455d-b115-4f08a699b8c8" providerId="ADAL" clId="{FE57EBB9-7AE9-4756-9485-EE2269EC4231}" dt="2025-08-22T17:24:51.280" v="268" actId="20577"/>
        <pc:sldMkLst>
          <pc:docMk/>
          <pc:sldMk cId="1001278451" sldId="286"/>
        </pc:sldMkLst>
      </pc:sldChg>
      <pc:sldChg chg="modSp mod modNotesTx">
        <pc:chgData name="JHEYSON FABIAN VILLAVISAN BUITRAGO" userId="e5ced5c2-d787-455d-b115-4f08a699b8c8" providerId="ADAL" clId="{FE57EBB9-7AE9-4756-9485-EE2269EC4231}" dt="2025-08-22T17:24:12.648" v="261" actId="20577"/>
        <pc:sldMkLst>
          <pc:docMk/>
          <pc:sldMk cId="185654624" sldId="287"/>
        </pc:sldMkLst>
      </pc:sldChg>
      <pc:sldChg chg="modSp mod modNotesTx">
        <pc:chgData name="JHEYSON FABIAN VILLAVISAN BUITRAGO" userId="e5ced5c2-d787-455d-b115-4f08a699b8c8" providerId="ADAL" clId="{FE57EBB9-7AE9-4756-9485-EE2269EC4231}" dt="2025-08-22T17:25:01.546" v="276" actId="20577"/>
        <pc:sldMkLst>
          <pc:docMk/>
          <pc:sldMk cId="1693476339" sldId="288"/>
        </pc:sldMkLst>
      </pc:sldChg>
      <pc:sldChg chg="modSp mod">
        <pc:chgData name="JHEYSON FABIAN VILLAVISAN BUITRAGO" userId="e5ced5c2-d787-455d-b115-4f08a699b8c8" providerId="ADAL" clId="{FE57EBB9-7AE9-4756-9485-EE2269EC4231}" dt="2025-08-22T17:25:05.064" v="278" actId="20577"/>
        <pc:sldMkLst>
          <pc:docMk/>
          <pc:sldMk cId="2984553591" sldId="289"/>
        </pc:sldMkLst>
      </pc:sldChg>
      <pc:sldChg chg="modSp mod">
        <pc:chgData name="JHEYSON FABIAN VILLAVISAN BUITRAGO" userId="e5ced5c2-d787-455d-b115-4f08a699b8c8" providerId="ADAL" clId="{FE57EBB9-7AE9-4756-9485-EE2269EC4231}" dt="2025-08-22T17:25:08.401" v="280" actId="20577"/>
        <pc:sldMkLst>
          <pc:docMk/>
          <pc:sldMk cId="407945755" sldId="290"/>
        </pc:sldMkLst>
      </pc:sldChg>
      <pc:sldChg chg="modSp mod modNotesTx">
        <pc:chgData name="JHEYSON FABIAN VILLAVISAN BUITRAGO" userId="e5ced5c2-d787-455d-b115-4f08a699b8c8" providerId="ADAL" clId="{FE57EBB9-7AE9-4756-9485-EE2269EC4231}" dt="2025-08-22T17:25:19.352" v="286" actId="20577"/>
        <pc:sldMkLst>
          <pc:docMk/>
          <pc:sldMk cId="1362307742" sldId="291"/>
        </pc:sldMkLst>
      </pc:sldChg>
      <pc:sldChg chg="modSp del modNotesTx">
        <pc:chgData name="JHEYSON FABIAN VILLAVISAN BUITRAGO" userId="e5ced5c2-d787-455d-b115-4f08a699b8c8" providerId="ADAL" clId="{FE57EBB9-7AE9-4756-9485-EE2269EC4231}" dt="2025-08-22T17:25:27.866" v="289" actId="47"/>
        <pc:sldMkLst>
          <pc:docMk/>
          <pc:sldMk cId="1411283449" sldId="292"/>
        </pc:sldMkLst>
      </pc:sldChg>
      <pc:sldChg chg="modSp mod">
        <pc:chgData name="JHEYSON FABIAN VILLAVISAN BUITRAGO" userId="e5ced5c2-d787-455d-b115-4f08a699b8c8" providerId="ADAL" clId="{FE57EBB9-7AE9-4756-9485-EE2269EC4231}" dt="2025-08-22T17:07:02.309" v="42" actId="20577"/>
        <pc:sldMkLst>
          <pc:docMk/>
          <pc:sldMk cId="2448612144" sldId="293"/>
        </pc:sldMkLst>
      </pc:sldChg>
      <pc:sldChg chg="modSp mod">
        <pc:chgData name="JHEYSON FABIAN VILLAVISAN BUITRAGO" userId="e5ced5c2-d787-455d-b115-4f08a699b8c8" providerId="ADAL" clId="{FE57EBB9-7AE9-4756-9485-EE2269EC4231}" dt="2025-08-22T17:24:46.513" v="266" actId="20577"/>
        <pc:sldMkLst>
          <pc:docMk/>
          <pc:sldMk cId="2466407268" sldId="294"/>
        </pc:sldMkLst>
      </pc:sldChg>
      <pc:sldChg chg="modSp mod">
        <pc:chgData name="JHEYSON FABIAN VILLAVISAN BUITRAGO" userId="e5ced5c2-d787-455d-b115-4f08a699b8c8" providerId="ADAL" clId="{FE57EBB9-7AE9-4756-9485-EE2269EC4231}" dt="2025-08-22T17:24:57.122" v="274" actId="20577"/>
        <pc:sldMkLst>
          <pc:docMk/>
          <pc:sldMk cId="2113326980" sldId="295"/>
        </pc:sldMkLst>
      </pc:sldChg>
      <pc:sldChg chg="modSp add mod">
        <pc:chgData name="JHEYSON FABIAN VILLAVISAN BUITRAGO" userId="e5ced5c2-d787-455d-b115-4f08a699b8c8" providerId="ADAL" clId="{FE57EBB9-7AE9-4756-9485-EE2269EC4231}" dt="2025-08-22T17:08:16.935" v="78" actId="20577"/>
        <pc:sldMkLst>
          <pc:docMk/>
          <pc:sldMk cId="291105608" sldId="296"/>
        </pc:sldMkLst>
      </pc:sldChg>
      <pc:sldChg chg="modSp add mod">
        <pc:chgData name="JHEYSON FABIAN VILLAVISAN BUITRAGO" userId="e5ced5c2-d787-455d-b115-4f08a699b8c8" providerId="ADAL" clId="{FE57EBB9-7AE9-4756-9485-EE2269EC4231}" dt="2025-08-22T17:09:35.710" v="94" actId="20577"/>
        <pc:sldMkLst>
          <pc:docMk/>
          <pc:sldMk cId="3819376886" sldId="297"/>
        </pc:sldMkLst>
      </pc:sldChg>
      <pc:sldChg chg="addSp delSp modSp add mod">
        <pc:chgData name="JHEYSON FABIAN VILLAVISAN BUITRAGO" userId="e5ced5c2-d787-455d-b115-4f08a699b8c8" providerId="ADAL" clId="{FE57EBB9-7AE9-4756-9485-EE2269EC4231}" dt="2025-08-22T17:18:51.233" v="241" actId="1076"/>
        <pc:sldMkLst>
          <pc:docMk/>
          <pc:sldMk cId="3615389890" sldId="298"/>
        </pc:sldMkLst>
      </pc:sldChg>
      <pc:sldChg chg="addSp delSp modSp add mod">
        <pc:chgData name="JHEYSON FABIAN VILLAVISAN BUITRAGO" userId="e5ced5c2-d787-455d-b115-4f08a699b8c8" providerId="ADAL" clId="{FE57EBB9-7AE9-4756-9485-EE2269EC4231}" dt="2025-08-22T17:21:32.800" v="251" actId="1076"/>
        <pc:sldMkLst>
          <pc:docMk/>
          <pc:sldMk cId="3420418071" sldId="299"/>
        </pc:sldMkLst>
      </pc:sldChg>
    </pc:docChg>
  </pc:docChgLst>
  <pc:docChgLst>
    <pc:chgData name="Jheyson Fabian Villavisan Buitrago" userId="b9abc243-2adc-4788-8ef1-b07bec73deff" providerId="ADAL" clId="{33DDCE01-D5A0-4892-8419-FF73BDBED2B5}"/>
    <pc:docChg chg="undo custSel addSld delSld modSld modMainMaster modSection">
      <pc:chgData name="Jheyson Fabian Villavisan Buitrago" userId="b9abc243-2adc-4788-8ef1-b07bec73deff" providerId="ADAL" clId="{33DDCE01-D5A0-4892-8419-FF73BDBED2B5}" dt="2023-02-12T23:52:00.525" v="841" actId="47"/>
      <pc:docMkLst>
        <pc:docMk/>
      </pc:docMkLst>
      <pc:sldChg chg="addSp delSp modSp mod">
        <pc:chgData name="Jheyson Fabian Villavisan Buitrago" userId="b9abc243-2adc-4788-8ef1-b07bec73deff" providerId="ADAL" clId="{33DDCE01-D5A0-4892-8419-FF73BDBED2B5}" dt="2023-02-12T23:49:29.616" v="833" actId="20577"/>
        <pc:sldMkLst>
          <pc:docMk/>
          <pc:sldMk cId="0" sldId="256"/>
        </pc:sldMkLst>
      </pc:sldChg>
      <pc:sldChg chg="addSp delSp modSp mod">
        <pc:chgData name="Jheyson Fabian Villavisan Buitrago" userId="b9abc243-2adc-4788-8ef1-b07bec73deff" providerId="ADAL" clId="{33DDCE01-D5A0-4892-8419-FF73BDBED2B5}" dt="2023-02-12T21:28:06.624" v="776" actId="1076"/>
        <pc:sldMkLst>
          <pc:docMk/>
          <pc:sldMk cId="0" sldId="261"/>
        </pc:sldMkLst>
      </pc:sldChg>
      <pc:sldChg chg="addSp delSp modSp del">
        <pc:chgData name="Jheyson Fabian Villavisan Buitrago" userId="b9abc243-2adc-4788-8ef1-b07bec73deff" providerId="ADAL" clId="{33DDCE01-D5A0-4892-8419-FF73BDBED2B5}" dt="2023-02-12T21:25:48.745" v="723" actId="47"/>
        <pc:sldMkLst>
          <pc:docMk/>
          <pc:sldMk cId="0" sldId="263"/>
        </pc:sldMkLst>
      </pc:sldChg>
      <pc:sldChg chg="addSp delSp modSp mod">
        <pc:chgData name="Jheyson Fabian Villavisan Buitrago" userId="b9abc243-2adc-4788-8ef1-b07bec73deff" providerId="ADAL" clId="{33DDCE01-D5A0-4892-8419-FF73BDBED2B5}" dt="2023-02-12T21:27:42.140" v="775" actId="20577"/>
        <pc:sldMkLst>
          <pc:docMk/>
          <pc:sldMk cId="0" sldId="264"/>
        </pc:sldMkLst>
      </pc:sldChg>
      <pc:sldChg chg="addSp delSp modSp mod">
        <pc:chgData name="Jheyson Fabian Villavisan Buitrago" userId="b9abc243-2adc-4788-8ef1-b07bec73deff" providerId="ADAL" clId="{33DDCE01-D5A0-4892-8419-FF73BDBED2B5}" dt="2023-02-12T21:29:26.929" v="780" actId="20577"/>
        <pc:sldMkLst>
          <pc:docMk/>
          <pc:sldMk cId="0" sldId="265"/>
        </pc:sldMkLst>
      </pc:sldChg>
      <pc:sldChg chg="addSp delSp modSp mod">
        <pc:chgData name="Jheyson Fabian Villavisan Buitrago" userId="b9abc243-2adc-4788-8ef1-b07bec73deff" providerId="ADAL" clId="{33DDCE01-D5A0-4892-8419-FF73BDBED2B5}" dt="2023-02-12T20:26:28.068" v="263" actId="478"/>
        <pc:sldMkLst>
          <pc:docMk/>
          <pc:sldMk cId="0" sldId="266"/>
        </pc:sldMkLst>
      </pc:sldChg>
      <pc:sldChg chg="addSp delSp modSp mod">
        <pc:chgData name="Jheyson Fabian Villavisan Buitrago" userId="b9abc243-2adc-4788-8ef1-b07bec73deff" providerId="ADAL" clId="{33DDCE01-D5A0-4892-8419-FF73BDBED2B5}" dt="2023-02-12T22:48:24.178" v="783"/>
        <pc:sldMkLst>
          <pc:docMk/>
          <pc:sldMk cId="0" sldId="268"/>
        </pc:sldMkLst>
      </pc:sldChg>
      <pc:sldChg chg="modSp del">
        <pc:chgData name="Jheyson Fabian Villavisan Buitrago" userId="b9abc243-2adc-4788-8ef1-b07bec73deff" providerId="ADAL" clId="{33DDCE01-D5A0-4892-8419-FF73BDBED2B5}" dt="2023-02-12T20:16:51.698" v="89" actId="47"/>
        <pc:sldMkLst>
          <pc:docMk/>
          <pc:sldMk cId="0" sldId="269"/>
        </pc:sldMkLst>
      </pc:sldChg>
      <pc:sldChg chg="addSp delSp modSp mod">
        <pc:chgData name="Jheyson Fabian Villavisan Buitrago" userId="b9abc243-2adc-4788-8ef1-b07bec73deff" providerId="ADAL" clId="{33DDCE01-D5A0-4892-8419-FF73BDBED2B5}" dt="2023-02-12T21:06:34.390" v="722" actId="1076"/>
        <pc:sldMkLst>
          <pc:docMk/>
          <pc:sldMk cId="2505371292" sldId="270"/>
        </pc:sldMkLst>
      </pc:sldChg>
      <pc:sldChg chg="addSp delSp modSp mod">
        <pc:chgData name="Jheyson Fabian Villavisan Buitrago" userId="b9abc243-2adc-4788-8ef1-b07bec73deff" providerId="ADAL" clId="{33DDCE01-D5A0-4892-8419-FF73BDBED2B5}" dt="2023-02-12T20:17:40.832" v="98" actId="113"/>
        <pc:sldMkLst>
          <pc:docMk/>
          <pc:sldMk cId="3709177429" sldId="274"/>
        </pc:sldMkLst>
      </pc:sldChg>
      <pc:sldChg chg="addSp delSp modSp mod">
        <pc:chgData name="Jheyson Fabian Villavisan Buitrago" userId="b9abc243-2adc-4788-8ef1-b07bec73deff" providerId="ADAL" clId="{33DDCE01-D5A0-4892-8419-FF73BDBED2B5}" dt="2023-02-12T20:26:34.092" v="264" actId="478"/>
        <pc:sldMkLst>
          <pc:docMk/>
          <pc:sldMk cId="2680639377" sldId="275"/>
        </pc:sldMkLst>
      </pc:sldChg>
      <pc:sldChg chg="addSp delSp modSp del">
        <pc:chgData name="Jheyson Fabian Villavisan Buitrago" userId="b9abc243-2adc-4788-8ef1-b07bec73deff" providerId="ADAL" clId="{33DDCE01-D5A0-4892-8419-FF73BDBED2B5}" dt="2023-02-12T23:52:00.525" v="841" actId="47"/>
        <pc:sldMkLst>
          <pc:docMk/>
          <pc:sldMk cId="870139891" sldId="276"/>
        </pc:sldMkLst>
      </pc:sldChg>
      <pc:sldChg chg="addSp delSp modSp mod">
        <pc:chgData name="Jheyson Fabian Villavisan Buitrago" userId="b9abc243-2adc-4788-8ef1-b07bec73deff" providerId="ADAL" clId="{33DDCE01-D5A0-4892-8419-FF73BDBED2B5}" dt="2023-02-12T23:50:02.034" v="840" actId="1076"/>
        <pc:sldMkLst>
          <pc:docMk/>
          <pc:sldMk cId="1955606898" sldId="277"/>
        </pc:sldMkLst>
      </pc:sldChg>
      <pc:sldChg chg="addSp delSp modSp">
        <pc:chgData name="Jheyson Fabian Villavisan Buitrago" userId="b9abc243-2adc-4788-8ef1-b07bec73deff" providerId="ADAL" clId="{33DDCE01-D5A0-4892-8419-FF73BDBED2B5}" dt="2023-02-12T20:16:04.791" v="72"/>
        <pc:sldMkLst>
          <pc:docMk/>
          <pc:sldMk cId="214171354" sldId="278"/>
        </pc:sldMkLst>
      </pc:sldChg>
      <pc:sldChg chg="new del">
        <pc:chgData name="Jheyson Fabian Villavisan Buitrago" userId="b9abc243-2adc-4788-8ef1-b07bec73deff" providerId="ADAL" clId="{33DDCE01-D5A0-4892-8419-FF73BDBED2B5}" dt="2023-02-12T21:06:15.608" v="715" actId="680"/>
        <pc:sldMkLst>
          <pc:docMk/>
          <pc:sldMk cId="3471673601" sldId="279"/>
        </pc:sldMkLst>
      </pc:sldChg>
      <pc:sldMasterChg chg="addSp modSldLayout">
        <pc:chgData name="Jheyson Fabian Villavisan Buitrago" userId="b9abc243-2adc-4788-8ef1-b07bec73deff" providerId="ADAL" clId="{33DDCE01-D5A0-4892-8419-FF73BDBED2B5}" dt="2023-02-12T20:12:44.943" v="6"/>
        <pc:sldMasterMkLst>
          <pc:docMk/>
          <pc:sldMasterMk cId="87750959" sldId="2147483778"/>
        </pc:sldMasterMkLst>
        <pc:sldLayoutChg chg="addSp">
          <pc:chgData name="Jheyson Fabian Villavisan Buitrago" userId="b9abc243-2adc-4788-8ef1-b07bec73deff" providerId="ADAL" clId="{33DDCE01-D5A0-4892-8419-FF73BDBED2B5}" dt="2023-02-12T20:12:44.943" v="6"/>
          <pc:sldLayoutMkLst>
            <pc:docMk/>
            <pc:sldMasterMk cId="87750959" sldId="2147483778"/>
            <pc:sldLayoutMk cId="1675921050" sldId="2147483779"/>
          </pc:sldLayoutMkLst>
        </pc:sldLayoutChg>
      </pc:sldMasterChg>
      <pc:sldMasterChg chg="addSp modSldLayout">
        <pc:chgData name="Jheyson Fabian Villavisan Buitrago" userId="b9abc243-2adc-4788-8ef1-b07bec73deff" providerId="ADAL" clId="{33DDCE01-D5A0-4892-8419-FF73BDBED2B5}" dt="2023-02-12T20:06:35.969" v="0"/>
        <pc:sldMasterMkLst>
          <pc:docMk/>
          <pc:sldMasterMk cId="3641214427" sldId="2147483778"/>
        </pc:sldMasterMkLst>
        <pc:sldLayoutChg chg="addSp">
          <pc:chgData name="Jheyson Fabian Villavisan Buitrago" userId="b9abc243-2adc-4788-8ef1-b07bec73deff" providerId="ADAL" clId="{33DDCE01-D5A0-4892-8419-FF73BDBED2B5}" dt="2023-02-12T20:06:35.969" v="0"/>
          <pc:sldLayoutMkLst>
            <pc:docMk/>
            <pc:sldMasterMk cId="3641214427" sldId="2147483778"/>
            <pc:sldLayoutMk cId="4117338386" sldId="2147483779"/>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encabezado">
            <a:extLst>
              <a:ext uri="{FF2B5EF4-FFF2-40B4-BE49-F238E27FC236}">
                <a16:creationId xmlns:a16="http://schemas.microsoft.com/office/drawing/2014/main" id="{47915143-6094-49C4-8478-307681A6487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s-CO"/>
          </a:p>
        </p:txBody>
      </p:sp>
      <p:sp>
        <p:nvSpPr>
          <p:cNvPr id="3" name="2 Marcador de fecha">
            <a:extLst>
              <a:ext uri="{FF2B5EF4-FFF2-40B4-BE49-F238E27FC236}">
                <a16:creationId xmlns:a16="http://schemas.microsoft.com/office/drawing/2014/main" id="{E61AFD88-643E-4E4D-8153-8A3839D76EFF}"/>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0BB1C097-8B49-4A36-A7FA-8C8F0C277D41}" type="datetimeFigureOut">
              <a:rPr lang="es-CO"/>
              <a:pPr>
                <a:defRPr/>
              </a:pPr>
              <a:t>1/10/25</a:t>
            </a:fld>
            <a:endParaRPr lang="es-CO"/>
          </a:p>
        </p:txBody>
      </p:sp>
      <p:sp>
        <p:nvSpPr>
          <p:cNvPr id="4" name="3 Marcador de pie de página">
            <a:extLst>
              <a:ext uri="{FF2B5EF4-FFF2-40B4-BE49-F238E27FC236}">
                <a16:creationId xmlns:a16="http://schemas.microsoft.com/office/drawing/2014/main" id="{3BE10141-B975-4F90-A194-E7FDEF6D9621}"/>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s-CO"/>
          </a:p>
        </p:txBody>
      </p:sp>
      <p:sp>
        <p:nvSpPr>
          <p:cNvPr id="5" name="4 Marcador de número de diapositiva">
            <a:extLst>
              <a:ext uri="{FF2B5EF4-FFF2-40B4-BE49-F238E27FC236}">
                <a16:creationId xmlns:a16="http://schemas.microsoft.com/office/drawing/2014/main" id="{CB5420F6-B73B-496E-99A5-DA0DEB491035}"/>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07E2DAB9-AA88-43A6-983F-CB4A7A312EAD}" type="slidenum">
              <a:rPr lang="es-CO" altLang="es-CO"/>
              <a:pPr>
                <a:defRPr/>
              </a:pPr>
              <a:t>‹Nº›</a:t>
            </a:fld>
            <a:endParaRPr lang="es-CO" altLang="es-CO"/>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encabezado">
            <a:extLst>
              <a:ext uri="{FF2B5EF4-FFF2-40B4-BE49-F238E27FC236}">
                <a16:creationId xmlns:a16="http://schemas.microsoft.com/office/drawing/2014/main" id="{2C95AF31-5149-4332-A5F3-9D9CFCFA32E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s-CO"/>
          </a:p>
        </p:txBody>
      </p:sp>
      <p:sp>
        <p:nvSpPr>
          <p:cNvPr id="3" name="2 Marcador de fecha">
            <a:extLst>
              <a:ext uri="{FF2B5EF4-FFF2-40B4-BE49-F238E27FC236}">
                <a16:creationId xmlns:a16="http://schemas.microsoft.com/office/drawing/2014/main" id="{D4B5AF27-5D83-4D95-A156-928EF9B608B2}"/>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5A0040F3-314B-4AAA-954A-3936AF2F78D0}" type="datetimeFigureOut">
              <a:rPr lang="es-CO"/>
              <a:pPr>
                <a:defRPr/>
              </a:pPr>
              <a:t>1/10/25</a:t>
            </a:fld>
            <a:endParaRPr lang="es-CO"/>
          </a:p>
        </p:txBody>
      </p:sp>
      <p:sp>
        <p:nvSpPr>
          <p:cNvPr id="4" name="3 Marcador de imagen de diapositiva">
            <a:extLst>
              <a:ext uri="{FF2B5EF4-FFF2-40B4-BE49-F238E27FC236}">
                <a16:creationId xmlns:a16="http://schemas.microsoft.com/office/drawing/2014/main" id="{090DF562-10D4-4334-812B-4254934B6296}"/>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CO" noProof="0"/>
          </a:p>
        </p:txBody>
      </p:sp>
      <p:sp>
        <p:nvSpPr>
          <p:cNvPr id="5" name="4 Marcador de notas">
            <a:extLst>
              <a:ext uri="{FF2B5EF4-FFF2-40B4-BE49-F238E27FC236}">
                <a16:creationId xmlns:a16="http://schemas.microsoft.com/office/drawing/2014/main" id="{0DF2FAE4-4DE9-447F-A5F2-283E54F4172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CO" noProof="0"/>
          </a:p>
        </p:txBody>
      </p:sp>
      <p:sp>
        <p:nvSpPr>
          <p:cNvPr id="6" name="5 Marcador de pie de página">
            <a:extLst>
              <a:ext uri="{FF2B5EF4-FFF2-40B4-BE49-F238E27FC236}">
                <a16:creationId xmlns:a16="http://schemas.microsoft.com/office/drawing/2014/main" id="{7D994E73-BBA8-4FBD-B1A6-0A295B074072}"/>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s-CO"/>
          </a:p>
        </p:txBody>
      </p:sp>
      <p:sp>
        <p:nvSpPr>
          <p:cNvPr id="7" name="6 Marcador de número de diapositiva">
            <a:extLst>
              <a:ext uri="{FF2B5EF4-FFF2-40B4-BE49-F238E27FC236}">
                <a16:creationId xmlns:a16="http://schemas.microsoft.com/office/drawing/2014/main" id="{4D0EE3C9-11EB-42C6-BDB8-87C72B3F846D}"/>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2D1E0FDF-8C6F-43B4-8722-700C06D0C414}" type="slidenum">
              <a:rPr lang="es-CO" altLang="es-CO"/>
              <a:pPr>
                <a:defRPr/>
              </a:pPr>
              <a:t>‹Nº›</a:t>
            </a:fld>
            <a:endParaRPr lang="es-CO" altLang="es-CO"/>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Marcador de imagen de diapositiva">
            <a:extLst>
              <a:ext uri="{FF2B5EF4-FFF2-40B4-BE49-F238E27FC236}">
                <a16:creationId xmlns:a16="http://schemas.microsoft.com/office/drawing/2014/main" id="{78D3C7C4-FFB3-42B6-A4B0-ED4A84AF8C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2 Marcador de notas">
            <a:extLst>
              <a:ext uri="{FF2B5EF4-FFF2-40B4-BE49-F238E27FC236}">
                <a16:creationId xmlns:a16="http://schemas.microsoft.com/office/drawing/2014/main" id="{E86488B3-6D5E-452F-A655-0C78399B0DF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CO" altLang="es-CO"/>
          </a:p>
        </p:txBody>
      </p:sp>
      <p:sp>
        <p:nvSpPr>
          <p:cNvPr id="6148" name="3 Marcador de número de diapositiva">
            <a:extLst>
              <a:ext uri="{FF2B5EF4-FFF2-40B4-BE49-F238E27FC236}">
                <a16:creationId xmlns:a16="http://schemas.microsoft.com/office/drawing/2014/main" id="{7A241DB1-0FDE-44DC-B1DD-D836F28027B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8E7ECF6-8A67-4CA6-BDA2-9506B8AC7939}" type="slidenum">
              <a:rPr lang="es-CO" altLang="es-CO" smtClean="0"/>
              <a:pPr>
                <a:spcBef>
                  <a:spcPct val="0"/>
                </a:spcBef>
              </a:pPr>
              <a:t>1</a:t>
            </a:fld>
            <a:endParaRPr lang="es-CO" altLang="es-CO"/>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pPr>
              <a:defRPr/>
            </a:pPr>
            <a:fld id="{2D1E0FDF-8C6F-43B4-8722-700C06D0C414}" type="slidenum">
              <a:rPr lang="es-CO" altLang="es-CO" smtClean="0"/>
              <a:pPr>
                <a:defRPr/>
              </a:pPr>
              <a:t>15</a:t>
            </a:fld>
            <a:endParaRPr lang="es-CO" altLang="es-CO"/>
          </a:p>
        </p:txBody>
      </p:sp>
    </p:spTree>
    <p:extLst>
      <p:ext uri="{BB962C8B-B14F-4D97-AF65-F5344CB8AC3E}">
        <p14:creationId xmlns:p14="http://schemas.microsoft.com/office/powerpoint/2010/main" val="3725797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pPr>
              <a:defRPr/>
            </a:pPr>
            <a:fld id="{2D1E0FDF-8C6F-43B4-8722-700C06D0C414}" type="slidenum">
              <a:rPr lang="es-CO" altLang="es-CO" smtClean="0"/>
              <a:pPr>
                <a:defRPr/>
              </a:pPr>
              <a:t>17</a:t>
            </a:fld>
            <a:endParaRPr lang="es-CO" altLang="es-CO"/>
          </a:p>
        </p:txBody>
      </p:sp>
    </p:spTree>
    <p:extLst>
      <p:ext uri="{BB962C8B-B14F-4D97-AF65-F5344CB8AC3E}">
        <p14:creationId xmlns:p14="http://schemas.microsoft.com/office/powerpoint/2010/main" val="321777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D1697-A83A-7D3F-E200-EA6FF9C38D9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9656335-4FA6-BFED-17E2-213D3640B76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D7BEDC1-5AD2-E905-05C3-A782A80BB769}"/>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D7C04D51-7BB1-8EFD-8107-02567DF1FF35}"/>
              </a:ext>
            </a:extLst>
          </p:cNvPr>
          <p:cNvSpPr>
            <a:spLocks noGrp="1"/>
          </p:cNvSpPr>
          <p:nvPr>
            <p:ph type="sldNum" sz="quarter" idx="5"/>
          </p:nvPr>
        </p:nvSpPr>
        <p:spPr/>
        <p:txBody>
          <a:bodyPr/>
          <a:lstStyle/>
          <a:p>
            <a:pPr>
              <a:defRPr/>
            </a:pPr>
            <a:fld id="{2D1E0FDF-8C6F-43B4-8722-700C06D0C414}" type="slidenum">
              <a:rPr lang="es-CO" altLang="es-CO" smtClean="0"/>
              <a:pPr>
                <a:defRPr/>
              </a:pPr>
              <a:t>18</a:t>
            </a:fld>
            <a:endParaRPr lang="es-CO" altLang="es-CO"/>
          </a:p>
        </p:txBody>
      </p:sp>
    </p:spTree>
    <p:extLst>
      <p:ext uri="{BB962C8B-B14F-4D97-AF65-F5344CB8AC3E}">
        <p14:creationId xmlns:p14="http://schemas.microsoft.com/office/powerpoint/2010/main" val="2856838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8454C-5720-1E6F-5610-A06BF60EAD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E4475F3-E157-60BA-E554-2F6133D86FD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CF0E822-3494-316C-9A75-34ED4AA74866}"/>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FA8E937A-E061-EF9A-2F4F-1FEFC0D1F87F}"/>
              </a:ext>
            </a:extLst>
          </p:cNvPr>
          <p:cNvSpPr>
            <a:spLocks noGrp="1"/>
          </p:cNvSpPr>
          <p:nvPr>
            <p:ph type="sldNum" sz="quarter" idx="5"/>
          </p:nvPr>
        </p:nvSpPr>
        <p:spPr/>
        <p:txBody>
          <a:bodyPr/>
          <a:lstStyle/>
          <a:p>
            <a:pPr>
              <a:defRPr/>
            </a:pPr>
            <a:fld id="{2D1E0FDF-8C6F-43B4-8722-700C06D0C414}" type="slidenum">
              <a:rPr lang="es-CO" altLang="es-CO" smtClean="0"/>
              <a:pPr>
                <a:defRPr/>
              </a:pPr>
              <a:t>19</a:t>
            </a:fld>
            <a:endParaRPr lang="es-CO" altLang="es-CO"/>
          </a:p>
        </p:txBody>
      </p:sp>
    </p:spTree>
    <p:extLst>
      <p:ext uri="{BB962C8B-B14F-4D97-AF65-F5344CB8AC3E}">
        <p14:creationId xmlns:p14="http://schemas.microsoft.com/office/powerpoint/2010/main" val="18206940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C41AD-83CA-E935-B6EB-9924B55AD6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7283170-3B0B-EF51-B81E-8B671E6F1EE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FBA3AB0-6799-1CAE-D54A-8168AE657673}"/>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E15AC591-8D98-7449-C51C-B2F51437A497}"/>
              </a:ext>
            </a:extLst>
          </p:cNvPr>
          <p:cNvSpPr>
            <a:spLocks noGrp="1"/>
          </p:cNvSpPr>
          <p:nvPr>
            <p:ph type="sldNum" sz="quarter" idx="5"/>
          </p:nvPr>
        </p:nvSpPr>
        <p:spPr/>
        <p:txBody>
          <a:bodyPr/>
          <a:lstStyle/>
          <a:p>
            <a:pPr>
              <a:defRPr/>
            </a:pPr>
            <a:fld id="{2D1E0FDF-8C6F-43B4-8722-700C06D0C414}" type="slidenum">
              <a:rPr lang="es-CO" altLang="es-CO" smtClean="0"/>
              <a:pPr>
                <a:defRPr/>
              </a:pPr>
              <a:t>20</a:t>
            </a:fld>
            <a:endParaRPr lang="es-CO" altLang="es-CO"/>
          </a:p>
        </p:txBody>
      </p:sp>
    </p:spTree>
    <p:extLst>
      <p:ext uri="{BB962C8B-B14F-4D97-AF65-F5344CB8AC3E}">
        <p14:creationId xmlns:p14="http://schemas.microsoft.com/office/powerpoint/2010/main" val="41765955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880B0-B18B-00AB-73FA-3B6D6F5EBC9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7A5C509-126B-AE9C-50AD-63DA83802C0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C0972E7-A753-DA36-03BA-AD98E1D2393C}"/>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73AAE83-5F0A-D232-9BE8-B059D41FCD54}"/>
              </a:ext>
            </a:extLst>
          </p:cNvPr>
          <p:cNvSpPr>
            <a:spLocks noGrp="1"/>
          </p:cNvSpPr>
          <p:nvPr>
            <p:ph type="sldNum" sz="quarter" idx="5"/>
          </p:nvPr>
        </p:nvSpPr>
        <p:spPr/>
        <p:txBody>
          <a:bodyPr/>
          <a:lstStyle/>
          <a:p>
            <a:pPr>
              <a:defRPr/>
            </a:pPr>
            <a:fld id="{2D1E0FDF-8C6F-43B4-8722-700C06D0C414}" type="slidenum">
              <a:rPr lang="es-CO" altLang="es-CO" smtClean="0"/>
              <a:pPr>
                <a:defRPr/>
              </a:pPr>
              <a:t>21</a:t>
            </a:fld>
            <a:endParaRPr lang="es-CO" altLang="es-CO"/>
          </a:p>
        </p:txBody>
      </p:sp>
    </p:spTree>
    <p:extLst>
      <p:ext uri="{BB962C8B-B14F-4D97-AF65-F5344CB8AC3E}">
        <p14:creationId xmlns:p14="http://schemas.microsoft.com/office/powerpoint/2010/main" val="3626890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E58E5-A1AA-B93A-8F6A-9E446BC80FF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B4D5600-28FD-E7D5-AE93-283A19BA00D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9E09019-42AF-30FC-0E3F-9B5BE95D3E1F}"/>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559A87C0-D9CB-7271-A928-0095FE071746}"/>
              </a:ext>
            </a:extLst>
          </p:cNvPr>
          <p:cNvSpPr>
            <a:spLocks noGrp="1"/>
          </p:cNvSpPr>
          <p:nvPr>
            <p:ph type="sldNum" sz="quarter" idx="5"/>
          </p:nvPr>
        </p:nvSpPr>
        <p:spPr/>
        <p:txBody>
          <a:bodyPr/>
          <a:lstStyle/>
          <a:p>
            <a:pPr>
              <a:defRPr/>
            </a:pPr>
            <a:fld id="{2D1E0FDF-8C6F-43B4-8722-700C06D0C414}" type="slidenum">
              <a:rPr lang="es-CO" altLang="es-CO" smtClean="0"/>
              <a:pPr>
                <a:defRPr/>
              </a:pPr>
              <a:t>22</a:t>
            </a:fld>
            <a:endParaRPr lang="es-CO" altLang="es-CO"/>
          </a:p>
        </p:txBody>
      </p:sp>
    </p:spTree>
    <p:extLst>
      <p:ext uri="{BB962C8B-B14F-4D97-AF65-F5344CB8AC3E}">
        <p14:creationId xmlns:p14="http://schemas.microsoft.com/office/powerpoint/2010/main" val="16021857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FE8CF-24CC-0F8E-87C0-42C2ECF4036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E4DDC04-E63F-1539-CEF6-6F322820CBD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F407376-0D16-AF03-856A-E5BAD0A40150}"/>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E5B069C5-A08C-5BA5-65CA-1A9CBE03D243}"/>
              </a:ext>
            </a:extLst>
          </p:cNvPr>
          <p:cNvSpPr>
            <a:spLocks noGrp="1"/>
          </p:cNvSpPr>
          <p:nvPr>
            <p:ph type="sldNum" sz="quarter" idx="5"/>
          </p:nvPr>
        </p:nvSpPr>
        <p:spPr/>
        <p:txBody>
          <a:bodyPr/>
          <a:lstStyle/>
          <a:p>
            <a:pPr>
              <a:defRPr/>
            </a:pPr>
            <a:fld id="{2D1E0FDF-8C6F-43B4-8722-700C06D0C414}" type="slidenum">
              <a:rPr lang="es-CO" altLang="es-CO" smtClean="0"/>
              <a:pPr>
                <a:defRPr/>
              </a:pPr>
              <a:t>23</a:t>
            </a:fld>
            <a:endParaRPr lang="es-CO" altLang="es-CO"/>
          </a:p>
        </p:txBody>
      </p:sp>
    </p:spTree>
    <p:extLst>
      <p:ext uri="{BB962C8B-B14F-4D97-AF65-F5344CB8AC3E}">
        <p14:creationId xmlns:p14="http://schemas.microsoft.com/office/powerpoint/2010/main" val="13952680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E2FBB-2812-837B-1509-D5953838449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6371AFA-DC30-0219-B987-8F52DCB872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B44C8EA-7EA9-3544-2769-925B2B35503D}"/>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57B30BD7-1A12-42DA-471A-9515E54F3D1E}"/>
              </a:ext>
            </a:extLst>
          </p:cNvPr>
          <p:cNvSpPr>
            <a:spLocks noGrp="1"/>
          </p:cNvSpPr>
          <p:nvPr>
            <p:ph type="sldNum" sz="quarter" idx="5"/>
          </p:nvPr>
        </p:nvSpPr>
        <p:spPr/>
        <p:txBody>
          <a:bodyPr/>
          <a:lstStyle/>
          <a:p>
            <a:pPr>
              <a:defRPr/>
            </a:pPr>
            <a:fld id="{2D1E0FDF-8C6F-43B4-8722-700C06D0C414}" type="slidenum">
              <a:rPr lang="es-CO" altLang="es-CO" smtClean="0"/>
              <a:pPr>
                <a:defRPr/>
              </a:pPr>
              <a:t>24</a:t>
            </a:fld>
            <a:endParaRPr lang="es-CO" altLang="es-CO"/>
          </a:p>
        </p:txBody>
      </p:sp>
    </p:spTree>
    <p:extLst>
      <p:ext uri="{BB962C8B-B14F-4D97-AF65-F5344CB8AC3E}">
        <p14:creationId xmlns:p14="http://schemas.microsoft.com/office/powerpoint/2010/main" val="36666690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5FE70-AD24-2A25-BBD9-965BBF7C9DB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96945CE-3E9A-9C86-E435-4145C98B947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5C738DF-A110-21C3-E219-885957924816}"/>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D881D29B-81F8-046C-5155-3E253E067231}"/>
              </a:ext>
            </a:extLst>
          </p:cNvPr>
          <p:cNvSpPr>
            <a:spLocks noGrp="1"/>
          </p:cNvSpPr>
          <p:nvPr>
            <p:ph type="sldNum" sz="quarter" idx="5"/>
          </p:nvPr>
        </p:nvSpPr>
        <p:spPr/>
        <p:txBody>
          <a:bodyPr/>
          <a:lstStyle/>
          <a:p>
            <a:pPr>
              <a:defRPr/>
            </a:pPr>
            <a:fld id="{2D1E0FDF-8C6F-43B4-8722-700C06D0C414}" type="slidenum">
              <a:rPr lang="es-CO" altLang="es-CO" smtClean="0"/>
              <a:pPr>
                <a:defRPr/>
              </a:pPr>
              <a:t>25</a:t>
            </a:fld>
            <a:endParaRPr lang="es-CO" altLang="es-CO"/>
          </a:p>
        </p:txBody>
      </p:sp>
    </p:spTree>
    <p:extLst>
      <p:ext uri="{BB962C8B-B14F-4D97-AF65-F5344CB8AC3E}">
        <p14:creationId xmlns:p14="http://schemas.microsoft.com/office/powerpoint/2010/main" val="5187126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26AA0-F268-D1F9-894E-059EFD56ADA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3129FA3-5A4D-6BA1-01DB-F79D813CCF6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74CF079-501B-7725-D11F-43294F090077}"/>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38F137BB-01AD-77A3-1B93-9A777D0D6C5B}"/>
              </a:ext>
            </a:extLst>
          </p:cNvPr>
          <p:cNvSpPr>
            <a:spLocks noGrp="1"/>
          </p:cNvSpPr>
          <p:nvPr>
            <p:ph type="sldNum" sz="quarter" idx="5"/>
          </p:nvPr>
        </p:nvSpPr>
        <p:spPr/>
        <p:txBody>
          <a:bodyPr/>
          <a:lstStyle/>
          <a:p>
            <a:pPr>
              <a:defRPr/>
            </a:pPr>
            <a:fld id="{2D1E0FDF-8C6F-43B4-8722-700C06D0C414}" type="slidenum">
              <a:rPr lang="es-CO" altLang="es-CO" smtClean="0"/>
              <a:pPr>
                <a:defRPr/>
              </a:pPr>
              <a:t>26</a:t>
            </a:fld>
            <a:endParaRPr lang="es-CO" altLang="es-CO"/>
          </a:p>
        </p:txBody>
      </p:sp>
    </p:spTree>
    <p:extLst>
      <p:ext uri="{BB962C8B-B14F-4D97-AF65-F5344CB8AC3E}">
        <p14:creationId xmlns:p14="http://schemas.microsoft.com/office/powerpoint/2010/main" val="33009451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7E018-D9BC-4AAE-B83C-C54039722C5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881425C-F07E-D0F7-7EAA-09D6F2D11A0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9475CA5-AF63-4FFB-9808-F4280A8955A2}"/>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E80F5C0-FF7D-B212-6023-33FB03AE9993}"/>
              </a:ext>
            </a:extLst>
          </p:cNvPr>
          <p:cNvSpPr>
            <a:spLocks noGrp="1"/>
          </p:cNvSpPr>
          <p:nvPr>
            <p:ph type="sldNum" sz="quarter" idx="5"/>
          </p:nvPr>
        </p:nvSpPr>
        <p:spPr/>
        <p:txBody>
          <a:bodyPr/>
          <a:lstStyle/>
          <a:p>
            <a:pPr>
              <a:defRPr/>
            </a:pPr>
            <a:fld id="{2D1E0FDF-8C6F-43B4-8722-700C06D0C414}" type="slidenum">
              <a:rPr lang="es-CO" altLang="es-CO" smtClean="0"/>
              <a:pPr>
                <a:defRPr/>
              </a:pPr>
              <a:t>27</a:t>
            </a:fld>
            <a:endParaRPr lang="es-CO" altLang="es-CO"/>
          </a:p>
        </p:txBody>
      </p:sp>
    </p:spTree>
    <p:extLst>
      <p:ext uri="{BB962C8B-B14F-4D97-AF65-F5344CB8AC3E}">
        <p14:creationId xmlns:p14="http://schemas.microsoft.com/office/powerpoint/2010/main" val="42228758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A9AA6-0909-5A47-81B2-673377D99F6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6D64DD5-03A9-96DA-8F30-6009561B031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5382EB7-1B24-DC8B-DF06-DCC665B10F0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F26FC69-C7E3-29B4-110F-2BB343FC8EF5}"/>
              </a:ext>
            </a:extLst>
          </p:cNvPr>
          <p:cNvSpPr>
            <a:spLocks noGrp="1"/>
          </p:cNvSpPr>
          <p:nvPr>
            <p:ph type="sldNum" sz="quarter" idx="5"/>
          </p:nvPr>
        </p:nvSpPr>
        <p:spPr/>
        <p:txBody>
          <a:bodyPr/>
          <a:lstStyle/>
          <a:p>
            <a:pPr>
              <a:defRPr/>
            </a:pPr>
            <a:fld id="{2D1E0FDF-8C6F-43B4-8722-700C06D0C414}" type="slidenum">
              <a:rPr lang="es-CO" altLang="es-CO" smtClean="0"/>
              <a:pPr>
                <a:defRPr/>
              </a:pPr>
              <a:t>28</a:t>
            </a:fld>
            <a:endParaRPr lang="es-CO" altLang="es-CO"/>
          </a:p>
        </p:txBody>
      </p:sp>
    </p:spTree>
    <p:extLst>
      <p:ext uri="{BB962C8B-B14F-4D97-AF65-F5344CB8AC3E}">
        <p14:creationId xmlns:p14="http://schemas.microsoft.com/office/powerpoint/2010/main" val="38710653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65DEC-9F12-AEF4-E6AC-7FB89F67679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BEE702E-7B3B-DF1B-216D-24D3C871C2B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2D81087-EA2D-87C3-43DE-EF4D1FDB69F4}"/>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E7E50B3F-E795-8325-BF63-78948D76D613}"/>
              </a:ext>
            </a:extLst>
          </p:cNvPr>
          <p:cNvSpPr>
            <a:spLocks noGrp="1"/>
          </p:cNvSpPr>
          <p:nvPr>
            <p:ph type="sldNum" sz="quarter" idx="5"/>
          </p:nvPr>
        </p:nvSpPr>
        <p:spPr/>
        <p:txBody>
          <a:bodyPr/>
          <a:lstStyle/>
          <a:p>
            <a:pPr>
              <a:defRPr/>
            </a:pPr>
            <a:fld id="{2D1E0FDF-8C6F-43B4-8722-700C06D0C414}" type="slidenum">
              <a:rPr lang="es-CO" altLang="es-CO" smtClean="0"/>
              <a:pPr>
                <a:defRPr/>
              </a:pPr>
              <a:t>29</a:t>
            </a:fld>
            <a:endParaRPr lang="es-CO" altLang="es-CO"/>
          </a:p>
        </p:txBody>
      </p:sp>
    </p:spTree>
    <p:extLst>
      <p:ext uri="{BB962C8B-B14F-4D97-AF65-F5344CB8AC3E}">
        <p14:creationId xmlns:p14="http://schemas.microsoft.com/office/powerpoint/2010/main" val="33608861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7FCD3-26AE-E4FA-F3C7-00616153DFD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DD2733-9B68-137B-21A8-788AFB45ED5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A249E3-FBC6-7B46-494A-35A0474919A0}"/>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14927EC-07BD-709C-7C6B-95DCB770CEE7}"/>
              </a:ext>
            </a:extLst>
          </p:cNvPr>
          <p:cNvSpPr>
            <a:spLocks noGrp="1"/>
          </p:cNvSpPr>
          <p:nvPr>
            <p:ph type="sldNum" sz="quarter" idx="5"/>
          </p:nvPr>
        </p:nvSpPr>
        <p:spPr/>
        <p:txBody>
          <a:bodyPr/>
          <a:lstStyle/>
          <a:p>
            <a:pPr>
              <a:defRPr/>
            </a:pPr>
            <a:fld id="{2D1E0FDF-8C6F-43B4-8722-700C06D0C414}" type="slidenum">
              <a:rPr lang="es-CO" altLang="es-CO" smtClean="0"/>
              <a:pPr>
                <a:defRPr/>
              </a:pPr>
              <a:t>30</a:t>
            </a:fld>
            <a:endParaRPr lang="es-CO" altLang="es-CO"/>
          </a:p>
        </p:txBody>
      </p:sp>
    </p:spTree>
    <p:extLst>
      <p:ext uri="{BB962C8B-B14F-4D97-AF65-F5344CB8AC3E}">
        <p14:creationId xmlns:p14="http://schemas.microsoft.com/office/powerpoint/2010/main" val="26086771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ED3F7-CACA-DF1A-4D1A-B14462AD426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0491D0A-4B1B-854E-186C-662B3BF4B72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8E7F828-FA5F-5BE9-85CF-FD6DBDB549A9}"/>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2AC451F-839D-024B-E83E-8C7B702997E9}"/>
              </a:ext>
            </a:extLst>
          </p:cNvPr>
          <p:cNvSpPr>
            <a:spLocks noGrp="1"/>
          </p:cNvSpPr>
          <p:nvPr>
            <p:ph type="sldNum" sz="quarter" idx="5"/>
          </p:nvPr>
        </p:nvSpPr>
        <p:spPr/>
        <p:txBody>
          <a:bodyPr/>
          <a:lstStyle/>
          <a:p>
            <a:pPr>
              <a:defRPr/>
            </a:pPr>
            <a:fld id="{2D1E0FDF-8C6F-43B4-8722-700C06D0C414}" type="slidenum">
              <a:rPr lang="es-CO" altLang="es-CO" smtClean="0"/>
              <a:pPr>
                <a:defRPr/>
              </a:pPr>
              <a:t>31</a:t>
            </a:fld>
            <a:endParaRPr lang="es-CO" altLang="es-CO"/>
          </a:p>
        </p:txBody>
      </p:sp>
    </p:spTree>
    <p:extLst>
      <p:ext uri="{BB962C8B-B14F-4D97-AF65-F5344CB8AC3E}">
        <p14:creationId xmlns:p14="http://schemas.microsoft.com/office/powerpoint/2010/main" val="12410529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80090-3FE4-B3AA-15F9-067126C963E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3D67A43-56C7-5627-4687-9A184D771EC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4950D3F-2268-96EA-2538-A80542D7A67D}"/>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69037B9-01F3-4617-051B-ABDE5BA912FB}"/>
              </a:ext>
            </a:extLst>
          </p:cNvPr>
          <p:cNvSpPr>
            <a:spLocks noGrp="1"/>
          </p:cNvSpPr>
          <p:nvPr>
            <p:ph type="sldNum" sz="quarter" idx="5"/>
          </p:nvPr>
        </p:nvSpPr>
        <p:spPr/>
        <p:txBody>
          <a:bodyPr/>
          <a:lstStyle/>
          <a:p>
            <a:pPr>
              <a:defRPr/>
            </a:pPr>
            <a:fld id="{2D1E0FDF-8C6F-43B4-8722-700C06D0C414}" type="slidenum">
              <a:rPr lang="es-CO" altLang="es-CO" smtClean="0"/>
              <a:pPr>
                <a:defRPr/>
              </a:pPr>
              <a:t>32</a:t>
            </a:fld>
            <a:endParaRPr lang="es-CO" altLang="es-CO"/>
          </a:p>
        </p:txBody>
      </p:sp>
    </p:spTree>
    <p:extLst>
      <p:ext uri="{BB962C8B-B14F-4D97-AF65-F5344CB8AC3E}">
        <p14:creationId xmlns:p14="http://schemas.microsoft.com/office/powerpoint/2010/main" val="19568414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5A7D6-4123-F026-84DC-8304D014D5F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0F0EA45-3497-2898-F3F5-829131A8577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AE2E5A0-3804-6C7C-15A4-91D19D91E227}"/>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1FF81030-259D-B885-59A9-3C6AC0F3001C}"/>
              </a:ext>
            </a:extLst>
          </p:cNvPr>
          <p:cNvSpPr>
            <a:spLocks noGrp="1"/>
          </p:cNvSpPr>
          <p:nvPr>
            <p:ph type="sldNum" sz="quarter" idx="5"/>
          </p:nvPr>
        </p:nvSpPr>
        <p:spPr/>
        <p:txBody>
          <a:bodyPr/>
          <a:lstStyle/>
          <a:p>
            <a:pPr>
              <a:defRPr/>
            </a:pPr>
            <a:fld id="{2D1E0FDF-8C6F-43B4-8722-700C06D0C414}" type="slidenum">
              <a:rPr lang="es-CO" altLang="es-CO" smtClean="0"/>
              <a:pPr>
                <a:defRPr/>
              </a:pPr>
              <a:t>33</a:t>
            </a:fld>
            <a:endParaRPr lang="es-CO" altLang="es-CO"/>
          </a:p>
        </p:txBody>
      </p:sp>
    </p:spTree>
    <p:extLst>
      <p:ext uri="{BB962C8B-B14F-4D97-AF65-F5344CB8AC3E}">
        <p14:creationId xmlns:p14="http://schemas.microsoft.com/office/powerpoint/2010/main" val="15428590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9A157-2621-9736-0EE8-94B35AE0F66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70FD854-E95F-DBD3-5B91-DA51FEEC7CE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C41D215-CEB9-2D8E-CA91-92B45EC8A532}"/>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350D4942-77FE-02D7-2D1C-F7B379DF2780}"/>
              </a:ext>
            </a:extLst>
          </p:cNvPr>
          <p:cNvSpPr>
            <a:spLocks noGrp="1"/>
          </p:cNvSpPr>
          <p:nvPr>
            <p:ph type="sldNum" sz="quarter" idx="5"/>
          </p:nvPr>
        </p:nvSpPr>
        <p:spPr/>
        <p:txBody>
          <a:bodyPr/>
          <a:lstStyle/>
          <a:p>
            <a:pPr>
              <a:defRPr/>
            </a:pPr>
            <a:fld id="{2D1E0FDF-8C6F-43B4-8722-700C06D0C414}" type="slidenum">
              <a:rPr lang="es-CO" altLang="es-CO" smtClean="0"/>
              <a:pPr>
                <a:defRPr/>
              </a:pPr>
              <a:t>34</a:t>
            </a:fld>
            <a:endParaRPr lang="es-CO" altLang="es-CO"/>
          </a:p>
        </p:txBody>
      </p:sp>
    </p:spTree>
    <p:extLst>
      <p:ext uri="{BB962C8B-B14F-4D97-AF65-F5344CB8AC3E}">
        <p14:creationId xmlns:p14="http://schemas.microsoft.com/office/powerpoint/2010/main" val="14098829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E4F21-B271-CA97-E493-880E704DFF8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F83C653-2709-1800-8CC7-BC3B7F64A61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7929062-4D8E-7119-0131-5E536DFCF4F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A57AEFBC-D460-FFB4-BC2D-9870D2E014C6}"/>
              </a:ext>
            </a:extLst>
          </p:cNvPr>
          <p:cNvSpPr>
            <a:spLocks noGrp="1"/>
          </p:cNvSpPr>
          <p:nvPr>
            <p:ph type="sldNum" sz="quarter" idx="5"/>
          </p:nvPr>
        </p:nvSpPr>
        <p:spPr/>
        <p:txBody>
          <a:bodyPr/>
          <a:lstStyle/>
          <a:p>
            <a:pPr>
              <a:defRPr/>
            </a:pPr>
            <a:fld id="{2D1E0FDF-8C6F-43B4-8722-700C06D0C414}" type="slidenum">
              <a:rPr lang="es-CO" altLang="es-CO" smtClean="0"/>
              <a:pPr>
                <a:defRPr/>
              </a:pPr>
              <a:t>35</a:t>
            </a:fld>
            <a:endParaRPr lang="es-CO" altLang="es-CO"/>
          </a:p>
        </p:txBody>
      </p:sp>
    </p:spTree>
    <p:extLst>
      <p:ext uri="{BB962C8B-B14F-4D97-AF65-F5344CB8AC3E}">
        <p14:creationId xmlns:p14="http://schemas.microsoft.com/office/powerpoint/2010/main" val="18225595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028B4-972D-2635-2CA1-B809FD72965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007DDAD-1718-EF9E-9965-33337A5572A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D858798-FEE7-7F45-85A5-51A15CA9B735}"/>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C7F8927-F180-FAEF-5EE9-23F8DE2C458F}"/>
              </a:ext>
            </a:extLst>
          </p:cNvPr>
          <p:cNvSpPr>
            <a:spLocks noGrp="1"/>
          </p:cNvSpPr>
          <p:nvPr>
            <p:ph type="sldNum" sz="quarter" idx="5"/>
          </p:nvPr>
        </p:nvSpPr>
        <p:spPr/>
        <p:txBody>
          <a:bodyPr/>
          <a:lstStyle/>
          <a:p>
            <a:pPr>
              <a:defRPr/>
            </a:pPr>
            <a:fld id="{2D1E0FDF-8C6F-43B4-8722-700C06D0C414}" type="slidenum">
              <a:rPr lang="es-CO" altLang="es-CO" smtClean="0"/>
              <a:pPr>
                <a:defRPr/>
              </a:pPr>
              <a:t>36</a:t>
            </a:fld>
            <a:endParaRPr lang="es-CO" altLang="es-CO"/>
          </a:p>
        </p:txBody>
      </p:sp>
    </p:spTree>
    <p:extLst>
      <p:ext uri="{BB962C8B-B14F-4D97-AF65-F5344CB8AC3E}">
        <p14:creationId xmlns:p14="http://schemas.microsoft.com/office/powerpoint/2010/main" val="31007460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F522E-394C-F099-F633-A03DE3198B9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8D58030-A736-266D-351E-2F9F08CE736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78E7C4A-F5AC-E84E-B464-1CA01EE6557E}"/>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7DBE1FBA-E9E2-A5DA-331E-B3EB060E3E04}"/>
              </a:ext>
            </a:extLst>
          </p:cNvPr>
          <p:cNvSpPr>
            <a:spLocks noGrp="1"/>
          </p:cNvSpPr>
          <p:nvPr>
            <p:ph type="sldNum" sz="quarter" idx="5"/>
          </p:nvPr>
        </p:nvSpPr>
        <p:spPr/>
        <p:txBody>
          <a:bodyPr/>
          <a:lstStyle/>
          <a:p>
            <a:pPr>
              <a:defRPr/>
            </a:pPr>
            <a:fld id="{2D1E0FDF-8C6F-43B4-8722-700C06D0C414}" type="slidenum">
              <a:rPr lang="es-CO" altLang="es-CO" smtClean="0"/>
              <a:pPr>
                <a:defRPr/>
              </a:pPr>
              <a:t>37</a:t>
            </a:fld>
            <a:endParaRPr lang="es-CO" altLang="es-CO"/>
          </a:p>
        </p:txBody>
      </p:sp>
    </p:spTree>
    <p:extLst>
      <p:ext uri="{BB962C8B-B14F-4D97-AF65-F5344CB8AC3E}">
        <p14:creationId xmlns:p14="http://schemas.microsoft.com/office/powerpoint/2010/main" val="32249346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AB8F4-82EF-3A1A-1324-DFA9F8C548E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018692D-25EE-7E94-7D6A-2154D3D0650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3F09FF5-5931-EE4D-3DE4-23F4C58A987C}"/>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3B2D89B7-861D-8E6F-C31F-30BC15BD9F9B}"/>
              </a:ext>
            </a:extLst>
          </p:cNvPr>
          <p:cNvSpPr>
            <a:spLocks noGrp="1"/>
          </p:cNvSpPr>
          <p:nvPr>
            <p:ph type="sldNum" sz="quarter" idx="5"/>
          </p:nvPr>
        </p:nvSpPr>
        <p:spPr/>
        <p:txBody>
          <a:bodyPr/>
          <a:lstStyle/>
          <a:p>
            <a:pPr>
              <a:defRPr/>
            </a:pPr>
            <a:fld id="{2D1E0FDF-8C6F-43B4-8722-700C06D0C414}" type="slidenum">
              <a:rPr lang="es-CO" altLang="es-CO" smtClean="0"/>
              <a:pPr>
                <a:defRPr/>
              </a:pPr>
              <a:t>38</a:t>
            </a:fld>
            <a:endParaRPr lang="es-CO" altLang="es-CO"/>
          </a:p>
        </p:txBody>
      </p:sp>
    </p:spTree>
    <p:extLst>
      <p:ext uri="{BB962C8B-B14F-4D97-AF65-F5344CB8AC3E}">
        <p14:creationId xmlns:p14="http://schemas.microsoft.com/office/powerpoint/2010/main" val="30325716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A852B-4042-36E8-EDD8-99087F2799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9D9F27E-4F9C-9903-78C6-3ED06F2A3F9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8235371-8337-DBF4-848E-4DC3714B5B0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75C8A398-9924-CFCE-413A-04150D53C119}"/>
              </a:ext>
            </a:extLst>
          </p:cNvPr>
          <p:cNvSpPr>
            <a:spLocks noGrp="1"/>
          </p:cNvSpPr>
          <p:nvPr>
            <p:ph type="sldNum" sz="quarter" idx="5"/>
          </p:nvPr>
        </p:nvSpPr>
        <p:spPr/>
        <p:txBody>
          <a:bodyPr/>
          <a:lstStyle/>
          <a:p>
            <a:pPr>
              <a:defRPr/>
            </a:pPr>
            <a:fld id="{2D1E0FDF-8C6F-43B4-8722-700C06D0C414}" type="slidenum">
              <a:rPr lang="es-CO" altLang="es-CO" smtClean="0"/>
              <a:pPr>
                <a:defRPr/>
              </a:pPr>
              <a:t>39</a:t>
            </a:fld>
            <a:endParaRPr lang="es-CO" altLang="es-CO"/>
          </a:p>
        </p:txBody>
      </p:sp>
    </p:spTree>
    <p:extLst>
      <p:ext uri="{BB962C8B-B14F-4D97-AF65-F5344CB8AC3E}">
        <p14:creationId xmlns:p14="http://schemas.microsoft.com/office/powerpoint/2010/main" val="3430296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1D4C4-9126-BAB4-28BC-EA4A5EEAB07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B3C4A56-10EF-6C16-EB58-E2E008811DA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1A61628-D9F5-90A6-955A-F7E726A619CE}"/>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143B2FE6-9060-A167-1F6F-E437843CB17F}"/>
              </a:ext>
            </a:extLst>
          </p:cNvPr>
          <p:cNvSpPr>
            <a:spLocks noGrp="1"/>
          </p:cNvSpPr>
          <p:nvPr>
            <p:ph type="sldNum" sz="quarter" idx="5"/>
          </p:nvPr>
        </p:nvSpPr>
        <p:spPr/>
        <p:txBody>
          <a:bodyPr/>
          <a:lstStyle/>
          <a:p>
            <a:pPr>
              <a:defRPr/>
            </a:pPr>
            <a:fld id="{2D1E0FDF-8C6F-43B4-8722-700C06D0C414}" type="slidenum">
              <a:rPr lang="es-CO" altLang="es-CO" smtClean="0"/>
              <a:pPr>
                <a:defRPr/>
              </a:pPr>
              <a:t>40</a:t>
            </a:fld>
            <a:endParaRPr lang="es-CO" altLang="es-CO"/>
          </a:p>
        </p:txBody>
      </p:sp>
    </p:spTree>
    <p:extLst>
      <p:ext uri="{BB962C8B-B14F-4D97-AF65-F5344CB8AC3E}">
        <p14:creationId xmlns:p14="http://schemas.microsoft.com/office/powerpoint/2010/main" val="3367567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97821-3F18-90F7-FA74-2437E6E1A56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E3336D0-8C01-C215-D971-C6EDFA8B523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2CCADEF-04BE-42AF-45B1-6241A0235E67}"/>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A58AE81A-DCBC-AC24-49C2-EDED6FD9A472}"/>
              </a:ext>
            </a:extLst>
          </p:cNvPr>
          <p:cNvSpPr>
            <a:spLocks noGrp="1"/>
          </p:cNvSpPr>
          <p:nvPr>
            <p:ph type="sldNum" sz="quarter" idx="5"/>
          </p:nvPr>
        </p:nvSpPr>
        <p:spPr/>
        <p:txBody>
          <a:bodyPr/>
          <a:lstStyle/>
          <a:p>
            <a:pPr>
              <a:defRPr/>
            </a:pPr>
            <a:fld id="{2D1E0FDF-8C6F-43B4-8722-700C06D0C414}" type="slidenum">
              <a:rPr lang="es-CO" altLang="es-CO" smtClean="0"/>
              <a:pPr>
                <a:defRPr/>
              </a:pPr>
              <a:t>41</a:t>
            </a:fld>
            <a:endParaRPr lang="es-CO" altLang="es-CO"/>
          </a:p>
        </p:txBody>
      </p:sp>
    </p:spTree>
    <p:extLst>
      <p:ext uri="{BB962C8B-B14F-4D97-AF65-F5344CB8AC3E}">
        <p14:creationId xmlns:p14="http://schemas.microsoft.com/office/powerpoint/2010/main" val="21334789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BEEE8-C9BE-BDBF-953F-FA772D56CCC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0C62254-C5AD-88A9-BA2A-00EA8C461E8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B29CFA3-6266-E1D9-B41E-07587D236A7D}"/>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C21629F-8EE9-7986-163E-F69CE04FB953}"/>
              </a:ext>
            </a:extLst>
          </p:cNvPr>
          <p:cNvSpPr>
            <a:spLocks noGrp="1"/>
          </p:cNvSpPr>
          <p:nvPr>
            <p:ph type="sldNum" sz="quarter" idx="5"/>
          </p:nvPr>
        </p:nvSpPr>
        <p:spPr/>
        <p:txBody>
          <a:bodyPr/>
          <a:lstStyle/>
          <a:p>
            <a:pPr>
              <a:defRPr/>
            </a:pPr>
            <a:fld id="{2D1E0FDF-8C6F-43B4-8722-700C06D0C414}" type="slidenum">
              <a:rPr lang="es-CO" altLang="es-CO" smtClean="0"/>
              <a:pPr>
                <a:defRPr/>
              </a:pPr>
              <a:t>42</a:t>
            </a:fld>
            <a:endParaRPr lang="es-CO" altLang="es-CO"/>
          </a:p>
        </p:txBody>
      </p:sp>
    </p:spTree>
    <p:extLst>
      <p:ext uri="{BB962C8B-B14F-4D97-AF65-F5344CB8AC3E}">
        <p14:creationId xmlns:p14="http://schemas.microsoft.com/office/powerpoint/2010/main" val="23803311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D4822-FE56-DD9D-1FE2-4A954D03006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D47886C-3717-1CF7-6B66-E93976D791F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69BD78D-E9FC-2A85-ED26-17A5A1372A44}"/>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4FFCF10-9F58-12B9-42A2-BAA180472F26}"/>
              </a:ext>
            </a:extLst>
          </p:cNvPr>
          <p:cNvSpPr>
            <a:spLocks noGrp="1"/>
          </p:cNvSpPr>
          <p:nvPr>
            <p:ph type="sldNum" sz="quarter" idx="5"/>
          </p:nvPr>
        </p:nvSpPr>
        <p:spPr/>
        <p:txBody>
          <a:bodyPr/>
          <a:lstStyle/>
          <a:p>
            <a:pPr>
              <a:defRPr/>
            </a:pPr>
            <a:fld id="{2D1E0FDF-8C6F-43B4-8722-700C06D0C414}" type="slidenum">
              <a:rPr lang="es-CO" altLang="es-CO" smtClean="0"/>
              <a:pPr>
                <a:defRPr/>
              </a:pPr>
              <a:t>43</a:t>
            </a:fld>
            <a:endParaRPr lang="es-CO" altLang="es-CO"/>
          </a:p>
        </p:txBody>
      </p:sp>
    </p:spTree>
    <p:extLst>
      <p:ext uri="{BB962C8B-B14F-4D97-AF65-F5344CB8AC3E}">
        <p14:creationId xmlns:p14="http://schemas.microsoft.com/office/powerpoint/2010/main" val="1033295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5DDBA-7C4E-D143-4380-A8192423DB0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31F1928-7F62-A8CD-4D96-0D982B88319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289DD9F-0696-4545-8535-2DC645FA035E}"/>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EAE36CAA-E0E4-471C-B2E7-C3823AFC0176}"/>
              </a:ext>
            </a:extLst>
          </p:cNvPr>
          <p:cNvSpPr>
            <a:spLocks noGrp="1"/>
          </p:cNvSpPr>
          <p:nvPr>
            <p:ph type="sldNum" sz="quarter" idx="5"/>
          </p:nvPr>
        </p:nvSpPr>
        <p:spPr/>
        <p:txBody>
          <a:bodyPr/>
          <a:lstStyle/>
          <a:p>
            <a:pPr>
              <a:defRPr/>
            </a:pPr>
            <a:fld id="{2D1E0FDF-8C6F-43B4-8722-700C06D0C414}" type="slidenum">
              <a:rPr lang="es-CO" altLang="es-CO" smtClean="0"/>
              <a:pPr>
                <a:defRPr/>
              </a:pPr>
              <a:t>44</a:t>
            </a:fld>
            <a:endParaRPr lang="es-CO" altLang="es-CO"/>
          </a:p>
        </p:txBody>
      </p:sp>
    </p:spTree>
    <p:extLst>
      <p:ext uri="{BB962C8B-B14F-4D97-AF65-F5344CB8AC3E}">
        <p14:creationId xmlns:p14="http://schemas.microsoft.com/office/powerpoint/2010/main" val="10055856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4A945-491B-CEF0-FE93-A1B2CDF6597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54C1943-5030-F69B-8CA0-E04FCA8918C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4485346-2E87-E186-5E5D-E25F28CED91D}"/>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CFB0FA14-2F5C-D392-6590-891A91046A18}"/>
              </a:ext>
            </a:extLst>
          </p:cNvPr>
          <p:cNvSpPr>
            <a:spLocks noGrp="1"/>
          </p:cNvSpPr>
          <p:nvPr>
            <p:ph type="sldNum" sz="quarter" idx="5"/>
          </p:nvPr>
        </p:nvSpPr>
        <p:spPr/>
        <p:txBody>
          <a:bodyPr/>
          <a:lstStyle/>
          <a:p>
            <a:pPr>
              <a:defRPr/>
            </a:pPr>
            <a:fld id="{2D1E0FDF-8C6F-43B4-8722-700C06D0C414}" type="slidenum">
              <a:rPr lang="es-CO" altLang="es-CO" smtClean="0"/>
              <a:pPr>
                <a:defRPr/>
              </a:pPr>
              <a:t>45</a:t>
            </a:fld>
            <a:endParaRPr lang="es-CO" altLang="es-CO"/>
          </a:p>
        </p:txBody>
      </p:sp>
    </p:spTree>
    <p:extLst>
      <p:ext uri="{BB962C8B-B14F-4D97-AF65-F5344CB8AC3E}">
        <p14:creationId xmlns:p14="http://schemas.microsoft.com/office/powerpoint/2010/main" val="41683064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48DF3-9745-7FC9-57CE-DD11DE21F34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9DE38BF-C55C-6E91-F22A-E84EEDD523B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E218B99-8403-0969-3E25-3686F083B7B5}"/>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FABE534B-8D2D-F9AA-59AE-4467E1E4176E}"/>
              </a:ext>
            </a:extLst>
          </p:cNvPr>
          <p:cNvSpPr>
            <a:spLocks noGrp="1"/>
          </p:cNvSpPr>
          <p:nvPr>
            <p:ph type="sldNum" sz="quarter" idx="5"/>
          </p:nvPr>
        </p:nvSpPr>
        <p:spPr/>
        <p:txBody>
          <a:bodyPr/>
          <a:lstStyle/>
          <a:p>
            <a:pPr>
              <a:defRPr/>
            </a:pPr>
            <a:fld id="{2D1E0FDF-8C6F-43B4-8722-700C06D0C414}" type="slidenum">
              <a:rPr lang="es-CO" altLang="es-CO" smtClean="0"/>
              <a:pPr>
                <a:defRPr/>
              </a:pPr>
              <a:t>46</a:t>
            </a:fld>
            <a:endParaRPr lang="es-CO" altLang="es-CO"/>
          </a:p>
        </p:txBody>
      </p:sp>
    </p:spTree>
    <p:extLst>
      <p:ext uri="{BB962C8B-B14F-4D97-AF65-F5344CB8AC3E}">
        <p14:creationId xmlns:p14="http://schemas.microsoft.com/office/powerpoint/2010/main" val="18041613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D4851-9D2E-10F2-1E76-1EFC69255C8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63080DF-238E-71BC-9E4A-87CE6136E8F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EA92216-DECD-F65A-8375-6C053FC9CC4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7ECD9E2B-1914-2B97-6719-31EFBD7FD689}"/>
              </a:ext>
            </a:extLst>
          </p:cNvPr>
          <p:cNvSpPr>
            <a:spLocks noGrp="1"/>
          </p:cNvSpPr>
          <p:nvPr>
            <p:ph type="sldNum" sz="quarter" idx="5"/>
          </p:nvPr>
        </p:nvSpPr>
        <p:spPr/>
        <p:txBody>
          <a:bodyPr/>
          <a:lstStyle/>
          <a:p>
            <a:pPr>
              <a:defRPr/>
            </a:pPr>
            <a:fld id="{2D1E0FDF-8C6F-43B4-8722-700C06D0C414}" type="slidenum">
              <a:rPr lang="es-CO" altLang="es-CO" smtClean="0"/>
              <a:pPr>
                <a:defRPr/>
              </a:pPr>
              <a:t>47</a:t>
            </a:fld>
            <a:endParaRPr lang="es-CO" altLang="es-CO"/>
          </a:p>
        </p:txBody>
      </p:sp>
    </p:spTree>
    <p:extLst>
      <p:ext uri="{BB962C8B-B14F-4D97-AF65-F5344CB8AC3E}">
        <p14:creationId xmlns:p14="http://schemas.microsoft.com/office/powerpoint/2010/main" val="14235718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056AC-97C3-BE02-C157-87DCCD1FD61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F606BE4-35A7-063A-D9D5-805C2CD200E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557DD08-A515-8A94-ED69-35A356482FD3}"/>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2985BA23-0C0A-558C-CCCC-2789F95FE582}"/>
              </a:ext>
            </a:extLst>
          </p:cNvPr>
          <p:cNvSpPr>
            <a:spLocks noGrp="1"/>
          </p:cNvSpPr>
          <p:nvPr>
            <p:ph type="sldNum" sz="quarter" idx="5"/>
          </p:nvPr>
        </p:nvSpPr>
        <p:spPr/>
        <p:txBody>
          <a:bodyPr/>
          <a:lstStyle/>
          <a:p>
            <a:pPr>
              <a:defRPr/>
            </a:pPr>
            <a:fld id="{2D1E0FDF-8C6F-43B4-8722-700C06D0C414}" type="slidenum">
              <a:rPr lang="es-CO" altLang="es-CO" smtClean="0"/>
              <a:pPr>
                <a:defRPr/>
              </a:pPr>
              <a:t>48</a:t>
            </a:fld>
            <a:endParaRPr lang="es-CO" altLang="es-CO"/>
          </a:p>
        </p:txBody>
      </p:sp>
    </p:spTree>
    <p:extLst>
      <p:ext uri="{BB962C8B-B14F-4D97-AF65-F5344CB8AC3E}">
        <p14:creationId xmlns:p14="http://schemas.microsoft.com/office/powerpoint/2010/main" val="28129420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A90D6-20AE-72C9-B2A5-4C84A8310AB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CE71FCB-BEB9-B4BB-BBB6-32EB468106A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510D8D4-B48A-91F5-9088-55028DEC0228}"/>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E07A1250-0EBD-3A16-E76D-931B25D7614B}"/>
              </a:ext>
            </a:extLst>
          </p:cNvPr>
          <p:cNvSpPr>
            <a:spLocks noGrp="1"/>
          </p:cNvSpPr>
          <p:nvPr>
            <p:ph type="sldNum" sz="quarter" idx="5"/>
          </p:nvPr>
        </p:nvSpPr>
        <p:spPr/>
        <p:txBody>
          <a:bodyPr/>
          <a:lstStyle/>
          <a:p>
            <a:pPr>
              <a:defRPr/>
            </a:pPr>
            <a:fld id="{2D1E0FDF-8C6F-43B4-8722-700C06D0C414}" type="slidenum">
              <a:rPr lang="es-CO" altLang="es-CO" smtClean="0"/>
              <a:pPr>
                <a:defRPr/>
              </a:pPr>
              <a:t>49</a:t>
            </a:fld>
            <a:endParaRPr lang="es-CO" altLang="es-CO"/>
          </a:p>
        </p:txBody>
      </p:sp>
    </p:spTree>
    <p:extLst>
      <p:ext uri="{BB962C8B-B14F-4D97-AF65-F5344CB8AC3E}">
        <p14:creationId xmlns:p14="http://schemas.microsoft.com/office/powerpoint/2010/main" val="2541708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320F6C-4CB6-1231-6926-9D1C0EFBBA8D}"/>
              </a:ext>
            </a:extLst>
          </p:cNvPr>
          <p:cNvSpPr>
            <a:spLocks noGrp="1"/>
          </p:cNvSpPr>
          <p:nvPr>
            <p:ph type="ctrTitle"/>
          </p:nvPr>
        </p:nvSpPr>
        <p:spPr>
          <a:xfrm>
            <a:off x="1143000" y="1122363"/>
            <a:ext cx="6858000" cy="2387600"/>
          </a:xfrm>
        </p:spPr>
        <p:txBody>
          <a:bodyPr anchor="b"/>
          <a:lstStyle>
            <a:lvl1pPr algn="ctr">
              <a:defRPr sz="45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8871532A-F766-06A1-B904-5E7DD21FD92F}"/>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1762F4B-DC61-F7F5-8966-D2718230EAB6}"/>
              </a:ext>
            </a:extLst>
          </p:cNvPr>
          <p:cNvSpPr>
            <a:spLocks noGrp="1"/>
          </p:cNvSpPr>
          <p:nvPr>
            <p:ph type="dt" sz="half" idx="10"/>
          </p:nvPr>
        </p:nvSpPr>
        <p:spPr/>
        <p:txBody>
          <a:bodyPr/>
          <a:lstStyle/>
          <a:p>
            <a:fld id="{9CF7635E-2D71-42E7-9E6C-FBB85A15A85F}" type="datetimeFigureOut">
              <a:rPr lang="es-CO" smtClean="0"/>
              <a:t>1/10/25</a:t>
            </a:fld>
            <a:endParaRPr lang="es-CO"/>
          </a:p>
        </p:txBody>
      </p:sp>
      <p:sp>
        <p:nvSpPr>
          <p:cNvPr id="5" name="Marcador de pie de página 4">
            <a:extLst>
              <a:ext uri="{FF2B5EF4-FFF2-40B4-BE49-F238E27FC236}">
                <a16:creationId xmlns:a16="http://schemas.microsoft.com/office/drawing/2014/main" id="{013D9FE6-9A5C-9367-1C28-183D385B822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3DBBB9F-3052-B3AE-E085-BB27B503363F}"/>
              </a:ext>
            </a:extLst>
          </p:cNvPr>
          <p:cNvSpPr>
            <a:spLocks noGrp="1"/>
          </p:cNvSpPr>
          <p:nvPr>
            <p:ph type="sldNum" sz="quarter" idx="12"/>
          </p:nvPr>
        </p:nvSpPr>
        <p:spPr/>
        <p:txBody>
          <a:bodyPr/>
          <a:lstStyle/>
          <a:p>
            <a:pPr>
              <a:defRPr/>
            </a:pPr>
            <a:fld id="{3532E1E3-6AB7-4D92-A33A-F043E6C5B717}" type="slidenum">
              <a:rPr lang="es-CO" altLang="es-CO" smtClean="0"/>
              <a:pPr>
                <a:defRPr/>
              </a:pPr>
              <a:t>‹Nº›</a:t>
            </a:fld>
            <a:endParaRPr lang="es-CO" altLang="es-CO"/>
          </a:p>
        </p:txBody>
      </p:sp>
      <p:sp>
        <p:nvSpPr>
          <p:cNvPr id="7" name="7 Rectángulo">
            <a:extLst>
              <a:ext uri="{FF2B5EF4-FFF2-40B4-BE49-F238E27FC236}">
                <a16:creationId xmlns:a16="http://schemas.microsoft.com/office/drawing/2014/main" id="{4EDA08D5-F667-8787-0063-21E612015DD7}"/>
              </a:ext>
            </a:extLst>
          </p:cNvPr>
          <p:cNvSpPr/>
          <p:nvPr userDrawn="1"/>
        </p:nvSpPr>
        <p:spPr>
          <a:xfrm>
            <a:off x="0" y="5786438"/>
            <a:ext cx="9144000" cy="1071562"/>
          </a:xfrm>
          <a:prstGeom prst="rect">
            <a:avLst/>
          </a:prstGeom>
          <a:solidFill>
            <a:srgbClr val="D5D6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CO"/>
          </a:p>
        </p:txBody>
      </p:sp>
    </p:spTree>
    <p:extLst>
      <p:ext uri="{BB962C8B-B14F-4D97-AF65-F5344CB8AC3E}">
        <p14:creationId xmlns:p14="http://schemas.microsoft.com/office/powerpoint/2010/main" val="1675921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BD68A1-6D68-CD6D-C3FD-91DA62A294C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6398EC3-5D4E-468C-F30B-CE656079842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D49830B3-74C5-1ACB-B556-F55E98F593DF}"/>
              </a:ext>
            </a:extLst>
          </p:cNvPr>
          <p:cNvSpPr>
            <a:spLocks noGrp="1"/>
          </p:cNvSpPr>
          <p:nvPr>
            <p:ph type="dt" sz="half" idx="10"/>
          </p:nvPr>
        </p:nvSpPr>
        <p:spPr/>
        <p:txBody>
          <a:bodyPr/>
          <a:lstStyle/>
          <a:p>
            <a:fld id="{9CF7635E-2D71-42E7-9E6C-FBB85A15A85F}" type="datetimeFigureOut">
              <a:rPr lang="es-CO" smtClean="0"/>
              <a:t>1/10/25</a:t>
            </a:fld>
            <a:endParaRPr lang="es-CO"/>
          </a:p>
        </p:txBody>
      </p:sp>
      <p:sp>
        <p:nvSpPr>
          <p:cNvPr id="5" name="Marcador de pie de página 4">
            <a:extLst>
              <a:ext uri="{FF2B5EF4-FFF2-40B4-BE49-F238E27FC236}">
                <a16:creationId xmlns:a16="http://schemas.microsoft.com/office/drawing/2014/main" id="{E327DCF0-C431-0852-42CE-95C44852C4D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D46AD75-DF05-40EA-B4F3-3CF83558E098}"/>
              </a:ext>
            </a:extLst>
          </p:cNvPr>
          <p:cNvSpPr>
            <a:spLocks noGrp="1"/>
          </p:cNvSpPr>
          <p:nvPr>
            <p:ph type="sldNum" sz="quarter" idx="12"/>
          </p:nvPr>
        </p:nvSpPr>
        <p:spPr/>
        <p:txBody>
          <a:bodyPr/>
          <a:lstStyle/>
          <a:p>
            <a:pPr>
              <a:defRPr/>
            </a:pPr>
            <a:fld id="{7F219D7D-12FE-4B7D-95D8-6A0F2828D8E3}" type="slidenum">
              <a:rPr lang="es-CO" altLang="es-CO" smtClean="0"/>
              <a:pPr>
                <a:defRPr/>
              </a:pPr>
              <a:t>‹Nº›</a:t>
            </a:fld>
            <a:endParaRPr lang="es-CO" altLang="es-CO"/>
          </a:p>
        </p:txBody>
      </p:sp>
    </p:spTree>
    <p:extLst>
      <p:ext uri="{BB962C8B-B14F-4D97-AF65-F5344CB8AC3E}">
        <p14:creationId xmlns:p14="http://schemas.microsoft.com/office/powerpoint/2010/main" val="375491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C31533-0C84-ADE9-99EA-26241D9B4FD4}"/>
              </a:ext>
            </a:extLst>
          </p:cNvPr>
          <p:cNvSpPr>
            <a:spLocks noGrp="1"/>
          </p:cNvSpPr>
          <p:nvPr>
            <p:ph type="title"/>
          </p:nvPr>
        </p:nvSpPr>
        <p:spPr>
          <a:xfrm>
            <a:off x="623888" y="1709739"/>
            <a:ext cx="7886700" cy="2852737"/>
          </a:xfrm>
        </p:spPr>
        <p:txBody>
          <a:bodyPr anchor="b"/>
          <a:lstStyle>
            <a:lvl1pPr>
              <a:defRPr sz="45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01E6E27-3202-D0B8-F283-8CFBD093E9C8}"/>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68D6381-9943-A208-5F45-856FCB429756}"/>
              </a:ext>
            </a:extLst>
          </p:cNvPr>
          <p:cNvSpPr>
            <a:spLocks noGrp="1"/>
          </p:cNvSpPr>
          <p:nvPr>
            <p:ph type="dt" sz="half" idx="10"/>
          </p:nvPr>
        </p:nvSpPr>
        <p:spPr/>
        <p:txBody>
          <a:bodyPr/>
          <a:lstStyle/>
          <a:p>
            <a:fld id="{9CF7635E-2D71-42E7-9E6C-FBB85A15A85F}" type="datetimeFigureOut">
              <a:rPr lang="es-CO" smtClean="0"/>
              <a:t>1/10/25</a:t>
            </a:fld>
            <a:endParaRPr lang="es-CO"/>
          </a:p>
        </p:txBody>
      </p:sp>
      <p:sp>
        <p:nvSpPr>
          <p:cNvPr id="5" name="Marcador de pie de página 4">
            <a:extLst>
              <a:ext uri="{FF2B5EF4-FFF2-40B4-BE49-F238E27FC236}">
                <a16:creationId xmlns:a16="http://schemas.microsoft.com/office/drawing/2014/main" id="{469BCE5B-A275-1968-3267-A868EB60BBE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2B90775-642D-4759-324A-AE1E3185805C}"/>
              </a:ext>
            </a:extLst>
          </p:cNvPr>
          <p:cNvSpPr>
            <a:spLocks noGrp="1"/>
          </p:cNvSpPr>
          <p:nvPr>
            <p:ph type="sldNum" sz="quarter" idx="12"/>
          </p:nvPr>
        </p:nvSpPr>
        <p:spPr/>
        <p:txBody>
          <a:bodyPr/>
          <a:lstStyle/>
          <a:p>
            <a:pPr>
              <a:defRPr/>
            </a:pPr>
            <a:fld id="{58D14026-6FB7-464F-BD55-9983151CEDB0}" type="slidenum">
              <a:rPr lang="es-CO" altLang="es-CO" smtClean="0"/>
              <a:pPr>
                <a:defRPr/>
              </a:pPr>
              <a:t>‹Nº›</a:t>
            </a:fld>
            <a:endParaRPr lang="es-CO" altLang="es-CO"/>
          </a:p>
        </p:txBody>
      </p:sp>
    </p:spTree>
    <p:extLst>
      <p:ext uri="{BB962C8B-B14F-4D97-AF65-F5344CB8AC3E}">
        <p14:creationId xmlns:p14="http://schemas.microsoft.com/office/powerpoint/2010/main" val="2851364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C947BA-2671-5DCE-289C-858407397C9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D86C8C46-4DD7-DB89-3971-B7D6B1F475AC}"/>
              </a:ext>
            </a:extLst>
          </p:cNvPr>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4EBB1AC8-CC6D-7CD8-18BA-F0920AEC1E45}"/>
              </a:ext>
            </a:extLst>
          </p:cNvPr>
          <p:cNvSpPr>
            <a:spLocks noGrp="1"/>
          </p:cNvSpPr>
          <p:nvPr>
            <p:ph sz="half" idx="2"/>
          </p:nvPr>
        </p:nvSpPr>
        <p:spPr>
          <a:xfrm>
            <a:off x="46291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E938D8F2-068C-1F31-5CF2-766814AC3145}"/>
              </a:ext>
            </a:extLst>
          </p:cNvPr>
          <p:cNvSpPr>
            <a:spLocks noGrp="1"/>
          </p:cNvSpPr>
          <p:nvPr>
            <p:ph type="dt" sz="half" idx="10"/>
          </p:nvPr>
        </p:nvSpPr>
        <p:spPr/>
        <p:txBody>
          <a:bodyPr/>
          <a:lstStyle/>
          <a:p>
            <a:fld id="{9CF7635E-2D71-42E7-9E6C-FBB85A15A85F}" type="datetimeFigureOut">
              <a:rPr lang="es-CO" smtClean="0"/>
              <a:t>1/10/25</a:t>
            </a:fld>
            <a:endParaRPr lang="es-CO"/>
          </a:p>
        </p:txBody>
      </p:sp>
      <p:sp>
        <p:nvSpPr>
          <p:cNvPr id="6" name="Marcador de pie de página 5">
            <a:extLst>
              <a:ext uri="{FF2B5EF4-FFF2-40B4-BE49-F238E27FC236}">
                <a16:creationId xmlns:a16="http://schemas.microsoft.com/office/drawing/2014/main" id="{532360FD-9E47-D090-4AB3-714887C3A3D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AD37D2D-9508-DFEF-774C-C8A5B6A21DC6}"/>
              </a:ext>
            </a:extLst>
          </p:cNvPr>
          <p:cNvSpPr>
            <a:spLocks noGrp="1"/>
          </p:cNvSpPr>
          <p:nvPr>
            <p:ph type="sldNum" sz="quarter" idx="12"/>
          </p:nvPr>
        </p:nvSpPr>
        <p:spPr/>
        <p:txBody>
          <a:bodyPr/>
          <a:lstStyle/>
          <a:p>
            <a:pPr>
              <a:defRPr/>
            </a:pPr>
            <a:fld id="{97813DE1-EA20-4BEF-AB12-D2D69A6090C3}" type="slidenum">
              <a:rPr lang="es-CO" altLang="es-CO" smtClean="0"/>
              <a:pPr>
                <a:defRPr/>
              </a:pPr>
              <a:t>‹Nº›</a:t>
            </a:fld>
            <a:endParaRPr lang="es-CO" altLang="es-CO"/>
          </a:p>
        </p:txBody>
      </p:sp>
    </p:spTree>
    <p:extLst>
      <p:ext uri="{BB962C8B-B14F-4D97-AF65-F5344CB8AC3E}">
        <p14:creationId xmlns:p14="http://schemas.microsoft.com/office/powerpoint/2010/main" val="1019277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57BAD9-4D34-20A2-A9AE-82964CF41939}"/>
              </a:ext>
            </a:extLst>
          </p:cNvPr>
          <p:cNvSpPr>
            <a:spLocks noGrp="1"/>
          </p:cNvSpPr>
          <p:nvPr>
            <p:ph type="title"/>
          </p:nvPr>
        </p:nvSpPr>
        <p:spPr>
          <a:xfrm>
            <a:off x="629841" y="365126"/>
            <a:ext cx="78867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559AA51-6010-C8FF-084C-C110BCCDA83D}"/>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96FAE22-1B9C-8F57-87A7-2E14CE3049BA}"/>
              </a:ext>
            </a:extLst>
          </p:cNvPr>
          <p:cNvSpPr>
            <a:spLocks noGrp="1"/>
          </p:cNvSpPr>
          <p:nvPr>
            <p:ph sz="half" idx="2"/>
          </p:nvPr>
        </p:nvSpPr>
        <p:spPr>
          <a:xfrm>
            <a:off x="629842" y="2505075"/>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5E7830DD-6A40-8E27-70CB-D8FE41AD3C38}"/>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777C88D-8DD0-FC51-A16D-49E686FFA926}"/>
              </a:ext>
            </a:extLst>
          </p:cNvPr>
          <p:cNvSpPr>
            <a:spLocks noGrp="1"/>
          </p:cNvSpPr>
          <p:nvPr>
            <p:ph sz="quarter" idx="4"/>
          </p:nvPr>
        </p:nvSpPr>
        <p:spPr>
          <a:xfrm>
            <a:off x="4629150" y="2505075"/>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74FB2C8A-08F4-1A41-5036-C328209FC043}"/>
              </a:ext>
            </a:extLst>
          </p:cNvPr>
          <p:cNvSpPr>
            <a:spLocks noGrp="1"/>
          </p:cNvSpPr>
          <p:nvPr>
            <p:ph type="dt" sz="half" idx="10"/>
          </p:nvPr>
        </p:nvSpPr>
        <p:spPr/>
        <p:txBody>
          <a:bodyPr/>
          <a:lstStyle/>
          <a:p>
            <a:fld id="{9CF7635E-2D71-42E7-9E6C-FBB85A15A85F}" type="datetimeFigureOut">
              <a:rPr lang="es-CO" smtClean="0"/>
              <a:t>1/10/25</a:t>
            </a:fld>
            <a:endParaRPr lang="es-CO"/>
          </a:p>
        </p:txBody>
      </p:sp>
      <p:sp>
        <p:nvSpPr>
          <p:cNvPr id="8" name="Marcador de pie de página 7">
            <a:extLst>
              <a:ext uri="{FF2B5EF4-FFF2-40B4-BE49-F238E27FC236}">
                <a16:creationId xmlns:a16="http://schemas.microsoft.com/office/drawing/2014/main" id="{6B5A1F5B-743C-D501-930D-F90EBA8A6557}"/>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D73F5F7C-9BF7-A3DE-8669-2EC9E00E02A1}"/>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1150205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0EE9A1-E144-373F-F5D9-12C31B7C660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E58BE38C-0964-C281-4826-2C3C11C496BE}"/>
              </a:ext>
            </a:extLst>
          </p:cNvPr>
          <p:cNvSpPr>
            <a:spLocks noGrp="1"/>
          </p:cNvSpPr>
          <p:nvPr>
            <p:ph type="dt" sz="half" idx="10"/>
          </p:nvPr>
        </p:nvSpPr>
        <p:spPr/>
        <p:txBody>
          <a:bodyPr/>
          <a:lstStyle/>
          <a:p>
            <a:fld id="{9CF7635E-2D71-42E7-9E6C-FBB85A15A85F}" type="datetimeFigureOut">
              <a:rPr lang="es-CO" smtClean="0"/>
              <a:t>1/10/25</a:t>
            </a:fld>
            <a:endParaRPr lang="es-CO"/>
          </a:p>
        </p:txBody>
      </p:sp>
      <p:sp>
        <p:nvSpPr>
          <p:cNvPr id="4" name="Marcador de pie de página 3">
            <a:extLst>
              <a:ext uri="{FF2B5EF4-FFF2-40B4-BE49-F238E27FC236}">
                <a16:creationId xmlns:a16="http://schemas.microsoft.com/office/drawing/2014/main" id="{B43AB1AB-1E52-7FD3-3BB7-A73F570B991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167E51-3FDD-695C-0CE2-96F608F7E6F6}"/>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2739500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49E5E9C-8C29-201A-9031-69BC92AF4ABE}"/>
              </a:ext>
            </a:extLst>
          </p:cNvPr>
          <p:cNvSpPr>
            <a:spLocks noGrp="1"/>
          </p:cNvSpPr>
          <p:nvPr>
            <p:ph type="dt" sz="half" idx="10"/>
          </p:nvPr>
        </p:nvSpPr>
        <p:spPr/>
        <p:txBody>
          <a:bodyPr/>
          <a:lstStyle/>
          <a:p>
            <a:fld id="{9CF7635E-2D71-42E7-9E6C-FBB85A15A85F}" type="datetimeFigureOut">
              <a:rPr lang="es-CO" smtClean="0"/>
              <a:t>1/10/25</a:t>
            </a:fld>
            <a:endParaRPr lang="es-CO"/>
          </a:p>
        </p:txBody>
      </p:sp>
      <p:sp>
        <p:nvSpPr>
          <p:cNvPr id="3" name="Marcador de pie de página 2">
            <a:extLst>
              <a:ext uri="{FF2B5EF4-FFF2-40B4-BE49-F238E27FC236}">
                <a16:creationId xmlns:a16="http://schemas.microsoft.com/office/drawing/2014/main" id="{1F115059-38DA-DC3D-A1B7-0C4BF868387A}"/>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7BC62E63-C8FB-04D9-3735-C7919A9DE6C5}"/>
              </a:ext>
            </a:extLst>
          </p:cNvPr>
          <p:cNvSpPr>
            <a:spLocks noGrp="1"/>
          </p:cNvSpPr>
          <p:nvPr>
            <p:ph type="sldNum" sz="quarter" idx="12"/>
          </p:nvPr>
        </p:nvSpPr>
        <p:spPr/>
        <p:txBody>
          <a:bodyPr/>
          <a:lstStyle/>
          <a:p>
            <a:pPr>
              <a:defRPr/>
            </a:pPr>
            <a:fld id="{A38C22F4-EE15-4184-8A4F-C4124F2BE447}" type="slidenum">
              <a:rPr lang="es-CO" altLang="es-CO" smtClean="0"/>
              <a:pPr>
                <a:defRPr/>
              </a:pPr>
              <a:t>‹Nº›</a:t>
            </a:fld>
            <a:endParaRPr lang="es-CO" altLang="es-CO"/>
          </a:p>
        </p:txBody>
      </p:sp>
    </p:spTree>
    <p:extLst>
      <p:ext uri="{BB962C8B-B14F-4D97-AF65-F5344CB8AC3E}">
        <p14:creationId xmlns:p14="http://schemas.microsoft.com/office/powerpoint/2010/main" val="402141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E3FE12-3262-8961-6F36-E338D8C87D75}"/>
              </a:ext>
            </a:extLst>
          </p:cNvPr>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A2AB934-4DB1-C46B-4EB1-4D1AAC7D074B}"/>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B8C1947E-F2E3-1002-A600-DED1B9DA8C5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DA0B25A-FC1B-767C-8C69-FE2AD6FE5724}"/>
              </a:ext>
            </a:extLst>
          </p:cNvPr>
          <p:cNvSpPr>
            <a:spLocks noGrp="1"/>
          </p:cNvSpPr>
          <p:nvPr>
            <p:ph type="dt" sz="half" idx="10"/>
          </p:nvPr>
        </p:nvSpPr>
        <p:spPr/>
        <p:txBody>
          <a:bodyPr/>
          <a:lstStyle/>
          <a:p>
            <a:fld id="{9CF7635E-2D71-42E7-9E6C-FBB85A15A85F}" type="datetimeFigureOut">
              <a:rPr lang="es-CO" smtClean="0"/>
              <a:t>1/10/25</a:t>
            </a:fld>
            <a:endParaRPr lang="es-CO"/>
          </a:p>
        </p:txBody>
      </p:sp>
      <p:sp>
        <p:nvSpPr>
          <p:cNvPr id="6" name="Marcador de pie de página 5">
            <a:extLst>
              <a:ext uri="{FF2B5EF4-FFF2-40B4-BE49-F238E27FC236}">
                <a16:creationId xmlns:a16="http://schemas.microsoft.com/office/drawing/2014/main" id="{BA85C023-3180-C2A8-6BD0-63D18C453A1B}"/>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4F4F0A9-714D-5058-F92E-179ECE0AAA25}"/>
              </a:ext>
            </a:extLst>
          </p:cNvPr>
          <p:cNvSpPr>
            <a:spLocks noGrp="1"/>
          </p:cNvSpPr>
          <p:nvPr>
            <p:ph type="sldNum" sz="quarter" idx="12"/>
          </p:nvPr>
        </p:nvSpPr>
        <p:spPr/>
        <p:txBody>
          <a:bodyPr/>
          <a:lstStyle/>
          <a:p>
            <a:pPr>
              <a:defRPr/>
            </a:pPr>
            <a:fld id="{BCCB0E3D-5246-46A6-A0B3-053B7FB2AE0D}" type="slidenum">
              <a:rPr lang="es-CO" altLang="es-CO" smtClean="0"/>
              <a:pPr>
                <a:defRPr/>
              </a:pPr>
              <a:t>‹Nº›</a:t>
            </a:fld>
            <a:endParaRPr lang="es-CO" altLang="es-CO"/>
          </a:p>
        </p:txBody>
      </p:sp>
    </p:spTree>
    <p:extLst>
      <p:ext uri="{BB962C8B-B14F-4D97-AF65-F5344CB8AC3E}">
        <p14:creationId xmlns:p14="http://schemas.microsoft.com/office/powerpoint/2010/main" val="3239017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1D8E29-2B5D-9CF4-A199-E673E0D5BDB9}"/>
              </a:ext>
            </a:extLst>
          </p:cNvPr>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DD75A990-0E1F-4E60-D107-9756D6BFD3E9}"/>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s-CO"/>
          </a:p>
        </p:txBody>
      </p:sp>
      <p:sp>
        <p:nvSpPr>
          <p:cNvPr id="4" name="Marcador de texto 3">
            <a:extLst>
              <a:ext uri="{FF2B5EF4-FFF2-40B4-BE49-F238E27FC236}">
                <a16:creationId xmlns:a16="http://schemas.microsoft.com/office/drawing/2014/main" id="{576BD761-3CC8-1CF5-9984-F066094FCB0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91540D8-AA84-05D7-E9B4-4E08651A543D}"/>
              </a:ext>
            </a:extLst>
          </p:cNvPr>
          <p:cNvSpPr>
            <a:spLocks noGrp="1"/>
          </p:cNvSpPr>
          <p:nvPr>
            <p:ph type="dt" sz="half" idx="10"/>
          </p:nvPr>
        </p:nvSpPr>
        <p:spPr/>
        <p:txBody>
          <a:bodyPr/>
          <a:lstStyle/>
          <a:p>
            <a:fld id="{9CF7635E-2D71-42E7-9E6C-FBB85A15A85F}" type="datetimeFigureOut">
              <a:rPr lang="es-CO" smtClean="0"/>
              <a:t>1/10/25</a:t>
            </a:fld>
            <a:endParaRPr lang="es-CO"/>
          </a:p>
        </p:txBody>
      </p:sp>
      <p:sp>
        <p:nvSpPr>
          <p:cNvPr id="6" name="Marcador de pie de página 5">
            <a:extLst>
              <a:ext uri="{FF2B5EF4-FFF2-40B4-BE49-F238E27FC236}">
                <a16:creationId xmlns:a16="http://schemas.microsoft.com/office/drawing/2014/main" id="{19086AA3-AF31-8C9A-7F2F-B87848C66EE9}"/>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71105B9-8899-D51A-88C0-376DC7823F2F}"/>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9537458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704477-2834-99EC-CFA8-180937D0B4E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5AAFD096-F1C5-E969-C636-867E3E66E5A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D912F77-4B86-C6CC-4ED2-812449AE85E1}"/>
              </a:ext>
            </a:extLst>
          </p:cNvPr>
          <p:cNvSpPr>
            <a:spLocks noGrp="1"/>
          </p:cNvSpPr>
          <p:nvPr>
            <p:ph type="dt" sz="half" idx="10"/>
          </p:nvPr>
        </p:nvSpPr>
        <p:spPr/>
        <p:txBody>
          <a:bodyPr/>
          <a:lstStyle/>
          <a:p>
            <a:fld id="{9CF7635E-2D71-42E7-9E6C-FBB85A15A85F}" type="datetimeFigureOut">
              <a:rPr lang="es-CO" smtClean="0"/>
              <a:t>1/10/25</a:t>
            </a:fld>
            <a:endParaRPr lang="es-CO"/>
          </a:p>
        </p:txBody>
      </p:sp>
      <p:sp>
        <p:nvSpPr>
          <p:cNvPr id="5" name="Marcador de pie de página 4">
            <a:extLst>
              <a:ext uri="{FF2B5EF4-FFF2-40B4-BE49-F238E27FC236}">
                <a16:creationId xmlns:a16="http://schemas.microsoft.com/office/drawing/2014/main" id="{25E79BD8-72C6-81E3-EF48-F29328E65CC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E1B4782-D0C0-509F-4BDC-03E4A7917264}"/>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1712065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9545E7B-9A8C-6F62-F333-E612FC1E4BCC}"/>
              </a:ext>
            </a:extLst>
          </p:cNvPr>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CE5C78DD-62C0-ADA7-4AC6-5F7C5B358939}"/>
              </a:ext>
            </a:extLst>
          </p:cNvPr>
          <p:cNvSpPr>
            <a:spLocks noGrp="1"/>
          </p:cNvSpPr>
          <p:nvPr>
            <p:ph type="body" orient="vert" idx="1"/>
          </p:nvPr>
        </p:nvSpPr>
        <p:spPr>
          <a:xfrm>
            <a:off x="628650" y="365125"/>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E35F10F1-E647-76F8-2174-E45862B25B9B}"/>
              </a:ext>
            </a:extLst>
          </p:cNvPr>
          <p:cNvSpPr>
            <a:spLocks noGrp="1"/>
          </p:cNvSpPr>
          <p:nvPr>
            <p:ph type="dt" sz="half" idx="10"/>
          </p:nvPr>
        </p:nvSpPr>
        <p:spPr/>
        <p:txBody>
          <a:bodyPr/>
          <a:lstStyle/>
          <a:p>
            <a:fld id="{9CF7635E-2D71-42E7-9E6C-FBB85A15A85F}" type="datetimeFigureOut">
              <a:rPr lang="es-CO" smtClean="0"/>
              <a:t>1/10/25</a:t>
            </a:fld>
            <a:endParaRPr lang="es-CO"/>
          </a:p>
        </p:txBody>
      </p:sp>
      <p:sp>
        <p:nvSpPr>
          <p:cNvPr id="5" name="Marcador de pie de página 4">
            <a:extLst>
              <a:ext uri="{FF2B5EF4-FFF2-40B4-BE49-F238E27FC236}">
                <a16:creationId xmlns:a16="http://schemas.microsoft.com/office/drawing/2014/main" id="{F5416465-EAB8-8324-072F-8B25CA80829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2151C83-117D-752A-7DDA-A1F8A8B94F26}"/>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40647172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Diapositiva de título">
    <p:spTree>
      <p:nvGrpSpPr>
        <p:cNvPr id="1" name=""/>
        <p:cNvGrpSpPr/>
        <p:nvPr/>
      </p:nvGrpSpPr>
      <p:grpSpPr>
        <a:xfrm>
          <a:off x="0" y="0"/>
          <a:ext cx="0" cy="0"/>
          <a:chOff x="0" y="0"/>
          <a:chExt cx="0" cy="0"/>
        </a:xfrm>
      </p:grpSpPr>
      <p:sp>
        <p:nvSpPr>
          <p:cNvPr id="4" name="7 Rectángulo">
            <a:extLst>
              <a:ext uri="{FF2B5EF4-FFF2-40B4-BE49-F238E27FC236}">
                <a16:creationId xmlns:a16="http://schemas.microsoft.com/office/drawing/2014/main" id="{EC631D57-6843-47FB-8C0A-4FA9AA9BC663}"/>
              </a:ext>
            </a:extLst>
          </p:cNvPr>
          <p:cNvSpPr/>
          <p:nvPr userDrawn="1"/>
        </p:nvSpPr>
        <p:spPr>
          <a:xfrm>
            <a:off x="0" y="5786438"/>
            <a:ext cx="9144000" cy="1071562"/>
          </a:xfrm>
          <a:prstGeom prst="rect">
            <a:avLst/>
          </a:prstGeom>
          <a:solidFill>
            <a:srgbClr val="D5D6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CO"/>
          </a:p>
        </p:txBody>
      </p:sp>
      <p:sp>
        <p:nvSpPr>
          <p:cNvPr id="2" name="1 Título"/>
          <p:cNvSpPr>
            <a:spLocks noGrp="1"/>
          </p:cNvSpPr>
          <p:nvPr>
            <p:ph type="ctrTitle"/>
          </p:nvPr>
        </p:nvSpPr>
        <p:spPr>
          <a:xfrm>
            <a:off x="4000496" y="71414"/>
            <a:ext cx="5072066" cy="571504"/>
          </a:xfrm>
        </p:spPr>
        <p:txBody>
          <a:bodyPr/>
          <a:lstStyle>
            <a:lvl1pPr algn="r">
              <a:defRPr sz="2000" b="1"/>
            </a:lvl1pPr>
          </a:lstStyle>
          <a:p>
            <a:r>
              <a:rPr lang="es-ES"/>
              <a:t>Haga clic para modificar el estilo de título del patrón</a:t>
            </a:r>
            <a:endParaRPr lang="es-CO"/>
          </a:p>
        </p:txBody>
      </p:sp>
      <p:sp>
        <p:nvSpPr>
          <p:cNvPr id="3" name="2 Subtítulo"/>
          <p:cNvSpPr>
            <a:spLocks noGrp="1"/>
          </p:cNvSpPr>
          <p:nvPr>
            <p:ph type="subTitle" idx="1"/>
          </p:nvPr>
        </p:nvSpPr>
        <p:spPr>
          <a:xfrm>
            <a:off x="857224" y="857232"/>
            <a:ext cx="7715304" cy="500066"/>
          </a:xfrm>
        </p:spPr>
        <p:txBody>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5" name="5 Marcador de número de diapositiva">
            <a:extLst>
              <a:ext uri="{FF2B5EF4-FFF2-40B4-BE49-F238E27FC236}">
                <a16:creationId xmlns:a16="http://schemas.microsoft.com/office/drawing/2014/main" id="{047221BE-117B-43C8-9D2A-CE256401BAB4}"/>
              </a:ext>
            </a:extLst>
          </p:cNvPr>
          <p:cNvSpPr>
            <a:spLocks noGrp="1"/>
          </p:cNvSpPr>
          <p:nvPr>
            <p:ph type="sldNum" sz="quarter" idx="10"/>
          </p:nvPr>
        </p:nvSpPr>
        <p:spPr>
          <a:xfrm>
            <a:off x="71438" y="206375"/>
            <a:ext cx="785812" cy="365125"/>
          </a:xfrm>
        </p:spPr>
        <p:txBody>
          <a:bodyPr/>
          <a:lstStyle>
            <a:lvl1pPr>
              <a:defRPr sz="2200">
                <a:solidFill>
                  <a:schemeClr val="tx1"/>
                </a:solidFill>
              </a:defRPr>
            </a:lvl1pPr>
          </a:lstStyle>
          <a:p>
            <a:pPr>
              <a:defRPr/>
            </a:pPr>
            <a:fld id="{3532E1E3-6AB7-4D92-A33A-F043E6C5B717}" type="slidenum">
              <a:rPr lang="es-CO" altLang="es-CO"/>
              <a:pPr>
                <a:defRPr/>
              </a:pPr>
              <a:t>‹Nº›</a:t>
            </a:fld>
            <a:endParaRPr lang="es-CO" altLang="es-CO"/>
          </a:p>
        </p:txBody>
      </p:sp>
    </p:spTree>
    <p:extLst>
      <p:ext uri="{BB962C8B-B14F-4D97-AF65-F5344CB8AC3E}">
        <p14:creationId xmlns:p14="http://schemas.microsoft.com/office/powerpoint/2010/main" val="82761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5 Marcador de número de diapositiva" descr="&lt;No.&gt;">
            <a:extLst>
              <a:ext uri="{FF2B5EF4-FFF2-40B4-BE49-F238E27FC236}">
                <a16:creationId xmlns:a16="http://schemas.microsoft.com/office/drawing/2014/main" id="{61EBF708-C41B-44B1-97EC-CF1BBBC20C82}"/>
              </a:ext>
            </a:extLst>
          </p:cNvPr>
          <p:cNvSpPr>
            <a:spLocks noGrp="1"/>
          </p:cNvSpPr>
          <p:nvPr>
            <p:ph type="sldNum" sz="quarter" idx="10"/>
          </p:nvPr>
        </p:nvSpPr>
        <p:spPr/>
        <p:txBody>
          <a:bodyPr/>
          <a:lstStyle>
            <a:lvl1pPr>
              <a:defRPr/>
            </a:lvl1pPr>
          </a:lstStyle>
          <a:p>
            <a:pPr>
              <a:defRPr/>
            </a:pPr>
            <a:fld id="{7F219D7D-12FE-4B7D-95D8-6A0F2828D8E3}" type="slidenum">
              <a:rPr lang="es-CO" altLang="es-CO"/>
              <a:pPr>
                <a:defRPr/>
              </a:pPr>
              <a:t>‹Nº›</a:t>
            </a:fld>
            <a:endParaRPr lang="es-CO" altLang="es-CO"/>
          </a:p>
        </p:txBody>
      </p:sp>
    </p:spTree>
    <p:extLst>
      <p:ext uri="{BB962C8B-B14F-4D97-AF65-F5344CB8AC3E}">
        <p14:creationId xmlns:p14="http://schemas.microsoft.com/office/powerpoint/2010/main" val="4701494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857224" y="2643182"/>
            <a:ext cx="77724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857224" y="1071546"/>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5 Marcador de número de diapositiva" descr="&lt;No.&gt;">
            <a:extLst>
              <a:ext uri="{FF2B5EF4-FFF2-40B4-BE49-F238E27FC236}">
                <a16:creationId xmlns:a16="http://schemas.microsoft.com/office/drawing/2014/main" id="{EE100265-4A3B-4F40-A5F0-770BFD064AE7}"/>
              </a:ext>
            </a:extLst>
          </p:cNvPr>
          <p:cNvSpPr>
            <a:spLocks noGrp="1"/>
          </p:cNvSpPr>
          <p:nvPr>
            <p:ph type="sldNum" sz="quarter" idx="10"/>
          </p:nvPr>
        </p:nvSpPr>
        <p:spPr/>
        <p:txBody>
          <a:bodyPr/>
          <a:lstStyle>
            <a:lvl1pPr>
              <a:defRPr/>
            </a:lvl1pPr>
          </a:lstStyle>
          <a:p>
            <a:pPr>
              <a:defRPr/>
            </a:pPr>
            <a:fld id="{58D14026-6FB7-464F-BD55-9983151CEDB0}" type="slidenum">
              <a:rPr lang="es-CO" altLang="es-CO"/>
              <a:pPr>
                <a:defRPr/>
              </a:pPr>
              <a:t>‹Nº›</a:t>
            </a:fld>
            <a:endParaRPr lang="es-CO" altLang="es-CO"/>
          </a:p>
        </p:txBody>
      </p:sp>
    </p:spTree>
    <p:extLst>
      <p:ext uri="{BB962C8B-B14F-4D97-AF65-F5344CB8AC3E}">
        <p14:creationId xmlns:p14="http://schemas.microsoft.com/office/powerpoint/2010/main" val="13516683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857224" y="2214554"/>
            <a:ext cx="3571900" cy="402589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4648200" y="2214554"/>
            <a:ext cx="4038600" cy="40005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5 Marcador de número de diapositiva" descr="&lt;No.&gt;">
            <a:extLst>
              <a:ext uri="{FF2B5EF4-FFF2-40B4-BE49-F238E27FC236}">
                <a16:creationId xmlns:a16="http://schemas.microsoft.com/office/drawing/2014/main" id="{DFF2B988-F19E-4F04-BD27-A48F39A01AB9}"/>
              </a:ext>
            </a:extLst>
          </p:cNvPr>
          <p:cNvSpPr>
            <a:spLocks noGrp="1"/>
          </p:cNvSpPr>
          <p:nvPr>
            <p:ph type="sldNum" sz="quarter" idx="10"/>
          </p:nvPr>
        </p:nvSpPr>
        <p:spPr/>
        <p:txBody>
          <a:bodyPr/>
          <a:lstStyle>
            <a:lvl1pPr>
              <a:defRPr/>
            </a:lvl1pPr>
          </a:lstStyle>
          <a:p>
            <a:pPr>
              <a:defRPr/>
            </a:pPr>
            <a:fld id="{97813DE1-EA20-4BEF-AB12-D2D69A6090C3}" type="slidenum">
              <a:rPr lang="es-CO" altLang="es-CO"/>
              <a:pPr>
                <a:defRPr/>
              </a:pPr>
              <a:t>‹Nº›</a:t>
            </a:fld>
            <a:endParaRPr lang="es-CO" altLang="es-CO"/>
          </a:p>
        </p:txBody>
      </p:sp>
    </p:spTree>
    <p:extLst>
      <p:ext uri="{BB962C8B-B14F-4D97-AF65-F5344CB8AC3E}">
        <p14:creationId xmlns:p14="http://schemas.microsoft.com/office/powerpoint/2010/main" val="254911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5 Marcador de número de diapositiva" descr="&lt;No.&gt;">
            <a:extLst>
              <a:ext uri="{FF2B5EF4-FFF2-40B4-BE49-F238E27FC236}">
                <a16:creationId xmlns:a16="http://schemas.microsoft.com/office/drawing/2014/main" id="{FF35CE3E-FD30-4207-9576-68F58A4C8E60}"/>
              </a:ext>
            </a:extLst>
          </p:cNvPr>
          <p:cNvSpPr>
            <a:spLocks noGrp="1"/>
          </p:cNvSpPr>
          <p:nvPr>
            <p:ph type="sldNum" sz="quarter" idx="10"/>
          </p:nvPr>
        </p:nvSpPr>
        <p:spPr/>
        <p:txBody>
          <a:bodyPr/>
          <a:lstStyle>
            <a:lvl1pPr>
              <a:defRPr/>
            </a:lvl1pPr>
          </a:lstStyle>
          <a:p>
            <a:pPr>
              <a:defRPr/>
            </a:pPr>
            <a:fld id="{92321CA9-07FE-4363-8077-5E54FDAF3616}" type="slidenum">
              <a:rPr lang="es-CO" altLang="es-CO"/>
              <a:pPr>
                <a:defRPr/>
              </a:pPr>
              <a:t>‹Nº›</a:t>
            </a:fld>
            <a:endParaRPr lang="es-CO" altLang="es-CO"/>
          </a:p>
        </p:txBody>
      </p:sp>
    </p:spTree>
    <p:extLst>
      <p:ext uri="{BB962C8B-B14F-4D97-AF65-F5344CB8AC3E}">
        <p14:creationId xmlns:p14="http://schemas.microsoft.com/office/powerpoint/2010/main" val="29126016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5 Marcador de número de diapositiva" descr="&lt;No.&gt;">
            <a:extLst>
              <a:ext uri="{FF2B5EF4-FFF2-40B4-BE49-F238E27FC236}">
                <a16:creationId xmlns:a16="http://schemas.microsoft.com/office/drawing/2014/main" id="{D69FD3F0-0EF5-4AC6-A81B-0CFD0FF773BF}"/>
              </a:ext>
            </a:extLst>
          </p:cNvPr>
          <p:cNvSpPr>
            <a:spLocks noGrp="1"/>
          </p:cNvSpPr>
          <p:nvPr>
            <p:ph type="sldNum" sz="quarter" idx="10"/>
          </p:nvPr>
        </p:nvSpPr>
        <p:spPr/>
        <p:txBody>
          <a:bodyPr/>
          <a:lstStyle>
            <a:lvl1pPr>
              <a:defRPr/>
            </a:lvl1pPr>
          </a:lstStyle>
          <a:p>
            <a:pPr>
              <a:defRPr/>
            </a:pPr>
            <a:fld id="{99BDF024-4D44-479D-901F-E26036C4C7D1}" type="slidenum">
              <a:rPr lang="es-CO" altLang="es-CO"/>
              <a:pPr>
                <a:defRPr/>
              </a:pPr>
              <a:t>‹Nº›</a:t>
            </a:fld>
            <a:endParaRPr lang="es-CO" altLang="es-CO"/>
          </a:p>
        </p:txBody>
      </p:sp>
    </p:spTree>
    <p:extLst>
      <p:ext uri="{BB962C8B-B14F-4D97-AF65-F5344CB8AC3E}">
        <p14:creationId xmlns:p14="http://schemas.microsoft.com/office/powerpoint/2010/main" val="34423795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En blanco">
    <p:spTree>
      <p:nvGrpSpPr>
        <p:cNvPr id="1" name=""/>
        <p:cNvGrpSpPr/>
        <p:nvPr/>
      </p:nvGrpSpPr>
      <p:grpSpPr>
        <a:xfrm>
          <a:off x="0" y="0"/>
          <a:ext cx="0" cy="0"/>
          <a:chOff x="0" y="0"/>
          <a:chExt cx="0" cy="0"/>
        </a:xfrm>
      </p:grpSpPr>
      <p:sp>
        <p:nvSpPr>
          <p:cNvPr id="2" name="5 Marcador de número de diapositiva" descr="&lt;No.&gt;">
            <a:extLst>
              <a:ext uri="{FF2B5EF4-FFF2-40B4-BE49-F238E27FC236}">
                <a16:creationId xmlns:a16="http://schemas.microsoft.com/office/drawing/2014/main" id="{0FCC1E91-35AF-4149-AC6B-42626F30B614}"/>
              </a:ext>
            </a:extLst>
          </p:cNvPr>
          <p:cNvSpPr>
            <a:spLocks noGrp="1"/>
          </p:cNvSpPr>
          <p:nvPr>
            <p:ph type="sldNum" sz="quarter" idx="10"/>
          </p:nvPr>
        </p:nvSpPr>
        <p:spPr/>
        <p:txBody>
          <a:bodyPr/>
          <a:lstStyle>
            <a:lvl1pPr>
              <a:defRPr/>
            </a:lvl1pPr>
          </a:lstStyle>
          <a:p>
            <a:pPr>
              <a:defRPr/>
            </a:pPr>
            <a:fld id="{A38C22F4-EE15-4184-8A4F-C4124F2BE447}" type="slidenum">
              <a:rPr lang="es-CO" altLang="es-CO"/>
              <a:pPr>
                <a:defRPr/>
              </a:pPr>
              <a:t>‹Nº›</a:t>
            </a:fld>
            <a:endParaRPr lang="es-CO" altLang="es-CO"/>
          </a:p>
        </p:txBody>
      </p:sp>
    </p:spTree>
    <p:extLst>
      <p:ext uri="{BB962C8B-B14F-4D97-AF65-F5344CB8AC3E}">
        <p14:creationId xmlns:p14="http://schemas.microsoft.com/office/powerpoint/2010/main" val="3694708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857224" y="857232"/>
            <a:ext cx="3008313"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4032250" y="85723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857224" y="200024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5 Marcador de número de diapositiva" descr="&lt;No.&gt;">
            <a:extLst>
              <a:ext uri="{FF2B5EF4-FFF2-40B4-BE49-F238E27FC236}">
                <a16:creationId xmlns:a16="http://schemas.microsoft.com/office/drawing/2014/main" id="{B1F7549D-979F-45AB-AD58-5BF7CB6DB37D}"/>
              </a:ext>
            </a:extLst>
          </p:cNvPr>
          <p:cNvSpPr>
            <a:spLocks noGrp="1"/>
          </p:cNvSpPr>
          <p:nvPr>
            <p:ph type="sldNum" sz="quarter" idx="10"/>
          </p:nvPr>
        </p:nvSpPr>
        <p:spPr/>
        <p:txBody>
          <a:bodyPr/>
          <a:lstStyle>
            <a:lvl1pPr>
              <a:defRPr/>
            </a:lvl1pPr>
          </a:lstStyle>
          <a:p>
            <a:pPr>
              <a:defRPr/>
            </a:pPr>
            <a:fld id="{BCCB0E3D-5246-46A6-A0B3-053B7FB2AE0D}" type="slidenum">
              <a:rPr lang="es-CO" altLang="es-CO"/>
              <a:pPr>
                <a:defRPr/>
              </a:pPr>
              <a:t>‹Nº›</a:t>
            </a:fld>
            <a:endParaRPr lang="es-CO" altLang="es-CO"/>
          </a:p>
        </p:txBody>
      </p:sp>
    </p:spTree>
    <p:extLst>
      <p:ext uri="{BB962C8B-B14F-4D97-AF65-F5344CB8AC3E}">
        <p14:creationId xmlns:p14="http://schemas.microsoft.com/office/powerpoint/2010/main" val="39624281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5072074"/>
            <a:ext cx="54864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1792288" y="928670"/>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CO" noProof="0"/>
          </a:p>
        </p:txBody>
      </p:sp>
      <p:sp>
        <p:nvSpPr>
          <p:cNvPr id="4" name="5 Marcador de número de diapositiva" descr="&lt;No.&gt;">
            <a:extLst>
              <a:ext uri="{FF2B5EF4-FFF2-40B4-BE49-F238E27FC236}">
                <a16:creationId xmlns:a16="http://schemas.microsoft.com/office/drawing/2014/main" id="{3328A9B1-3ED4-438D-8E87-64D0CD3849DF}"/>
              </a:ext>
            </a:extLst>
          </p:cNvPr>
          <p:cNvSpPr>
            <a:spLocks noGrp="1"/>
          </p:cNvSpPr>
          <p:nvPr>
            <p:ph type="sldNum" sz="quarter" idx="10"/>
          </p:nvPr>
        </p:nvSpPr>
        <p:spPr/>
        <p:txBody>
          <a:bodyPr/>
          <a:lstStyle>
            <a:lvl1pPr>
              <a:defRPr/>
            </a:lvl1pPr>
          </a:lstStyle>
          <a:p>
            <a:pPr>
              <a:defRPr/>
            </a:pPr>
            <a:fld id="{1F9056AB-9AE7-49AD-9364-B4271C824DC3}" type="slidenum">
              <a:rPr lang="es-CO" altLang="es-CO"/>
              <a:pPr>
                <a:defRPr/>
              </a:pPr>
              <a:t>‹Nº›</a:t>
            </a:fld>
            <a:endParaRPr lang="es-CO" altLang="es-CO"/>
          </a:p>
        </p:txBody>
      </p:sp>
    </p:spTree>
    <p:extLst>
      <p:ext uri="{BB962C8B-B14F-4D97-AF65-F5344CB8AC3E}">
        <p14:creationId xmlns:p14="http://schemas.microsoft.com/office/powerpoint/2010/main" val="4000895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D1179B3-E3F7-8DF3-ABF5-4D23297F00F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8E192CF-B8E8-68F7-E0A0-A63F6554F90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6113D34-63A4-3585-73E1-7A6563CC9FF0}"/>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CF7635E-2D71-42E7-9E6C-FBB85A15A85F}" type="datetimeFigureOut">
              <a:rPr lang="es-CO" smtClean="0"/>
              <a:t>1/10/25</a:t>
            </a:fld>
            <a:endParaRPr lang="es-CO"/>
          </a:p>
        </p:txBody>
      </p:sp>
      <p:sp>
        <p:nvSpPr>
          <p:cNvPr id="5" name="Marcador de pie de página 4">
            <a:extLst>
              <a:ext uri="{FF2B5EF4-FFF2-40B4-BE49-F238E27FC236}">
                <a16:creationId xmlns:a16="http://schemas.microsoft.com/office/drawing/2014/main" id="{7A79372D-5D91-7624-4D7B-06BE31EEB2D0}"/>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C7491E14-EF87-176A-B3C5-BCD96C5D38A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F153FCAA-A8F6-46C0-A16D-21FE2511045A}" type="slidenum">
              <a:rPr lang="es-CO" altLang="es-CO" smtClean="0"/>
              <a:pPr>
                <a:defRPr/>
              </a:pPr>
              <a:t>‹Nº›</a:t>
            </a:fld>
            <a:endParaRPr lang="es-CO" altLang="es-CO"/>
          </a:p>
        </p:txBody>
      </p:sp>
      <p:sp>
        <p:nvSpPr>
          <p:cNvPr id="7" name="6 Rectángulo">
            <a:extLst>
              <a:ext uri="{FF2B5EF4-FFF2-40B4-BE49-F238E27FC236}">
                <a16:creationId xmlns:a16="http://schemas.microsoft.com/office/drawing/2014/main" id="{7B0CA632-E545-9F27-F48F-19EBC6FED7F0}"/>
              </a:ext>
            </a:extLst>
          </p:cNvPr>
          <p:cNvSpPr/>
          <p:nvPr userDrawn="1"/>
        </p:nvSpPr>
        <p:spPr>
          <a:xfrm>
            <a:off x="0" y="5786438"/>
            <a:ext cx="9144000" cy="1071562"/>
          </a:xfrm>
          <a:prstGeom prst="rect">
            <a:avLst/>
          </a:prstGeom>
          <a:solidFill>
            <a:srgbClr val="D5D6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CO"/>
          </a:p>
        </p:txBody>
      </p:sp>
    </p:spTree>
    <p:extLst>
      <p:ext uri="{BB962C8B-B14F-4D97-AF65-F5344CB8AC3E}">
        <p14:creationId xmlns:p14="http://schemas.microsoft.com/office/powerpoint/2010/main" val="87750959"/>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77"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CO"/>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microsoft.com/office/2007/relationships/hdphoto" Target="../media/hdphoto1.wdp"/><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16.jpe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1 Título">
            <a:extLst>
              <a:ext uri="{FF2B5EF4-FFF2-40B4-BE49-F238E27FC236}">
                <a16:creationId xmlns:a16="http://schemas.microsoft.com/office/drawing/2014/main" id="{612B5792-076C-452D-8592-DDADCC263C58}"/>
              </a:ext>
            </a:extLst>
          </p:cNvPr>
          <p:cNvSpPr>
            <a:spLocks noGrp="1"/>
          </p:cNvSpPr>
          <p:nvPr>
            <p:ph type="ctrTitle"/>
          </p:nvPr>
        </p:nvSpPr>
        <p:spPr>
          <a:xfrm>
            <a:off x="0" y="-28575"/>
            <a:ext cx="779463" cy="720725"/>
          </a:xfrm>
        </p:spPr>
        <p:txBody>
          <a:bodyPr/>
          <a:lstStyle/>
          <a:p>
            <a:pPr algn="ctr" eaLnBrk="1" hangingPunct="1"/>
            <a:r>
              <a:rPr lang="es-CO" altLang="es-CO" sz="3600"/>
              <a:t>1</a:t>
            </a:r>
          </a:p>
        </p:txBody>
      </p:sp>
      <p:sp>
        <p:nvSpPr>
          <p:cNvPr id="5124" name="2 Subtítulo">
            <a:extLst>
              <a:ext uri="{FF2B5EF4-FFF2-40B4-BE49-F238E27FC236}">
                <a16:creationId xmlns:a16="http://schemas.microsoft.com/office/drawing/2014/main" id="{75207037-66AB-408E-B44C-6489E27F4A1E}"/>
              </a:ext>
            </a:extLst>
          </p:cNvPr>
          <p:cNvSpPr txBox="1">
            <a:spLocks/>
          </p:cNvSpPr>
          <p:nvPr/>
        </p:nvSpPr>
        <p:spPr bwMode="auto">
          <a:xfrm>
            <a:off x="779463" y="5733256"/>
            <a:ext cx="6400800" cy="129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buFont typeface="Arial" panose="020B0604020202020204" pitchFamily="34" charset="0"/>
              <a:buNone/>
            </a:pPr>
            <a:r>
              <a:rPr lang="es-CO" altLang="es-CO" sz="2800">
                <a:solidFill>
                  <a:srgbClr val="898989"/>
                </a:solidFill>
              </a:rPr>
              <a:t>Jheyson F. Villavisan B</a:t>
            </a:r>
            <a:endParaRPr lang="es-CO" altLang="es-CO" sz="1800">
              <a:solidFill>
                <a:srgbClr val="898989"/>
              </a:solidFill>
            </a:endParaRPr>
          </a:p>
          <a:p>
            <a:pPr eaLnBrk="1" hangingPunct="1">
              <a:buFont typeface="Arial" panose="020B0604020202020204" pitchFamily="34" charset="0"/>
              <a:buNone/>
            </a:pPr>
            <a:endParaRPr lang="es-CO" altLang="es-CO" sz="2400">
              <a:solidFill>
                <a:srgbClr val="898989"/>
              </a:solidFill>
            </a:endParaRPr>
          </a:p>
        </p:txBody>
      </p:sp>
      <p:sp>
        <p:nvSpPr>
          <p:cNvPr id="10" name="2 Subtítulo">
            <a:extLst>
              <a:ext uri="{FF2B5EF4-FFF2-40B4-BE49-F238E27FC236}">
                <a16:creationId xmlns:a16="http://schemas.microsoft.com/office/drawing/2014/main" id="{0D52910C-C7FF-51AD-9B9D-1A390D5FFE1B}"/>
              </a:ext>
            </a:extLst>
          </p:cNvPr>
          <p:cNvSpPr txBox="1">
            <a:spLocks/>
          </p:cNvSpPr>
          <p:nvPr/>
        </p:nvSpPr>
        <p:spPr bwMode="auto">
          <a:xfrm>
            <a:off x="2123728" y="3178968"/>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pic>
        <p:nvPicPr>
          <p:cNvPr id="1028" name="Picture 4" descr="Programas - Intranet ETITC">
            <a:extLst>
              <a:ext uri="{FF2B5EF4-FFF2-40B4-BE49-F238E27FC236}">
                <a16:creationId xmlns:a16="http://schemas.microsoft.com/office/drawing/2014/main" id="{86BA1783-B2FE-6B6A-8793-A57527FC5C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2036078" y="2847975"/>
            <a:ext cx="5456585" cy="1162050"/>
          </a:xfrm>
        </p:spPr>
        <p:txBody>
          <a:bodyPr/>
          <a:lstStyle/>
          <a:p>
            <a:pPr algn="ctr"/>
            <a:r>
              <a:rPr lang="es-CO" sz="2800" b="1" dirty="0"/>
              <a:t>Acondicionamiento de señales</a:t>
            </a:r>
            <a:endParaRPr lang="es-CO" b="1" dirty="0"/>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Tree>
    <p:extLst>
      <p:ext uri="{BB962C8B-B14F-4D97-AF65-F5344CB8AC3E}">
        <p14:creationId xmlns:p14="http://schemas.microsoft.com/office/powerpoint/2010/main" val="616220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BD715-ABB9-E759-81C3-A2F38D730B2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8036ABB-4538-A1E0-9A60-F0D971D9F1A9}"/>
              </a:ext>
            </a:extLst>
          </p:cNvPr>
          <p:cNvSpPr>
            <a:spLocks noGrp="1"/>
          </p:cNvSpPr>
          <p:nvPr>
            <p:ph type="title"/>
          </p:nvPr>
        </p:nvSpPr>
        <p:spPr>
          <a:xfrm>
            <a:off x="2037222" y="1624164"/>
            <a:ext cx="5456585" cy="1162050"/>
          </a:xfrm>
        </p:spPr>
        <p:txBody>
          <a:bodyPr/>
          <a:lstStyle/>
          <a:p>
            <a:pPr algn="ctr"/>
            <a:r>
              <a:rPr lang="es-CO" b="1" dirty="0"/>
              <a:t>Introducción</a:t>
            </a:r>
            <a:br>
              <a:rPr lang="es-CO" b="1" dirty="0"/>
            </a:br>
            <a:endParaRPr lang="es-CO" b="1" dirty="0"/>
          </a:p>
        </p:txBody>
      </p:sp>
      <p:sp>
        <p:nvSpPr>
          <p:cNvPr id="10" name="1 Título">
            <a:extLst>
              <a:ext uri="{FF2B5EF4-FFF2-40B4-BE49-F238E27FC236}">
                <a16:creationId xmlns:a16="http://schemas.microsoft.com/office/drawing/2014/main" id="{E7AD6A9A-AB6A-819D-0479-2D9673E6C2DC}"/>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a:t>
            </a:r>
          </a:p>
        </p:txBody>
      </p:sp>
      <p:pic>
        <p:nvPicPr>
          <p:cNvPr id="14" name="Picture 4" descr="Programas - Intranet ETITC">
            <a:extLst>
              <a:ext uri="{FF2B5EF4-FFF2-40B4-BE49-F238E27FC236}">
                <a16:creationId xmlns:a16="http://schemas.microsoft.com/office/drawing/2014/main" id="{8D5BB490-4946-541F-0B8D-B0F652450C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FD63ECFA-D315-AF04-92EF-90014A754A7B}"/>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989D4858-B99A-A0A6-854F-DEC18B7B38FB}"/>
              </a:ext>
            </a:extLst>
          </p:cNvPr>
          <p:cNvSpPr txBox="1"/>
          <p:nvPr/>
        </p:nvSpPr>
        <p:spPr>
          <a:xfrm>
            <a:off x="1121159" y="3110793"/>
            <a:ext cx="7623883" cy="923330"/>
          </a:xfrm>
          <a:prstGeom prst="rect">
            <a:avLst/>
          </a:prstGeom>
          <a:noFill/>
        </p:spPr>
        <p:txBody>
          <a:bodyPr wrap="square" rtlCol="0">
            <a:spAutoFit/>
          </a:bodyPr>
          <a:lstStyle/>
          <a:p>
            <a:r>
              <a:rPr lang="es-CO" i="1" dirty="0"/>
              <a:t>Los acondicionadores de señal son circuitos que convierten los parámetros eléctricos de salida de los transductores en una señal eléctrica (generalmente corriente, voltaje o frecuencia) que se puede medir fácilmente.</a:t>
            </a:r>
          </a:p>
        </p:txBody>
      </p:sp>
      <p:sp>
        <p:nvSpPr>
          <p:cNvPr id="4" name="CuadroTexto 3">
            <a:extLst>
              <a:ext uri="{FF2B5EF4-FFF2-40B4-BE49-F238E27FC236}">
                <a16:creationId xmlns:a16="http://schemas.microsoft.com/office/drawing/2014/main" id="{E85D37B9-29DD-5ECA-C717-D35A48812A79}"/>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spTree>
    <p:extLst>
      <p:ext uri="{BB962C8B-B14F-4D97-AF65-F5344CB8AC3E}">
        <p14:creationId xmlns:p14="http://schemas.microsoft.com/office/powerpoint/2010/main" val="1297005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4E097-32EB-A93C-EF73-B2824646996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09BCAF9-8F78-11D5-E940-1E3EE7FC12E2}"/>
              </a:ext>
            </a:extLst>
          </p:cNvPr>
          <p:cNvSpPr>
            <a:spLocks noGrp="1"/>
          </p:cNvSpPr>
          <p:nvPr>
            <p:ph type="title"/>
          </p:nvPr>
        </p:nvSpPr>
        <p:spPr>
          <a:xfrm>
            <a:off x="2037222" y="1624164"/>
            <a:ext cx="5456585" cy="1162050"/>
          </a:xfrm>
        </p:spPr>
        <p:txBody>
          <a:bodyPr/>
          <a:lstStyle/>
          <a:p>
            <a:pPr algn="ctr"/>
            <a:r>
              <a:rPr lang="es-CO" b="1" dirty="0"/>
              <a:t>Introducción</a:t>
            </a:r>
            <a:br>
              <a:rPr lang="es-CO" b="1" dirty="0"/>
            </a:br>
            <a:endParaRPr lang="es-CO" b="1" dirty="0"/>
          </a:p>
        </p:txBody>
      </p:sp>
      <p:sp>
        <p:nvSpPr>
          <p:cNvPr id="10" name="1 Título">
            <a:extLst>
              <a:ext uri="{FF2B5EF4-FFF2-40B4-BE49-F238E27FC236}">
                <a16:creationId xmlns:a16="http://schemas.microsoft.com/office/drawing/2014/main" id="{27643AA1-3022-8DE9-68D0-6CDB85A711F1}"/>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4</a:t>
            </a:r>
          </a:p>
        </p:txBody>
      </p:sp>
      <p:pic>
        <p:nvPicPr>
          <p:cNvPr id="14" name="Picture 4" descr="Programas - Intranet ETITC">
            <a:extLst>
              <a:ext uri="{FF2B5EF4-FFF2-40B4-BE49-F238E27FC236}">
                <a16:creationId xmlns:a16="http://schemas.microsoft.com/office/drawing/2014/main" id="{9D39CB56-20EF-6440-F174-E6E8A98893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DBEE44EB-CEB3-8BF8-E67B-4691EC6E0C4F}"/>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D4712058-3F7A-AABC-5C5F-325C1BE246C1}"/>
              </a:ext>
            </a:extLst>
          </p:cNvPr>
          <p:cNvSpPr txBox="1"/>
          <p:nvPr/>
        </p:nvSpPr>
        <p:spPr>
          <a:xfrm>
            <a:off x="1121159" y="3110793"/>
            <a:ext cx="7623883" cy="1754326"/>
          </a:xfrm>
          <a:prstGeom prst="rect">
            <a:avLst/>
          </a:prstGeom>
          <a:noFill/>
        </p:spPr>
        <p:txBody>
          <a:bodyPr wrap="square" rtlCol="0">
            <a:spAutoFit/>
          </a:bodyPr>
          <a:lstStyle/>
          <a:p>
            <a:r>
              <a:rPr lang="es-CO" i="1" dirty="0"/>
              <a:t>Existen varias razones por las que las señales de salida del transductor deben ser acondicionadas:</a:t>
            </a:r>
          </a:p>
          <a:p>
            <a:endParaRPr lang="es-CO" i="1" dirty="0"/>
          </a:p>
          <a:p>
            <a:r>
              <a:rPr lang="es-CO" i="1" dirty="0"/>
              <a:t>Cuando la señal eléctrica que es función de la magnitud que se mide no es una tensión o una intensidad, suele ser conveniente utilizar un circuito que realice la conversión a este tipo de señal.</a:t>
            </a:r>
          </a:p>
        </p:txBody>
      </p:sp>
      <p:sp>
        <p:nvSpPr>
          <p:cNvPr id="4" name="CuadroTexto 3">
            <a:extLst>
              <a:ext uri="{FF2B5EF4-FFF2-40B4-BE49-F238E27FC236}">
                <a16:creationId xmlns:a16="http://schemas.microsoft.com/office/drawing/2014/main" id="{8D33BF36-84F4-C08E-A160-5ED5889F28D3}"/>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spTree>
    <p:extLst>
      <p:ext uri="{BB962C8B-B14F-4D97-AF65-F5344CB8AC3E}">
        <p14:creationId xmlns:p14="http://schemas.microsoft.com/office/powerpoint/2010/main" val="946707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A2977-E557-30C2-B770-89ABEAC567A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F4BE02B-7C93-EDFD-1813-FBAA9E17B37B}"/>
              </a:ext>
            </a:extLst>
          </p:cNvPr>
          <p:cNvSpPr>
            <a:spLocks noGrp="1"/>
          </p:cNvSpPr>
          <p:nvPr>
            <p:ph type="title"/>
          </p:nvPr>
        </p:nvSpPr>
        <p:spPr>
          <a:xfrm>
            <a:off x="2037222" y="1624164"/>
            <a:ext cx="5456585" cy="1162050"/>
          </a:xfrm>
        </p:spPr>
        <p:txBody>
          <a:bodyPr/>
          <a:lstStyle/>
          <a:p>
            <a:pPr algn="ctr"/>
            <a:r>
              <a:rPr lang="es-CO" b="1" dirty="0"/>
              <a:t>Introducción</a:t>
            </a:r>
            <a:br>
              <a:rPr lang="es-CO" b="1" dirty="0"/>
            </a:br>
            <a:endParaRPr lang="es-CO" b="1" dirty="0"/>
          </a:p>
        </p:txBody>
      </p:sp>
      <p:sp>
        <p:nvSpPr>
          <p:cNvPr id="10" name="1 Título">
            <a:extLst>
              <a:ext uri="{FF2B5EF4-FFF2-40B4-BE49-F238E27FC236}">
                <a16:creationId xmlns:a16="http://schemas.microsoft.com/office/drawing/2014/main" id="{BBE624AD-0C98-123C-551E-29ED0897C352}"/>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5</a:t>
            </a:r>
          </a:p>
        </p:txBody>
      </p:sp>
      <p:pic>
        <p:nvPicPr>
          <p:cNvPr id="14" name="Picture 4" descr="Programas - Intranet ETITC">
            <a:extLst>
              <a:ext uri="{FF2B5EF4-FFF2-40B4-BE49-F238E27FC236}">
                <a16:creationId xmlns:a16="http://schemas.microsoft.com/office/drawing/2014/main" id="{3BFEC389-E37B-C63E-A4E2-6DECE31FF6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B99445AA-FEEE-7C1B-7273-EA430B609F85}"/>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2438CFC7-B448-7578-D8E8-66A0B341E2A5}"/>
              </a:ext>
            </a:extLst>
          </p:cNvPr>
          <p:cNvSpPr txBox="1"/>
          <p:nvPr/>
        </p:nvSpPr>
        <p:spPr>
          <a:xfrm>
            <a:off x="1121159" y="3110793"/>
            <a:ext cx="7623883" cy="2308324"/>
          </a:xfrm>
          <a:prstGeom prst="rect">
            <a:avLst/>
          </a:prstGeom>
          <a:noFill/>
        </p:spPr>
        <p:txBody>
          <a:bodyPr wrap="square" rtlCol="0">
            <a:spAutoFit/>
          </a:bodyPr>
          <a:lstStyle/>
          <a:p>
            <a:r>
              <a:rPr lang="es-CO" i="1" dirty="0"/>
              <a:t>Existen varias razones por las que las señales de salida del transductor deben ser acondicionadas:</a:t>
            </a:r>
          </a:p>
          <a:p>
            <a:endParaRPr lang="es-CO" i="1" dirty="0"/>
          </a:p>
          <a:p>
            <a:r>
              <a:rPr lang="es-CO" i="1" dirty="0"/>
              <a:t>Para incrementar la relación señal-</a:t>
            </a:r>
            <a:r>
              <a:rPr lang="es-CO" i="1" dirty="0" err="1"/>
              <a:t>reuido</a:t>
            </a:r>
            <a:r>
              <a:rPr lang="es-CO" i="1" dirty="0"/>
              <a:t> hasta niveles adecuados. Lo que implica: </a:t>
            </a:r>
          </a:p>
          <a:p>
            <a:endParaRPr lang="es-CO" i="1" dirty="0"/>
          </a:p>
          <a:p>
            <a:r>
              <a:rPr lang="es-CO" i="1" dirty="0"/>
              <a:t>* Amplificar la señal</a:t>
            </a:r>
          </a:p>
          <a:p>
            <a:r>
              <a:rPr lang="es-CO" i="1" dirty="0"/>
              <a:t>* Filtrar la señal</a:t>
            </a:r>
          </a:p>
        </p:txBody>
      </p:sp>
      <p:sp>
        <p:nvSpPr>
          <p:cNvPr id="4" name="CuadroTexto 3">
            <a:extLst>
              <a:ext uri="{FF2B5EF4-FFF2-40B4-BE49-F238E27FC236}">
                <a16:creationId xmlns:a16="http://schemas.microsoft.com/office/drawing/2014/main" id="{D74DF725-9974-0E4D-11BF-2C427C5D7092}"/>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spTree>
    <p:extLst>
      <p:ext uri="{BB962C8B-B14F-4D97-AF65-F5344CB8AC3E}">
        <p14:creationId xmlns:p14="http://schemas.microsoft.com/office/powerpoint/2010/main" val="878255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1231B-3126-C59D-7D70-0355C683CF3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8FA7FE-1270-3A55-0531-15B537F6696B}"/>
              </a:ext>
            </a:extLst>
          </p:cNvPr>
          <p:cNvSpPr>
            <a:spLocks noGrp="1"/>
          </p:cNvSpPr>
          <p:nvPr>
            <p:ph type="title"/>
          </p:nvPr>
        </p:nvSpPr>
        <p:spPr>
          <a:xfrm>
            <a:off x="2037222" y="1624164"/>
            <a:ext cx="5456585" cy="1162050"/>
          </a:xfrm>
        </p:spPr>
        <p:txBody>
          <a:bodyPr/>
          <a:lstStyle/>
          <a:p>
            <a:pPr algn="ctr"/>
            <a:r>
              <a:rPr lang="es-CO" b="1" dirty="0"/>
              <a:t>Introducción</a:t>
            </a:r>
            <a:br>
              <a:rPr lang="es-CO" b="1" dirty="0"/>
            </a:br>
            <a:endParaRPr lang="es-CO" b="1" dirty="0"/>
          </a:p>
        </p:txBody>
      </p:sp>
      <p:sp>
        <p:nvSpPr>
          <p:cNvPr id="10" name="1 Título">
            <a:extLst>
              <a:ext uri="{FF2B5EF4-FFF2-40B4-BE49-F238E27FC236}">
                <a16:creationId xmlns:a16="http://schemas.microsoft.com/office/drawing/2014/main" id="{B08970B7-AE90-9265-3F51-65F40347D931}"/>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6</a:t>
            </a:r>
          </a:p>
        </p:txBody>
      </p:sp>
      <p:pic>
        <p:nvPicPr>
          <p:cNvPr id="14" name="Picture 4" descr="Programas - Intranet ETITC">
            <a:extLst>
              <a:ext uri="{FF2B5EF4-FFF2-40B4-BE49-F238E27FC236}">
                <a16:creationId xmlns:a16="http://schemas.microsoft.com/office/drawing/2014/main" id="{4C6854DD-1BF4-459B-C6C4-C8BD099972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015B189C-8631-B028-E9FC-A78AE69BFFD0}"/>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B3806616-1FC3-97C3-A84E-E87DF278B3A3}"/>
              </a:ext>
            </a:extLst>
          </p:cNvPr>
          <p:cNvSpPr txBox="1"/>
          <p:nvPr/>
        </p:nvSpPr>
        <p:spPr>
          <a:xfrm>
            <a:off x="1121159" y="3110793"/>
            <a:ext cx="7623883" cy="2031325"/>
          </a:xfrm>
          <a:prstGeom prst="rect">
            <a:avLst/>
          </a:prstGeom>
          <a:noFill/>
        </p:spPr>
        <p:txBody>
          <a:bodyPr wrap="square" rtlCol="0">
            <a:spAutoFit/>
          </a:bodyPr>
          <a:lstStyle/>
          <a:p>
            <a:r>
              <a:rPr lang="es-CO" i="1" dirty="0"/>
              <a:t>Existen varias razones por las que las señales de salida del transductor deben ser acondicionadas:</a:t>
            </a:r>
          </a:p>
          <a:p>
            <a:endParaRPr lang="es-CO" i="1" dirty="0"/>
          </a:p>
          <a:p>
            <a:r>
              <a:rPr lang="es-CO" i="1" dirty="0"/>
              <a:t>Si el transductor presenta una respuesta no lineal a los cambios de la magnitud física medida. En este caso, con el fin de tener una medida suficiente significativa, hay que realizar un proceso de linealización mediante circuitos específicos o mediante programas adecuados de cálculo numérico.</a:t>
            </a:r>
          </a:p>
        </p:txBody>
      </p:sp>
      <p:sp>
        <p:nvSpPr>
          <p:cNvPr id="4" name="CuadroTexto 3">
            <a:extLst>
              <a:ext uri="{FF2B5EF4-FFF2-40B4-BE49-F238E27FC236}">
                <a16:creationId xmlns:a16="http://schemas.microsoft.com/office/drawing/2014/main" id="{ADD3A1DC-BAD6-00DE-8A57-5EB3B024C14C}"/>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spTree>
    <p:extLst>
      <p:ext uri="{BB962C8B-B14F-4D97-AF65-F5344CB8AC3E}">
        <p14:creationId xmlns:p14="http://schemas.microsoft.com/office/powerpoint/2010/main" val="421120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99D1D-892D-CD00-CE09-5146BFC0213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D8FC5F3-6E30-250E-FA50-B29B0FF7EFA6}"/>
              </a:ext>
            </a:extLst>
          </p:cNvPr>
          <p:cNvSpPr>
            <a:spLocks noGrp="1"/>
          </p:cNvSpPr>
          <p:nvPr>
            <p:ph type="title"/>
          </p:nvPr>
        </p:nvSpPr>
        <p:spPr>
          <a:xfrm>
            <a:off x="2037222" y="1624164"/>
            <a:ext cx="5456585" cy="1162050"/>
          </a:xfrm>
        </p:spPr>
        <p:txBody>
          <a:bodyPr/>
          <a:lstStyle/>
          <a:p>
            <a:pPr algn="ctr"/>
            <a:r>
              <a:rPr lang="es-CO" b="1" dirty="0"/>
              <a:t>Introducción</a:t>
            </a:r>
            <a:br>
              <a:rPr lang="es-CO" b="1" dirty="0"/>
            </a:br>
            <a:endParaRPr lang="es-CO" b="1" dirty="0"/>
          </a:p>
        </p:txBody>
      </p:sp>
      <p:sp>
        <p:nvSpPr>
          <p:cNvPr id="10" name="1 Título">
            <a:extLst>
              <a:ext uri="{FF2B5EF4-FFF2-40B4-BE49-F238E27FC236}">
                <a16:creationId xmlns:a16="http://schemas.microsoft.com/office/drawing/2014/main" id="{F861980A-B29D-89F0-8FCA-E9A20F9E03A1}"/>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7</a:t>
            </a:r>
          </a:p>
        </p:txBody>
      </p:sp>
      <p:pic>
        <p:nvPicPr>
          <p:cNvPr id="14" name="Picture 4" descr="Programas - Intranet ETITC">
            <a:extLst>
              <a:ext uri="{FF2B5EF4-FFF2-40B4-BE49-F238E27FC236}">
                <a16:creationId xmlns:a16="http://schemas.microsoft.com/office/drawing/2014/main" id="{19C642CA-C9CB-792A-7532-59AFE151DA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8EBA761A-431B-007D-5F47-EC54BEBBE53C}"/>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6B699F27-3002-726F-85D1-FC843D5A9D82}"/>
              </a:ext>
            </a:extLst>
          </p:cNvPr>
          <p:cNvSpPr txBox="1"/>
          <p:nvPr/>
        </p:nvSpPr>
        <p:spPr>
          <a:xfrm>
            <a:off x="1121159" y="3110793"/>
            <a:ext cx="7623883" cy="2031325"/>
          </a:xfrm>
          <a:prstGeom prst="rect">
            <a:avLst/>
          </a:prstGeom>
          <a:noFill/>
        </p:spPr>
        <p:txBody>
          <a:bodyPr wrap="square" rtlCol="0">
            <a:spAutoFit/>
          </a:bodyPr>
          <a:lstStyle/>
          <a:p>
            <a:r>
              <a:rPr lang="es-CO" i="1" dirty="0"/>
              <a:t>Procesamiento de la señal</a:t>
            </a:r>
          </a:p>
          <a:p>
            <a:endParaRPr lang="es-CO" i="1" dirty="0"/>
          </a:p>
          <a:p>
            <a:r>
              <a:rPr lang="es-CO" i="1" dirty="0"/>
              <a:t>Incluye el conjunto de transformaciones a que debe someterse la señal eléctrica para extraer de ella la información que se busca.</a:t>
            </a:r>
          </a:p>
          <a:p>
            <a:endParaRPr lang="es-CO" i="1" dirty="0"/>
          </a:p>
          <a:p>
            <a:r>
              <a:rPr lang="es-CO" i="1" dirty="0"/>
              <a:t>El procesamiento de la señal suele contener muy diversas operaciones, ya sean lineales, no lineales, o de procesamiento digital de las señales.</a:t>
            </a:r>
          </a:p>
        </p:txBody>
      </p:sp>
      <p:sp>
        <p:nvSpPr>
          <p:cNvPr id="4" name="CuadroTexto 3">
            <a:extLst>
              <a:ext uri="{FF2B5EF4-FFF2-40B4-BE49-F238E27FC236}">
                <a16:creationId xmlns:a16="http://schemas.microsoft.com/office/drawing/2014/main" id="{04430605-8372-40F8-7EE8-1967E6D2E4E9}"/>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spTree>
    <p:extLst>
      <p:ext uri="{BB962C8B-B14F-4D97-AF65-F5344CB8AC3E}">
        <p14:creationId xmlns:p14="http://schemas.microsoft.com/office/powerpoint/2010/main" val="1294304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E01A3-8811-31B8-F6ED-E4D2A16CAF2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D7C7E13-6CBB-B674-B048-EC41DAF60C18}"/>
              </a:ext>
            </a:extLst>
          </p:cNvPr>
          <p:cNvSpPr>
            <a:spLocks noGrp="1"/>
          </p:cNvSpPr>
          <p:nvPr>
            <p:ph type="title"/>
          </p:nvPr>
        </p:nvSpPr>
        <p:spPr>
          <a:xfrm>
            <a:off x="2037222" y="1624164"/>
            <a:ext cx="5456585" cy="1162050"/>
          </a:xfrm>
        </p:spPr>
        <p:txBody>
          <a:bodyPr/>
          <a:lstStyle/>
          <a:p>
            <a:pPr algn="ctr"/>
            <a:r>
              <a:rPr lang="es-CO" b="1" dirty="0"/>
              <a:t>Introducción</a:t>
            </a:r>
            <a:br>
              <a:rPr lang="es-CO" b="1" dirty="0"/>
            </a:br>
            <a:endParaRPr lang="es-CO" b="1" dirty="0"/>
          </a:p>
        </p:txBody>
      </p:sp>
      <p:sp>
        <p:nvSpPr>
          <p:cNvPr id="10" name="1 Título">
            <a:extLst>
              <a:ext uri="{FF2B5EF4-FFF2-40B4-BE49-F238E27FC236}">
                <a16:creationId xmlns:a16="http://schemas.microsoft.com/office/drawing/2014/main" id="{7EAF48CC-2C73-7E03-E5B2-112BCE5F93E4}"/>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8</a:t>
            </a:r>
          </a:p>
        </p:txBody>
      </p:sp>
      <p:pic>
        <p:nvPicPr>
          <p:cNvPr id="14" name="Picture 4" descr="Programas - Intranet ETITC">
            <a:extLst>
              <a:ext uri="{FF2B5EF4-FFF2-40B4-BE49-F238E27FC236}">
                <a16:creationId xmlns:a16="http://schemas.microsoft.com/office/drawing/2014/main" id="{BE5770D4-A9FC-5BD1-A566-F743E4896F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294C09B-537C-4F4C-B1A3-A0097256537B}"/>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B2C22C11-2946-E7E7-5209-789F728FDCDA}"/>
              </a:ext>
            </a:extLst>
          </p:cNvPr>
          <p:cNvSpPr txBox="1"/>
          <p:nvPr/>
        </p:nvSpPr>
        <p:spPr>
          <a:xfrm>
            <a:off x="795338" y="3194624"/>
            <a:ext cx="7623883" cy="1754326"/>
          </a:xfrm>
          <a:prstGeom prst="rect">
            <a:avLst/>
          </a:prstGeom>
          <a:noFill/>
        </p:spPr>
        <p:txBody>
          <a:bodyPr wrap="square" rtlCol="0">
            <a:spAutoFit/>
          </a:bodyPr>
          <a:lstStyle/>
          <a:p>
            <a:r>
              <a:rPr lang="es-CO" dirty="0"/>
              <a:t>El </a:t>
            </a:r>
            <a:r>
              <a:rPr lang="es-CO" b="1" dirty="0"/>
              <a:t>acondicionamiento</a:t>
            </a:r>
            <a:r>
              <a:rPr lang="es-CO" dirty="0"/>
              <a:t> de señales </a:t>
            </a:r>
            <a:r>
              <a:rPr lang="es-CO" b="1" dirty="0"/>
              <a:t>es</a:t>
            </a:r>
            <a:r>
              <a:rPr lang="es-CO" dirty="0"/>
              <a:t> un proceso fundamental en la electrónica y la instrumentación, sirviendo como </a:t>
            </a:r>
            <a:r>
              <a:rPr lang="es-CO" b="1" dirty="0"/>
              <a:t>el puente </a:t>
            </a:r>
            <a:r>
              <a:rPr lang="es-CO" dirty="0"/>
              <a:t>crucial </a:t>
            </a:r>
            <a:r>
              <a:rPr lang="es-CO" b="1" dirty="0"/>
              <a:t>entre los sensores </a:t>
            </a:r>
            <a:r>
              <a:rPr lang="es-CO" dirty="0"/>
              <a:t>del mundo físico y los sistemas de procesamiento de datos o de control. La función principal de un acondicionador de señal es tomar la señal eléctrica o mecánica de un sensor (la "señal de entrada") </a:t>
            </a:r>
            <a:r>
              <a:rPr lang="es-CO" b="1" dirty="0"/>
              <a:t>y</a:t>
            </a:r>
            <a:r>
              <a:rPr lang="es-CO" dirty="0"/>
              <a:t> transformarla en una "señal de salida" que sea adecuada para su posterior </a:t>
            </a:r>
            <a:r>
              <a:rPr lang="es-CO" b="1" dirty="0"/>
              <a:t>análisis, medición o utilización</a:t>
            </a:r>
            <a:r>
              <a:rPr lang="es-CO" dirty="0"/>
              <a:t>. </a:t>
            </a:r>
            <a:endParaRPr lang="es-CO" i="1" dirty="0"/>
          </a:p>
        </p:txBody>
      </p:sp>
      <p:sp>
        <p:nvSpPr>
          <p:cNvPr id="4" name="CuadroTexto 3">
            <a:extLst>
              <a:ext uri="{FF2B5EF4-FFF2-40B4-BE49-F238E27FC236}">
                <a16:creationId xmlns:a16="http://schemas.microsoft.com/office/drawing/2014/main" id="{77E90B9C-A549-8FEC-2671-68DEA38B6B71}"/>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spTree>
    <p:extLst>
      <p:ext uri="{BB962C8B-B14F-4D97-AF65-F5344CB8AC3E}">
        <p14:creationId xmlns:p14="http://schemas.microsoft.com/office/powerpoint/2010/main" val="18295338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D1729-6A87-5449-162C-9145F50EF51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33771C3-37E3-8FAE-3B82-3EC73B1C178B}"/>
              </a:ext>
            </a:extLst>
          </p:cNvPr>
          <p:cNvSpPr>
            <a:spLocks noGrp="1"/>
          </p:cNvSpPr>
          <p:nvPr>
            <p:ph type="title"/>
          </p:nvPr>
        </p:nvSpPr>
        <p:spPr>
          <a:xfrm>
            <a:off x="2037222" y="1624164"/>
            <a:ext cx="5456585" cy="1162050"/>
          </a:xfrm>
        </p:spPr>
        <p:txBody>
          <a:bodyPr/>
          <a:lstStyle/>
          <a:p>
            <a:pPr algn="ctr"/>
            <a:r>
              <a:rPr lang="es-CO" b="1" dirty="0"/>
              <a:t>Introducción</a:t>
            </a:r>
            <a:br>
              <a:rPr lang="es-CO" b="1" dirty="0"/>
            </a:br>
            <a:endParaRPr lang="es-CO" b="1" dirty="0"/>
          </a:p>
        </p:txBody>
      </p:sp>
      <p:sp>
        <p:nvSpPr>
          <p:cNvPr id="10" name="1 Título">
            <a:extLst>
              <a:ext uri="{FF2B5EF4-FFF2-40B4-BE49-F238E27FC236}">
                <a16:creationId xmlns:a16="http://schemas.microsoft.com/office/drawing/2014/main" id="{3B731794-933B-5800-2350-359C7C4B33C5}"/>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9</a:t>
            </a:r>
          </a:p>
        </p:txBody>
      </p:sp>
      <p:pic>
        <p:nvPicPr>
          <p:cNvPr id="14" name="Picture 4" descr="Programas - Intranet ETITC">
            <a:extLst>
              <a:ext uri="{FF2B5EF4-FFF2-40B4-BE49-F238E27FC236}">
                <a16:creationId xmlns:a16="http://schemas.microsoft.com/office/drawing/2014/main" id="{49573E48-E64F-F6DC-622F-94A8509C98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22C68FCD-5ECF-433C-F055-956ACE251A3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72C284C9-CEC1-BF3D-E575-D7DD67F37247}"/>
              </a:ext>
            </a:extLst>
          </p:cNvPr>
          <p:cNvSpPr txBox="1"/>
          <p:nvPr/>
        </p:nvSpPr>
        <p:spPr>
          <a:xfrm>
            <a:off x="795338" y="2786214"/>
            <a:ext cx="7623883" cy="2585323"/>
          </a:xfrm>
          <a:prstGeom prst="rect">
            <a:avLst/>
          </a:prstGeom>
          <a:noFill/>
        </p:spPr>
        <p:txBody>
          <a:bodyPr wrap="square" rtlCol="0">
            <a:spAutoFit/>
          </a:bodyPr>
          <a:lstStyle/>
          <a:p>
            <a:r>
              <a:rPr lang="es-CO" b="1" dirty="0"/>
              <a:t>La Cadena de Procesamiento de Señales</a:t>
            </a:r>
          </a:p>
          <a:p>
            <a:r>
              <a:rPr lang="es-CO" dirty="0"/>
              <a:t>El acondicionamiento de la señal se sitúa en un punto crítico de la cadena de procesamiento. Esta cadena típica comienza con el sensor, que transduce una magnitud física (como temperatura, presión o luz) en una señal eléctrica. A continuación, esta señal bruta pasa por la etapa de acondicionamiento, donde se prepara y se optimiza. Posteriormente, la señal acondicionada se introduce en un conversor analógico-digital (ADC), que la convierte en un formato digital para que pueda ser procesada por un microprocesador, un controlador lógico programable (PLC) o un procesador de señales digitales (DSP). </a:t>
            </a:r>
            <a:endParaRPr lang="es-CO" i="1" dirty="0"/>
          </a:p>
        </p:txBody>
      </p:sp>
      <p:sp>
        <p:nvSpPr>
          <p:cNvPr id="4" name="CuadroTexto 3">
            <a:extLst>
              <a:ext uri="{FF2B5EF4-FFF2-40B4-BE49-F238E27FC236}">
                <a16:creationId xmlns:a16="http://schemas.microsoft.com/office/drawing/2014/main" id="{31C433F9-71C3-580E-ED44-EB53371E4C9C}"/>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spTree>
    <p:extLst>
      <p:ext uri="{BB962C8B-B14F-4D97-AF65-F5344CB8AC3E}">
        <p14:creationId xmlns:p14="http://schemas.microsoft.com/office/powerpoint/2010/main" val="3001885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72D11-82B8-8581-A2D6-E6E82D25CD7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D55165C-58CD-7973-362D-29C441EBD04C}"/>
              </a:ext>
            </a:extLst>
          </p:cNvPr>
          <p:cNvSpPr>
            <a:spLocks noGrp="1"/>
          </p:cNvSpPr>
          <p:nvPr>
            <p:ph type="title"/>
          </p:nvPr>
        </p:nvSpPr>
        <p:spPr>
          <a:xfrm>
            <a:off x="2037222" y="1624164"/>
            <a:ext cx="5456585" cy="1162050"/>
          </a:xfrm>
        </p:spPr>
        <p:txBody>
          <a:bodyPr/>
          <a:lstStyle/>
          <a:p>
            <a:pPr algn="ctr"/>
            <a:r>
              <a:rPr lang="es-CO" b="1" dirty="0"/>
              <a:t>Introducción</a:t>
            </a:r>
            <a:br>
              <a:rPr lang="es-CO" b="1" dirty="0"/>
            </a:br>
            <a:endParaRPr lang="es-CO" b="1" dirty="0"/>
          </a:p>
        </p:txBody>
      </p:sp>
      <p:sp>
        <p:nvSpPr>
          <p:cNvPr id="10" name="1 Título">
            <a:extLst>
              <a:ext uri="{FF2B5EF4-FFF2-40B4-BE49-F238E27FC236}">
                <a16:creationId xmlns:a16="http://schemas.microsoft.com/office/drawing/2014/main" id="{115913F0-342D-4C8B-8B63-309A7CADCC81}"/>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10</a:t>
            </a:r>
          </a:p>
        </p:txBody>
      </p:sp>
      <p:pic>
        <p:nvPicPr>
          <p:cNvPr id="14" name="Picture 4" descr="Programas - Intranet ETITC">
            <a:extLst>
              <a:ext uri="{FF2B5EF4-FFF2-40B4-BE49-F238E27FC236}">
                <a16:creationId xmlns:a16="http://schemas.microsoft.com/office/drawing/2014/main" id="{CC9ED62C-498A-377D-DFDF-AA54456CA4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9E77BF0A-4D24-1D36-8C78-3F4A1936F4D5}"/>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6C2CEA0F-6191-4282-4FCF-B03044B7D7E4}"/>
              </a:ext>
            </a:extLst>
          </p:cNvPr>
          <p:cNvSpPr txBox="1"/>
          <p:nvPr/>
        </p:nvSpPr>
        <p:spPr>
          <a:xfrm>
            <a:off x="795338" y="2786214"/>
            <a:ext cx="7623883" cy="2308324"/>
          </a:xfrm>
          <a:prstGeom prst="rect">
            <a:avLst/>
          </a:prstGeom>
          <a:noFill/>
        </p:spPr>
        <p:txBody>
          <a:bodyPr wrap="square" rtlCol="0">
            <a:spAutoFit/>
          </a:bodyPr>
          <a:lstStyle/>
          <a:p>
            <a:r>
              <a:rPr lang="es-CO" dirty="0"/>
              <a:t>Por qué el Acondicionamiento es Indispensable</a:t>
            </a:r>
          </a:p>
          <a:p>
            <a:endParaRPr lang="es-CO" b="1" dirty="0"/>
          </a:p>
          <a:p>
            <a:r>
              <a:rPr lang="es-CO" dirty="0"/>
              <a:t>La necesidad de acondicionar una señal surge de múltiples desafíos inherentes a la medición. En primer lugar, la mayoría de los sensores producen señales de muy bajo nivel, a menudo en el rango de los milivoltios o microamperios. Estas señales son demasiado débiles para ser utilizadas por la mayoría de los dispositivos de medición y procesamiento, que requieren voltajes y corrientes de mayor magnitud para funcionar correctamente.</a:t>
            </a:r>
            <a:endParaRPr lang="es-CO" b="1" dirty="0"/>
          </a:p>
        </p:txBody>
      </p:sp>
      <p:sp>
        <p:nvSpPr>
          <p:cNvPr id="4" name="CuadroTexto 3">
            <a:extLst>
              <a:ext uri="{FF2B5EF4-FFF2-40B4-BE49-F238E27FC236}">
                <a16:creationId xmlns:a16="http://schemas.microsoft.com/office/drawing/2014/main" id="{BAF3C1A2-0C25-6756-9BDE-2FFB5F2776FD}"/>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spTree>
    <p:extLst>
      <p:ext uri="{BB962C8B-B14F-4D97-AF65-F5344CB8AC3E}">
        <p14:creationId xmlns:p14="http://schemas.microsoft.com/office/powerpoint/2010/main" val="3013792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DFEB8-B436-41CF-F56D-C2AFBF9B915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4B7CB43-A8D0-6697-5C41-1BD16F48BD21}"/>
              </a:ext>
            </a:extLst>
          </p:cNvPr>
          <p:cNvSpPr>
            <a:spLocks noGrp="1"/>
          </p:cNvSpPr>
          <p:nvPr>
            <p:ph type="title"/>
          </p:nvPr>
        </p:nvSpPr>
        <p:spPr>
          <a:xfrm>
            <a:off x="2037222" y="1624164"/>
            <a:ext cx="5456585" cy="1162050"/>
          </a:xfrm>
        </p:spPr>
        <p:txBody>
          <a:bodyPr/>
          <a:lstStyle/>
          <a:p>
            <a:pPr algn="ctr"/>
            <a:r>
              <a:rPr lang="es-CO" b="1" dirty="0"/>
              <a:t>Introducción</a:t>
            </a:r>
            <a:br>
              <a:rPr lang="es-CO" b="1" dirty="0"/>
            </a:br>
            <a:endParaRPr lang="es-CO" b="1" dirty="0"/>
          </a:p>
        </p:txBody>
      </p:sp>
      <p:sp>
        <p:nvSpPr>
          <p:cNvPr id="10" name="1 Título">
            <a:extLst>
              <a:ext uri="{FF2B5EF4-FFF2-40B4-BE49-F238E27FC236}">
                <a16:creationId xmlns:a16="http://schemas.microsoft.com/office/drawing/2014/main" id="{879B429B-CBBB-98B9-7BB4-3C77B50DCA6F}"/>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11</a:t>
            </a:r>
          </a:p>
        </p:txBody>
      </p:sp>
      <p:pic>
        <p:nvPicPr>
          <p:cNvPr id="14" name="Picture 4" descr="Programas - Intranet ETITC">
            <a:extLst>
              <a:ext uri="{FF2B5EF4-FFF2-40B4-BE49-F238E27FC236}">
                <a16:creationId xmlns:a16="http://schemas.microsoft.com/office/drawing/2014/main" id="{E35C9B70-C0A3-B65E-258E-CA70050E65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9B2F46D0-BE57-9FFA-D0FC-5ADCD547C134}"/>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C8C90D30-8D82-9CBF-2786-3103A59978FE}"/>
              </a:ext>
            </a:extLst>
          </p:cNvPr>
          <p:cNvSpPr txBox="1"/>
          <p:nvPr/>
        </p:nvSpPr>
        <p:spPr>
          <a:xfrm>
            <a:off x="795338" y="2786214"/>
            <a:ext cx="7623883" cy="2308324"/>
          </a:xfrm>
          <a:prstGeom prst="rect">
            <a:avLst/>
          </a:prstGeom>
          <a:noFill/>
        </p:spPr>
        <p:txBody>
          <a:bodyPr wrap="square" rtlCol="0">
            <a:spAutoFit/>
          </a:bodyPr>
          <a:lstStyle/>
          <a:p>
            <a:r>
              <a:rPr lang="es-CO" dirty="0"/>
              <a:t>Por qué el Acondicionamiento es Indispensable</a:t>
            </a:r>
          </a:p>
          <a:p>
            <a:endParaRPr lang="es-CO" b="1" dirty="0"/>
          </a:p>
          <a:p>
            <a:r>
              <a:rPr lang="es-CO" dirty="0"/>
              <a:t>Las señales de los sensores están frecuentemente contaminadas por ruido e interferencias. Este ruido puede ser de alta frecuencia, como el producido por variadores de frecuencia (VFD) , o de modo común, generado por la red eléctrica o bucles de tierra, lo que puede causar errores significativos en las mediciones. Sin un filtrado o un aislamiento adecuados, el ruido puede enmascarar la señal real y comprometer la precisión de todo el sistema.</a:t>
            </a:r>
            <a:endParaRPr lang="es-CO" b="1" dirty="0"/>
          </a:p>
        </p:txBody>
      </p:sp>
      <p:sp>
        <p:nvSpPr>
          <p:cNvPr id="4" name="CuadroTexto 3">
            <a:extLst>
              <a:ext uri="{FF2B5EF4-FFF2-40B4-BE49-F238E27FC236}">
                <a16:creationId xmlns:a16="http://schemas.microsoft.com/office/drawing/2014/main" id="{AD813CB1-6268-36E7-5656-D2C99526E0D8}"/>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spTree>
    <p:extLst>
      <p:ext uri="{BB962C8B-B14F-4D97-AF65-F5344CB8AC3E}">
        <p14:creationId xmlns:p14="http://schemas.microsoft.com/office/powerpoint/2010/main" val="298252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52DFF-DF81-FB6F-0497-100C1C6B512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369CD03-6E3A-62C3-8B97-5900512E4194}"/>
              </a:ext>
            </a:extLst>
          </p:cNvPr>
          <p:cNvSpPr>
            <a:spLocks noGrp="1"/>
          </p:cNvSpPr>
          <p:nvPr>
            <p:ph type="title"/>
          </p:nvPr>
        </p:nvSpPr>
        <p:spPr>
          <a:xfrm>
            <a:off x="2037222" y="1624164"/>
            <a:ext cx="5456585" cy="1162050"/>
          </a:xfrm>
        </p:spPr>
        <p:txBody>
          <a:bodyPr/>
          <a:lstStyle/>
          <a:p>
            <a:pPr algn="ctr"/>
            <a:r>
              <a:rPr lang="es-CO" b="1" dirty="0"/>
              <a:t>Introducción</a:t>
            </a:r>
            <a:br>
              <a:rPr lang="es-CO" b="1" dirty="0"/>
            </a:br>
            <a:endParaRPr lang="es-CO" b="1" dirty="0"/>
          </a:p>
        </p:txBody>
      </p:sp>
      <p:sp>
        <p:nvSpPr>
          <p:cNvPr id="10" name="1 Título">
            <a:extLst>
              <a:ext uri="{FF2B5EF4-FFF2-40B4-BE49-F238E27FC236}">
                <a16:creationId xmlns:a16="http://schemas.microsoft.com/office/drawing/2014/main" id="{87F0FEF9-55C3-CDD1-A41D-B930D5F333CC}"/>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12</a:t>
            </a:r>
          </a:p>
        </p:txBody>
      </p:sp>
      <p:pic>
        <p:nvPicPr>
          <p:cNvPr id="14" name="Picture 4" descr="Programas - Intranet ETITC">
            <a:extLst>
              <a:ext uri="{FF2B5EF4-FFF2-40B4-BE49-F238E27FC236}">
                <a16:creationId xmlns:a16="http://schemas.microsoft.com/office/drawing/2014/main" id="{95AD3FA5-7920-85D3-780B-7E6B33F8FC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633BC048-B994-864B-B2F3-633705EB2C65}"/>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83087730-647B-C8B8-AC2A-2A23F667F633}"/>
              </a:ext>
            </a:extLst>
          </p:cNvPr>
          <p:cNvSpPr txBox="1"/>
          <p:nvPr/>
        </p:nvSpPr>
        <p:spPr>
          <a:xfrm>
            <a:off x="795338" y="2786214"/>
            <a:ext cx="7623883" cy="2308324"/>
          </a:xfrm>
          <a:prstGeom prst="rect">
            <a:avLst/>
          </a:prstGeom>
          <a:noFill/>
        </p:spPr>
        <p:txBody>
          <a:bodyPr wrap="square" rtlCol="0">
            <a:spAutoFit/>
          </a:bodyPr>
          <a:lstStyle/>
          <a:p>
            <a:r>
              <a:rPr lang="es-CO" dirty="0"/>
              <a:t>Por qué el Acondicionamiento es Indispensable</a:t>
            </a:r>
          </a:p>
          <a:p>
            <a:endParaRPr lang="es-CO" b="1" dirty="0"/>
          </a:p>
          <a:p>
            <a:r>
              <a:rPr lang="es-CO" dirty="0"/>
              <a:t>Los sensores tienen una respuesta no lineal, lo que significa que la relación entre la magnitud física medida y la señal de salida no es directamente proporcional. Si no se corrige, esta no linealidad introduce un error sistemático que hace imposible obtener lecturas precisas. La solución a estos problemas requiere la implementación de técnicas especializadas, siendo la amplificación, el filtrado y la linealización las más destacadas.</a:t>
            </a:r>
            <a:endParaRPr lang="es-CO" b="1" dirty="0"/>
          </a:p>
        </p:txBody>
      </p:sp>
      <p:sp>
        <p:nvSpPr>
          <p:cNvPr id="4" name="CuadroTexto 3">
            <a:extLst>
              <a:ext uri="{FF2B5EF4-FFF2-40B4-BE49-F238E27FC236}">
                <a16:creationId xmlns:a16="http://schemas.microsoft.com/office/drawing/2014/main" id="{505B2D6B-5CD9-E284-4E63-0FAE3A5632DC}"/>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spTree>
    <p:extLst>
      <p:ext uri="{BB962C8B-B14F-4D97-AF65-F5344CB8AC3E}">
        <p14:creationId xmlns:p14="http://schemas.microsoft.com/office/powerpoint/2010/main" val="3657557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E4AA4-34B7-026C-379D-3276D0C7A6C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F29C252-553A-546C-2E47-19E4D493BA0A}"/>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C4AE5827-3636-4010-8F7E-9E755395A7B8}"/>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13</a:t>
            </a:r>
          </a:p>
        </p:txBody>
      </p:sp>
      <p:pic>
        <p:nvPicPr>
          <p:cNvPr id="14" name="Picture 4" descr="Programas - Intranet ETITC">
            <a:extLst>
              <a:ext uri="{FF2B5EF4-FFF2-40B4-BE49-F238E27FC236}">
                <a16:creationId xmlns:a16="http://schemas.microsoft.com/office/drawing/2014/main" id="{1422C9FE-D48E-63CD-16ED-65A6BA2F6A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44C6CA1E-3D0E-64D4-4BBB-A7B82CCFB537}"/>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C485BBE8-4166-8BF1-2164-0C86457FBC79}"/>
              </a:ext>
            </a:extLst>
          </p:cNvPr>
          <p:cNvSpPr txBox="1"/>
          <p:nvPr/>
        </p:nvSpPr>
        <p:spPr>
          <a:xfrm>
            <a:off x="795338" y="2786214"/>
            <a:ext cx="7623883" cy="1754326"/>
          </a:xfrm>
          <a:prstGeom prst="rect">
            <a:avLst/>
          </a:prstGeom>
          <a:noFill/>
        </p:spPr>
        <p:txBody>
          <a:bodyPr wrap="square" rtlCol="0">
            <a:spAutoFit/>
          </a:bodyPr>
          <a:lstStyle/>
          <a:p>
            <a:r>
              <a:rPr lang="es-CO" dirty="0"/>
              <a:t>La amplificación es el proceso de aumentar la magnitud de una señal de bajo nivel para que pueda ser procesada o digitalizada de manera efectiva. Por ejemplo, un termopar genera voltajes en el rango de milivoltios, mientras que muchos dispositivos de medición o control requieren señales de 1 a 5 V CC o de 4 a 20 </a:t>
            </a:r>
            <a:r>
              <a:rPr lang="es-CO" dirty="0" err="1"/>
              <a:t>mA.</a:t>
            </a:r>
            <a:r>
              <a:rPr lang="es-CO" dirty="0"/>
              <a:t> La amplificación es, por tanto, el primer paso para hacer que la señal del sensor sea utilizable.</a:t>
            </a:r>
            <a:endParaRPr lang="es-CO" b="1" dirty="0"/>
          </a:p>
        </p:txBody>
      </p:sp>
      <p:sp>
        <p:nvSpPr>
          <p:cNvPr id="4" name="CuadroTexto 3">
            <a:extLst>
              <a:ext uri="{FF2B5EF4-FFF2-40B4-BE49-F238E27FC236}">
                <a16:creationId xmlns:a16="http://schemas.microsoft.com/office/drawing/2014/main" id="{B683A149-5172-3D15-4F64-44B9859838B8}"/>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spTree>
    <p:extLst>
      <p:ext uri="{BB962C8B-B14F-4D97-AF65-F5344CB8AC3E}">
        <p14:creationId xmlns:p14="http://schemas.microsoft.com/office/powerpoint/2010/main" val="20672169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AD4CB-C148-021A-889B-78F48118630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5EE6D8F-BFC2-F459-B3D2-5F0CC394425E}"/>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C40C8620-4DF4-5389-F528-6D459A705718}"/>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14</a:t>
            </a:r>
          </a:p>
        </p:txBody>
      </p:sp>
      <p:pic>
        <p:nvPicPr>
          <p:cNvPr id="14" name="Picture 4" descr="Programas - Intranet ETITC">
            <a:extLst>
              <a:ext uri="{FF2B5EF4-FFF2-40B4-BE49-F238E27FC236}">
                <a16:creationId xmlns:a16="http://schemas.microsoft.com/office/drawing/2014/main" id="{E0067374-FB90-B276-7F3A-F81C3C4FC8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2A9D9307-0480-E759-0C05-6BC97E506004}"/>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31326A5D-A03B-CF6A-53B5-4E1F628F0E04}"/>
              </a:ext>
            </a:extLst>
          </p:cNvPr>
          <p:cNvSpPr txBox="1"/>
          <p:nvPr/>
        </p:nvSpPr>
        <p:spPr>
          <a:xfrm>
            <a:off x="795338" y="2786214"/>
            <a:ext cx="7623883" cy="369332"/>
          </a:xfrm>
          <a:prstGeom prst="rect">
            <a:avLst/>
          </a:prstGeom>
          <a:noFill/>
        </p:spPr>
        <p:txBody>
          <a:bodyPr wrap="square" rtlCol="0">
            <a:spAutoFit/>
          </a:bodyPr>
          <a:lstStyle/>
          <a:p>
            <a:r>
              <a:rPr lang="es-CO" dirty="0"/>
              <a:t>El amplificador Operacional</a:t>
            </a:r>
            <a:endParaRPr lang="es-CO" b="1" dirty="0"/>
          </a:p>
        </p:txBody>
      </p:sp>
      <p:sp>
        <p:nvSpPr>
          <p:cNvPr id="4" name="CuadroTexto 3">
            <a:extLst>
              <a:ext uri="{FF2B5EF4-FFF2-40B4-BE49-F238E27FC236}">
                <a16:creationId xmlns:a16="http://schemas.microsoft.com/office/drawing/2014/main" id="{2F4AD6C6-06C0-3A99-3404-1F5CA38DB31E}"/>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pic>
        <p:nvPicPr>
          <p:cNvPr id="6" name="Imagen 5">
            <a:extLst>
              <a:ext uri="{FF2B5EF4-FFF2-40B4-BE49-F238E27FC236}">
                <a16:creationId xmlns:a16="http://schemas.microsoft.com/office/drawing/2014/main" id="{E8F7053A-7C47-80E7-C332-E733F0B332BC}"/>
              </a:ext>
            </a:extLst>
          </p:cNvPr>
          <p:cNvPicPr>
            <a:picLocks noChangeAspect="1"/>
          </p:cNvPicPr>
          <p:nvPr/>
        </p:nvPicPr>
        <p:blipFill>
          <a:blip r:embed="rId3"/>
          <a:stretch>
            <a:fillRect/>
          </a:stretch>
        </p:blipFill>
        <p:spPr>
          <a:xfrm>
            <a:off x="2037222" y="3155546"/>
            <a:ext cx="5066818" cy="2421601"/>
          </a:xfrm>
          <a:prstGeom prst="rect">
            <a:avLst/>
          </a:prstGeom>
        </p:spPr>
      </p:pic>
    </p:spTree>
    <p:extLst>
      <p:ext uri="{BB962C8B-B14F-4D97-AF65-F5344CB8AC3E}">
        <p14:creationId xmlns:p14="http://schemas.microsoft.com/office/powerpoint/2010/main" val="31457210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C6FC4-F950-4AC2-5692-179E3499D5E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9D33B30-7245-7961-DD71-BE283B08AEF3}"/>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2EF82C4D-C4F5-FA24-232D-8A20E788B543}"/>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15</a:t>
            </a:r>
          </a:p>
        </p:txBody>
      </p:sp>
      <p:pic>
        <p:nvPicPr>
          <p:cNvPr id="14" name="Picture 4" descr="Programas - Intranet ETITC">
            <a:extLst>
              <a:ext uri="{FF2B5EF4-FFF2-40B4-BE49-F238E27FC236}">
                <a16:creationId xmlns:a16="http://schemas.microsoft.com/office/drawing/2014/main" id="{9F38B242-D289-89C4-08F9-BD412AB901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0B84A30-0DCA-C575-7952-1CD2E9FE74B7}"/>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F1229CB2-A261-C5DA-F63A-B4BE6CA891B5}"/>
              </a:ext>
            </a:extLst>
          </p:cNvPr>
          <p:cNvSpPr txBox="1"/>
          <p:nvPr/>
        </p:nvSpPr>
        <p:spPr>
          <a:xfrm>
            <a:off x="795338" y="2786214"/>
            <a:ext cx="7623883" cy="2308324"/>
          </a:xfrm>
          <a:prstGeom prst="rect">
            <a:avLst/>
          </a:prstGeom>
          <a:noFill/>
        </p:spPr>
        <p:txBody>
          <a:bodyPr wrap="square" rtlCol="0">
            <a:spAutoFit/>
          </a:bodyPr>
          <a:lstStyle/>
          <a:p>
            <a:r>
              <a:rPr lang="es-CO" dirty="0"/>
              <a:t>El amplificador Operacional</a:t>
            </a:r>
          </a:p>
          <a:p>
            <a:endParaRPr lang="es-CO" b="1" dirty="0"/>
          </a:p>
          <a:p>
            <a:r>
              <a:rPr lang="es-CO" dirty="0"/>
              <a:t>El amplificador operacional es una clase especial de amplificador diferencial de tensión que se puede configurar para realizar una gran variedad de operaciones (suma, resta, multiplicación, integración…) mediante la selección adecuada de los componentes externos.</a:t>
            </a:r>
          </a:p>
          <a:p>
            <a:endParaRPr lang="es-CO" dirty="0"/>
          </a:p>
          <a:p>
            <a:r>
              <a:rPr lang="es-CO" dirty="0"/>
              <a:t>Esta construido por etapas con varios transistores.</a:t>
            </a:r>
          </a:p>
        </p:txBody>
      </p:sp>
      <p:sp>
        <p:nvSpPr>
          <p:cNvPr id="4" name="CuadroTexto 3">
            <a:extLst>
              <a:ext uri="{FF2B5EF4-FFF2-40B4-BE49-F238E27FC236}">
                <a16:creationId xmlns:a16="http://schemas.microsoft.com/office/drawing/2014/main" id="{8FD269EB-3999-AB3B-A2DB-BAD2C097AC7D}"/>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spTree>
    <p:extLst>
      <p:ext uri="{BB962C8B-B14F-4D97-AF65-F5344CB8AC3E}">
        <p14:creationId xmlns:p14="http://schemas.microsoft.com/office/powerpoint/2010/main" val="667227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9E4D4-490E-CE78-73C8-A67B899C2BC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2FC716F-E4F2-0E18-2BBA-25E8819A1DF3}"/>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5EA233C3-37FE-F58A-46B4-86B3AE2A1ED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16</a:t>
            </a:r>
          </a:p>
        </p:txBody>
      </p:sp>
      <p:pic>
        <p:nvPicPr>
          <p:cNvPr id="14" name="Picture 4" descr="Programas - Intranet ETITC">
            <a:extLst>
              <a:ext uri="{FF2B5EF4-FFF2-40B4-BE49-F238E27FC236}">
                <a16:creationId xmlns:a16="http://schemas.microsoft.com/office/drawing/2014/main" id="{81427B42-4BF8-081E-A4DC-896993B749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62A00CE7-5234-DDE3-95B5-B5A421A02AE5}"/>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72A95787-2DF7-3A25-2B7E-A5205E9FC3EC}"/>
              </a:ext>
            </a:extLst>
          </p:cNvPr>
          <p:cNvSpPr txBox="1"/>
          <p:nvPr/>
        </p:nvSpPr>
        <p:spPr>
          <a:xfrm>
            <a:off x="795338" y="2786214"/>
            <a:ext cx="7623883" cy="369332"/>
          </a:xfrm>
          <a:prstGeom prst="rect">
            <a:avLst/>
          </a:prstGeom>
          <a:noFill/>
        </p:spPr>
        <p:txBody>
          <a:bodyPr wrap="square" rtlCol="0">
            <a:spAutoFit/>
          </a:bodyPr>
          <a:lstStyle/>
          <a:p>
            <a:r>
              <a:rPr lang="es-CO" dirty="0"/>
              <a:t>El amplificador Operacional</a:t>
            </a:r>
            <a:endParaRPr lang="es-CO" b="1" dirty="0"/>
          </a:p>
        </p:txBody>
      </p:sp>
      <p:sp>
        <p:nvSpPr>
          <p:cNvPr id="4" name="CuadroTexto 3">
            <a:extLst>
              <a:ext uri="{FF2B5EF4-FFF2-40B4-BE49-F238E27FC236}">
                <a16:creationId xmlns:a16="http://schemas.microsoft.com/office/drawing/2014/main" id="{6991BCCE-8EAB-2BF1-7603-7A2D4A1EE07F}"/>
              </a:ext>
            </a:extLst>
          </p:cNvPr>
          <p:cNvSpPr txBox="1"/>
          <p:nvPr/>
        </p:nvSpPr>
        <p:spPr>
          <a:xfrm>
            <a:off x="1302151" y="5855238"/>
            <a:ext cx="6539697" cy="954107"/>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a:p>
            <a:pPr algn="r"/>
            <a:endParaRPr lang="es-CO" sz="1400" dirty="0"/>
          </a:p>
          <a:p>
            <a:pPr algn="r"/>
            <a:r>
              <a:rPr lang="es-CO" sz="1400" b="1" u="sng" dirty="0">
                <a:highlight>
                  <a:srgbClr val="FFFF00"/>
                </a:highlight>
              </a:rPr>
              <a:t>Revisar capitulo 2 para extender la información</a:t>
            </a:r>
          </a:p>
        </p:txBody>
      </p:sp>
      <p:pic>
        <p:nvPicPr>
          <p:cNvPr id="6" name="Imagen 5">
            <a:extLst>
              <a:ext uri="{FF2B5EF4-FFF2-40B4-BE49-F238E27FC236}">
                <a16:creationId xmlns:a16="http://schemas.microsoft.com/office/drawing/2014/main" id="{4C415774-CDE2-CD70-B775-CD84E89C5984}"/>
              </a:ext>
            </a:extLst>
          </p:cNvPr>
          <p:cNvPicPr>
            <a:picLocks noChangeAspect="1"/>
          </p:cNvPicPr>
          <p:nvPr/>
        </p:nvPicPr>
        <p:blipFill>
          <a:blip r:embed="rId3"/>
          <a:stretch>
            <a:fillRect/>
          </a:stretch>
        </p:blipFill>
        <p:spPr>
          <a:xfrm>
            <a:off x="2037222" y="3155546"/>
            <a:ext cx="5066818" cy="2421601"/>
          </a:xfrm>
          <a:prstGeom prst="rect">
            <a:avLst/>
          </a:prstGeom>
        </p:spPr>
      </p:pic>
    </p:spTree>
    <p:extLst>
      <p:ext uri="{BB962C8B-B14F-4D97-AF65-F5344CB8AC3E}">
        <p14:creationId xmlns:p14="http://schemas.microsoft.com/office/powerpoint/2010/main" val="307099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5A1C1-D6A4-D36D-A793-BE6CE1A8312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2A1CF8A-9B6C-AEE8-3819-F672427AFAE0}"/>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420C513D-ABBE-E17B-DAD8-A270CA55A26E}"/>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17</a:t>
            </a:r>
          </a:p>
        </p:txBody>
      </p:sp>
      <p:pic>
        <p:nvPicPr>
          <p:cNvPr id="14" name="Picture 4" descr="Programas - Intranet ETITC">
            <a:extLst>
              <a:ext uri="{FF2B5EF4-FFF2-40B4-BE49-F238E27FC236}">
                <a16:creationId xmlns:a16="http://schemas.microsoft.com/office/drawing/2014/main" id="{5F3A813B-5F8A-BD29-8DB7-90D2579947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3062198D-EF92-A371-7030-FECE0D3A39A7}"/>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E0CBC00D-271A-AEA4-D572-C76486FC98EC}"/>
              </a:ext>
            </a:extLst>
          </p:cNvPr>
          <p:cNvSpPr txBox="1"/>
          <p:nvPr/>
        </p:nvSpPr>
        <p:spPr>
          <a:xfrm>
            <a:off x="795338" y="2786214"/>
            <a:ext cx="7623883" cy="646331"/>
          </a:xfrm>
          <a:prstGeom prst="rect">
            <a:avLst/>
          </a:prstGeom>
          <a:noFill/>
        </p:spPr>
        <p:txBody>
          <a:bodyPr wrap="square" rtlCol="0">
            <a:spAutoFit/>
          </a:bodyPr>
          <a:lstStyle/>
          <a:p>
            <a:r>
              <a:rPr lang="es-CO" dirty="0"/>
              <a:t>Ejemplo en Matlab de amplificación </a:t>
            </a:r>
          </a:p>
          <a:p>
            <a:r>
              <a:rPr lang="es-CO" dirty="0"/>
              <a:t>- (Señal 1 </a:t>
            </a:r>
            <a:r>
              <a:rPr lang="es-CO" dirty="0" err="1"/>
              <a:t>mV</a:t>
            </a:r>
            <a:r>
              <a:rPr lang="es-CO" dirty="0"/>
              <a:t> a 5Hz) que va a ser procesada por un Arduino.</a:t>
            </a:r>
            <a:endParaRPr lang="es-CO" b="1" dirty="0"/>
          </a:p>
        </p:txBody>
      </p:sp>
      <p:pic>
        <p:nvPicPr>
          <p:cNvPr id="7" name="Imagen 6">
            <a:extLst>
              <a:ext uri="{FF2B5EF4-FFF2-40B4-BE49-F238E27FC236}">
                <a16:creationId xmlns:a16="http://schemas.microsoft.com/office/drawing/2014/main" id="{FD5A2A34-2634-5469-C219-3600485503A5}"/>
              </a:ext>
            </a:extLst>
          </p:cNvPr>
          <p:cNvPicPr>
            <a:picLocks noChangeAspect="1"/>
          </p:cNvPicPr>
          <p:nvPr/>
        </p:nvPicPr>
        <p:blipFill>
          <a:blip r:embed="rId4"/>
          <a:stretch>
            <a:fillRect/>
          </a:stretch>
        </p:blipFill>
        <p:spPr>
          <a:xfrm>
            <a:off x="2492517" y="3570900"/>
            <a:ext cx="3990372" cy="2640987"/>
          </a:xfrm>
          <a:prstGeom prst="rect">
            <a:avLst/>
          </a:prstGeom>
        </p:spPr>
      </p:pic>
    </p:spTree>
    <p:extLst>
      <p:ext uri="{BB962C8B-B14F-4D97-AF65-F5344CB8AC3E}">
        <p14:creationId xmlns:p14="http://schemas.microsoft.com/office/powerpoint/2010/main" val="2202887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AF192-EF5A-46DC-0558-3710360FCBE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1A26831-DAFF-5116-94EF-82B85C3F64B8}"/>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CCEA4A1E-4CB0-D5FF-45A5-CE31B7537192}"/>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18</a:t>
            </a:r>
          </a:p>
        </p:txBody>
      </p:sp>
      <p:pic>
        <p:nvPicPr>
          <p:cNvPr id="14" name="Picture 4" descr="Programas - Intranet ETITC">
            <a:extLst>
              <a:ext uri="{FF2B5EF4-FFF2-40B4-BE49-F238E27FC236}">
                <a16:creationId xmlns:a16="http://schemas.microsoft.com/office/drawing/2014/main" id="{A9AC28F8-D045-4A2D-7EB4-7190FA27DA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25845FE2-A61B-2FCF-AF8E-696A4857CE4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EABA12CD-8A3C-B0E3-120B-17A86785A7B6}"/>
              </a:ext>
            </a:extLst>
          </p:cNvPr>
          <p:cNvSpPr txBox="1"/>
          <p:nvPr/>
        </p:nvSpPr>
        <p:spPr>
          <a:xfrm>
            <a:off x="795338" y="2786214"/>
            <a:ext cx="7623883" cy="646331"/>
          </a:xfrm>
          <a:prstGeom prst="rect">
            <a:avLst/>
          </a:prstGeom>
          <a:noFill/>
        </p:spPr>
        <p:txBody>
          <a:bodyPr wrap="square" rtlCol="0">
            <a:spAutoFit/>
          </a:bodyPr>
          <a:lstStyle/>
          <a:p>
            <a:r>
              <a:rPr lang="es-CO" dirty="0"/>
              <a:t>Ejemplo en Matlab de amplificación </a:t>
            </a:r>
          </a:p>
          <a:p>
            <a:r>
              <a:rPr lang="es-CO" dirty="0"/>
              <a:t>- (Señal 1 </a:t>
            </a:r>
            <a:r>
              <a:rPr lang="es-CO" dirty="0" err="1"/>
              <a:t>mV</a:t>
            </a:r>
            <a:r>
              <a:rPr lang="es-CO" dirty="0"/>
              <a:t> a 5Hz) que va a ser procesada por un Arduino.</a:t>
            </a:r>
            <a:endParaRPr lang="es-CO" b="1" dirty="0"/>
          </a:p>
        </p:txBody>
      </p:sp>
      <p:pic>
        <p:nvPicPr>
          <p:cNvPr id="7" name="Imagen 6">
            <a:extLst>
              <a:ext uri="{FF2B5EF4-FFF2-40B4-BE49-F238E27FC236}">
                <a16:creationId xmlns:a16="http://schemas.microsoft.com/office/drawing/2014/main" id="{8DC11C5E-20A4-82EB-96CE-FAF724F933A1}"/>
              </a:ext>
            </a:extLst>
          </p:cNvPr>
          <p:cNvPicPr>
            <a:picLocks noChangeAspect="1"/>
          </p:cNvPicPr>
          <p:nvPr/>
        </p:nvPicPr>
        <p:blipFill>
          <a:blip r:embed="rId4"/>
          <a:stretch>
            <a:fillRect/>
          </a:stretch>
        </p:blipFill>
        <p:spPr>
          <a:xfrm>
            <a:off x="272558" y="3527403"/>
            <a:ext cx="3990372" cy="2640987"/>
          </a:xfrm>
          <a:prstGeom prst="rect">
            <a:avLst/>
          </a:prstGeom>
        </p:spPr>
      </p:pic>
      <p:pic>
        <p:nvPicPr>
          <p:cNvPr id="4" name="Imagen 3">
            <a:extLst>
              <a:ext uri="{FF2B5EF4-FFF2-40B4-BE49-F238E27FC236}">
                <a16:creationId xmlns:a16="http://schemas.microsoft.com/office/drawing/2014/main" id="{52ADDA59-ECEB-FAEA-9ED9-1AE05E8D7DCC}"/>
              </a:ext>
            </a:extLst>
          </p:cNvPr>
          <p:cNvPicPr>
            <a:picLocks noChangeAspect="1"/>
          </p:cNvPicPr>
          <p:nvPr/>
        </p:nvPicPr>
        <p:blipFill>
          <a:blip r:embed="rId5"/>
          <a:stretch>
            <a:fillRect/>
          </a:stretch>
        </p:blipFill>
        <p:spPr>
          <a:xfrm>
            <a:off x="4678172" y="3509724"/>
            <a:ext cx="3990372" cy="2676343"/>
          </a:xfrm>
          <a:prstGeom prst="rect">
            <a:avLst/>
          </a:prstGeom>
        </p:spPr>
      </p:pic>
      <p:cxnSp>
        <p:nvCxnSpPr>
          <p:cNvPr id="8" name="Conector recto de flecha 7">
            <a:extLst>
              <a:ext uri="{FF2B5EF4-FFF2-40B4-BE49-F238E27FC236}">
                <a16:creationId xmlns:a16="http://schemas.microsoft.com/office/drawing/2014/main" id="{9A7E5D64-D869-E67A-757C-2F13353B267A}"/>
              </a:ext>
            </a:extLst>
          </p:cNvPr>
          <p:cNvCxnSpPr>
            <a:stCxn id="7" idx="3"/>
            <a:endCxn id="4" idx="1"/>
          </p:cNvCxnSpPr>
          <p:nvPr/>
        </p:nvCxnSpPr>
        <p:spPr>
          <a:xfrm flipV="1">
            <a:off x="4262930" y="4847896"/>
            <a:ext cx="415242" cy="1"/>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1" name="Imagen 10">
            <a:extLst>
              <a:ext uri="{FF2B5EF4-FFF2-40B4-BE49-F238E27FC236}">
                <a16:creationId xmlns:a16="http://schemas.microsoft.com/office/drawing/2014/main" id="{7BDC24E6-629B-5294-FF4D-AB0E5329298A}"/>
              </a:ext>
            </a:extLst>
          </p:cNvPr>
          <p:cNvPicPr>
            <a:picLocks noChangeAspect="1"/>
          </p:cNvPicPr>
          <p:nvPr/>
        </p:nvPicPr>
        <p:blipFill>
          <a:blip r:embed="rId6"/>
          <a:srcRect t="7959" r="49973" b="31574"/>
          <a:stretch>
            <a:fillRect/>
          </a:stretch>
        </p:blipFill>
        <p:spPr>
          <a:xfrm>
            <a:off x="3198440" y="5133911"/>
            <a:ext cx="2534778" cy="1464265"/>
          </a:xfrm>
          <a:prstGeom prst="rect">
            <a:avLst/>
          </a:prstGeom>
        </p:spPr>
      </p:pic>
    </p:spTree>
    <p:extLst>
      <p:ext uri="{BB962C8B-B14F-4D97-AF65-F5344CB8AC3E}">
        <p14:creationId xmlns:p14="http://schemas.microsoft.com/office/powerpoint/2010/main" val="4045644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B7787-BD04-794B-6906-D80EA5637B4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3C5CE7D-1ED6-510B-ABC1-3A551611767C}"/>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38520B42-E62B-CB93-4D58-E88D45B9713C}"/>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19</a:t>
            </a:r>
          </a:p>
        </p:txBody>
      </p:sp>
      <p:pic>
        <p:nvPicPr>
          <p:cNvPr id="14" name="Picture 4" descr="Programas - Intranet ETITC">
            <a:extLst>
              <a:ext uri="{FF2B5EF4-FFF2-40B4-BE49-F238E27FC236}">
                <a16:creationId xmlns:a16="http://schemas.microsoft.com/office/drawing/2014/main" id="{B2AC6B50-DF45-203E-72B4-8998FD158F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0F70D052-0287-4701-ABD5-6070528C6BC0}"/>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081E83E6-56CB-60DA-79E3-8D8F75D789BE}"/>
              </a:ext>
            </a:extLst>
          </p:cNvPr>
          <p:cNvSpPr txBox="1"/>
          <p:nvPr/>
        </p:nvSpPr>
        <p:spPr>
          <a:xfrm>
            <a:off x="795338" y="3429000"/>
            <a:ext cx="7623883" cy="923330"/>
          </a:xfrm>
          <a:prstGeom prst="rect">
            <a:avLst/>
          </a:prstGeom>
          <a:noFill/>
        </p:spPr>
        <p:txBody>
          <a:bodyPr wrap="square" rtlCol="0">
            <a:spAutoFit/>
          </a:bodyPr>
          <a:lstStyle/>
          <a:p>
            <a:r>
              <a:rPr lang="es-CO" b="1" dirty="0"/>
              <a:t>Ejercicio</a:t>
            </a:r>
          </a:p>
          <a:p>
            <a:r>
              <a:rPr lang="es-CO" b="1" dirty="0"/>
              <a:t>Amplifique la señal del Script “</a:t>
            </a:r>
            <a:r>
              <a:rPr lang="es-CO" b="1" dirty="0" err="1"/>
              <a:t>HeartSignal.m</a:t>
            </a:r>
            <a:r>
              <a:rPr lang="es-CO" b="1" dirty="0"/>
              <a:t>” de tal forma que pueda ser procesada por una señal analógica de un PLC que trabaja con </a:t>
            </a:r>
            <a:r>
              <a:rPr lang="es-CO" b="1" dirty="0" err="1"/>
              <a:t>GPIOs</a:t>
            </a:r>
            <a:r>
              <a:rPr lang="es-CO" b="1" dirty="0"/>
              <a:t> de 3.3V </a:t>
            </a:r>
          </a:p>
        </p:txBody>
      </p:sp>
    </p:spTree>
    <p:extLst>
      <p:ext uri="{BB962C8B-B14F-4D97-AF65-F5344CB8AC3E}">
        <p14:creationId xmlns:p14="http://schemas.microsoft.com/office/powerpoint/2010/main" val="13726300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3C43F-252A-A5C4-4D10-525B7294AAF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9728592-9115-08EC-2342-7D6CBF5B2B39}"/>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F59CAB9B-90C9-36FD-9FC7-B277D561EEEF}"/>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20</a:t>
            </a:r>
          </a:p>
        </p:txBody>
      </p:sp>
      <p:pic>
        <p:nvPicPr>
          <p:cNvPr id="14" name="Picture 4" descr="Programas - Intranet ETITC">
            <a:extLst>
              <a:ext uri="{FF2B5EF4-FFF2-40B4-BE49-F238E27FC236}">
                <a16:creationId xmlns:a16="http://schemas.microsoft.com/office/drawing/2014/main" id="{F9097EAF-65C7-2C90-A38C-37241E16E6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BF8518C0-9600-66C3-DDBC-671B319831D8}"/>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E53F86B5-CFEF-5C5F-5E1F-A1ED839ADD3A}"/>
              </a:ext>
            </a:extLst>
          </p:cNvPr>
          <p:cNvSpPr txBox="1"/>
          <p:nvPr/>
        </p:nvSpPr>
        <p:spPr>
          <a:xfrm>
            <a:off x="795338" y="3023886"/>
            <a:ext cx="7623883" cy="1754326"/>
          </a:xfrm>
          <a:prstGeom prst="rect">
            <a:avLst/>
          </a:prstGeom>
          <a:noFill/>
        </p:spPr>
        <p:txBody>
          <a:bodyPr wrap="square" rtlCol="0">
            <a:spAutoFit/>
          </a:bodyPr>
          <a:lstStyle/>
          <a:p>
            <a:r>
              <a:rPr lang="es-CO" b="1" dirty="0"/>
              <a:t>Ruido</a:t>
            </a:r>
          </a:p>
          <a:p>
            <a:r>
              <a:rPr lang="es-CO" dirty="0"/>
              <a:t>Se denomina generalmente ruido a cualquier perturbación indeseada, generalmente aleatoria, que oscurece o interfiere con la señal de interés. La presencia de ruido degrada la calidad de una señal e impone un límite mínimo en el tamaño en que la señal puede ser detectada, medida e interpretada adecuadamente.</a:t>
            </a:r>
          </a:p>
        </p:txBody>
      </p:sp>
    </p:spTree>
    <p:extLst>
      <p:ext uri="{BB962C8B-B14F-4D97-AF65-F5344CB8AC3E}">
        <p14:creationId xmlns:p14="http://schemas.microsoft.com/office/powerpoint/2010/main" val="10740562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DAE1E-E7B8-802E-51A3-3DD3C3EFF85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B4C5353-B42B-63EB-3120-7ACD00BE75CF}"/>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C13E5D14-6936-AA52-B2D0-A2F12FD8242C}"/>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21</a:t>
            </a:r>
          </a:p>
        </p:txBody>
      </p:sp>
      <p:pic>
        <p:nvPicPr>
          <p:cNvPr id="14" name="Picture 4" descr="Programas - Intranet ETITC">
            <a:extLst>
              <a:ext uri="{FF2B5EF4-FFF2-40B4-BE49-F238E27FC236}">
                <a16:creationId xmlns:a16="http://schemas.microsoft.com/office/drawing/2014/main" id="{3F878875-C6FC-A827-3816-023D3DDC8D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FD2FC3E-3ABE-7625-0422-22D49F6E2947}"/>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CuadroTexto 5">
            <a:extLst>
              <a:ext uri="{FF2B5EF4-FFF2-40B4-BE49-F238E27FC236}">
                <a16:creationId xmlns:a16="http://schemas.microsoft.com/office/drawing/2014/main" id="{ADBA9067-8852-F64B-03AF-AAC7E478E56C}"/>
              </a:ext>
            </a:extLst>
          </p:cNvPr>
          <p:cNvSpPr txBox="1"/>
          <p:nvPr/>
        </p:nvSpPr>
        <p:spPr>
          <a:xfrm>
            <a:off x="2557928" y="2668360"/>
            <a:ext cx="4641448" cy="369332"/>
          </a:xfrm>
          <a:prstGeom prst="rect">
            <a:avLst/>
          </a:prstGeom>
          <a:noFill/>
        </p:spPr>
        <p:txBody>
          <a:bodyPr wrap="square">
            <a:spAutoFit/>
          </a:bodyPr>
          <a:lstStyle/>
          <a:p>
            <a:r>
              <a:rPr lang="es-CO" dirty="0"/>
              <a:t>Ejemplo en Matlab de amplificación de ruido</a:t>
            </a:r>
          </a:p>
        </p:txBody>
      </p:sp>
      <p:pic>
        <p:nvPicPr>
          <p:cNvPr id="7" name="Imagen 6">
            <a:extLst>
              <a:ext uri="{FF2B5EF4-FFF2-40B4-BE49-F238E27FC236}">
                <a16:creationId xmlns:a16="http://schemas.microsoft.com/office/drawing/2014/main" id="{671D8F53-A7B5-BAF9-AEE1-B2E650F45614}"/>
              </a:ext>
            </a:extLst>
          </p:cNvPr>
          <p:cNvPicPr>
            <a:picLocks noChangeAspect="1"/>
          </p:cNvPicPr>
          <p:nvPr/>
        </p:nvPicPr>
        <p:blipFill>
          <a:blip r:embed="rId4"/>
          <a:stretch>
            <a:fillRect/>
          </a:stretch>
        </p:blipFill>
        <p:spPr>
          <a:xfrm>
            <a:off x="522230" y="3305029"/>
            <a:ext cx="3886200" cy="2572042"/>
          </a:xfrm>
          <a:prstGeom prst="rect">
            <a:avLst/>
          </a:prstGeom>
        </p:spPr>
      </p:pic>
      <p:pic>
        <p:nvPicPr>
          <p:cNvPr id="8" name="Imagen 7">
            <a:extLst>
              <a:ext uri="{FF2B5EF4-FFF2-40B4-BE49-F238E27FC236}">
                <a16:creationId xmlns:a16="http://schemas.microsoft.com/office/drawing/2014/main" id="{8A4511F6-AC77-346D-291E-8CF4425A839A}"/>
              </a:ext>
            </a:extLst>
          </p:cNvPr>
          <p:cNvPicPr>
            <a:picLocks noChangeAspect="1"/>
          </p:cNvPicPr>
          <p:nvPr/>
        </p:nvPicPr>
        <p:blipFill>
          <a:blip r:embed="rId5"/>
          <a:stretch>
            <a:fillRect/>
          </a:stretch>
        </p:blipFill>
        <p:spPr>
          <a:xfrm>
            <a:off x="5083644" y="3305029"/>
            <a:ext cx="3834861" cy="2572042"/>
          </a:xfrm>
          <a:prstGeom prst="rect">
            <a:avLst/>
          </a:prstGeom>
        </p:spPr>
      </p:pic>
      <p:pic>
        <p:nvPicPr>
          <p:cNvPr id="9" name="Imagen 8">
            <a:extLst>
              <a:ext uri="{FF2B5EF4-FFF2-40B4-BE49-F238E27FC236}">
                <a16:creationId xmlns:a16="http://schemas.microsoft.com/office/drawing/2014/main" id="{A48C4252-FB0C-B3BD-F0A6-CB43CDAE6AC7}"/>
              </a:ext>
            </a:extLst>
          </p:cNvPr>
          <p:cNvPicPr>
            <a:picLocks noChangeAspect="1"/>
          </p:cNvPicPr>
          <p:nvPr/>
        </p:nvPicPr>
        <p:blipFill>
          <a:blip r:embed="rId6"/>
          <a:srcRect t="7959" r="49973" b="31574"/>
          <a:stretch>
            <a:fillRect/>
          </a:stretch>
        </p:blipFill>
        <p:spPr>
          <a:xfrm>
            <a:off x="3468183" y="5133911"/>
            <a:ext cx="2534778" cy="1464265"/>
          </a:xfrm>
          <a:prstGeom prst="rect">
            <a:avLst/>
          </a:prstGeom>
        </p:spPr>
      </p:pic>
    </p:spTree>
    <p:extLst>
      <p:ext uri="{BB962C8B-B14F-4D97-AF65-F5344CB8AC3E}">
        <p14:creationId xmlns:p14="http://schemas.microsoft.com/office/powerpoint/2010/main" val="2968366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A2AAE-9B2D-7D54-A084-61A69CFD930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A5211D9-4F14-B4AC-6252-23FC248D40E7}"/>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8319D88B-8996-1E5A-A620-13306E0110F0}"/>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22</a:t>
            </a:r>
          </a:p>
        </p:txBody>
      </p:sp>
      <p:pic>
        <p:nvPicPr>
          <p:cNvPr id="14" name="Picture 4" descr="Programas - Intranet ETITC">
            <a:extLst>
              <a:ext uri="{FF2B5EF4-FFF2-40B4-BE49-F238E27FC236}">
                <a16:creationId xmlns:a16="http://schemas.microsoft.com/office/drawing/2014/main" id="{75788A53-78A8-ED2D-D28A-E7FD1155D0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CE4E603A-2587-AA32-2DB1-9A7D26557AD5}"/>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1DFE2D36-23C2-C5B3-95DD-FED1B72578F3}"/>
              </a:ext>
            </a:extLst>
          </p:cNvPr>
          <p:cNvSpPr txBox="1"/>
          <p:nvPr/>
        </p:nvSpPr>
        <p:spPr>
          <a:xfrm>
            <a:off x="795338" y="3429000"/>
            <a:ext cx="7623883" cy="2585323"/>
          </a:xfrm>
          <a:prstGeom prst="rect">
            <a:avLst/>
          </a:prstGeom>
          <a:noFill/>
        </p:spPr>
        <p:txBody>
          <a:bodyPr wrap="square" rtlCol="0">
            <a:spAutoFit/>
          </a:bodyPr>
          <a:lstStyle/>
          <a:p>
            <a:r>
              <a:rPr lang="es-CO" b="1" dirty="0"/>
              <a:t>Ejercicio</a:t>
            </a:r>
          </a:p>
          <a:p>
            <a:r>
              <a:rPr lang="es-CO" b="1" dirty="0"/>
              <a:t>Amplifique la señal del Script “</a:t>
            </a:r>
            <a:r>
              <a:rPr lang="es-CO" b="1" dirty="0" err="1"/>
              <a:t>HeartSignal.m</a:t>
            </a:r>
            <a:r>
              <a:rPr lang="es-CO" b="1" dirty="0"/>
              <a:t>” de tal forma que pueda ser procesada por una señal analógica de un PLC que trabaja con </a:t>
            </a:r>
            <a:r>
              <a:rPr lang="es-CO" b="1" dirty="0" err="1"/>
              <a:t>GPIOs</a:t>
            </a:r>
            <a:r>
              <a:rPr lang="es-CO" b="1" dirty="0"/>
              <a:t> de 3.3V, pero esta vez elimine el </a:t>
            </a:r>
            <a:r>
              <a:rPr lang="es-CO" b="1" dirty="0" err="1"/>
              <a:t>simbolo</a:t>
            </a:r>
            <a:r>
              <a:rPr lang="es-CO" b="1" dirty="0"/>
              <a:t> “%” del código </a:t>
            </a:r>
          </a:p>
          <a:p>
            <a:endParaRPr lang="es-CO" b="1" dirty="0"/>
          </a:p>
          <a:p>
            <a:endParaRPr lang="es-CO" b="1" dirty="0"/>
          </a:p>
          <a:p>
            <a:endParaRPr lang="es-CO" b="1" dirty="0"/>
          </a:p>
          <a:p>
            <a:endParaRPr lang="es-CO" b="1" dirty="0"/>
          </a:p>
          <a:p>
            <a:r>
              <a:rPr lang="es-CO" b="1" dirty="0"/>
              <a:t>¿En términos prácticos REALES que efecto considera puede generar este ruido?</a:t>
            </a:r>
          </a:p>
        </p:txBody>
      </p:sp>
      <p:pic>
        <p:nvPicPr>
          <p:cNvPr id="6" name="Imagen 5">
            <a:extLst>
              <a:ext uri="{FF2B5EF4-FFF2-40B4-BE49-F238E27FC236}">
                <a16:creationId xmlns:a16="http://schemas.microsoft.com/office/drawing/2014/main" id="{BF79C813-0586-69B3-C9A4-DE9104838DA4}"/>
              </a:ext>
            </a:extLst>
          </p:cNvPr>
          <p:cNvPicPr>
            <a:picLocks noChangeAspect="1"/>
          </p:cNvPicPr>
          <p:nvPr/>
        </p:nvPicPr>
        <p:blipFill>
          <a:blip r:embed="rId4"/>
          <a:stretch>
            <a:fillRect/>
          </a:stretch>
        </p:blipFill>
        <p:spPr>
          <a:xfrm>
            <a:off x="795338" y="4969336"/>
            <a:ext cx="7112000" cy="406400"/>
          </a:xfrm>
          <a:prstGeom prst="rect">
            <a:avLst/>
          </a:prstGeom>
        </p:spPr>
      </p:pic>
    </p:spTree>
    <p:extLst>
      <p:ext uri="{BB962C8B-B14F-4D97-AF65-F5344CB8AC3E}">
        <p14:creationId xmlns:p14="http://schemas.microsoft.com/office/powerpoint/2010/main" val="38900645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8F12A-B217-0254-3A13-4CE5C7E0ABF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4AF85D5-C800-6716-FB2E-1401EADAE75C}"/>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AF1DC72F-84FE-A850-8D67-D6BA38215386}"/>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23</a:t>
            </a:r>
          </a:p>
        </p:txBody>
      </p:sp>
      <p:pic>
        <p:nvPicPr>
          <p:cNvPr id="14" name="Picture 4" descr="Programas - Intranet ETITC">
            <a:extLst>
              <a:ext uri="{FF2B5EF4-FFF2-40B4-BE49-F238E27FC236}">
                <a16:creationId xmlns:a16="http://schemas.microsoft.com/office/drawing/2014/main" id="{A3CBDF70-165A-98D8-3C24-DA0FA0608F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4333890D-15AB-93D8-54F0-4C1BED2A36D1}"/>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E4DE9E67-1391-ABCE-B705-C5DF3CD62BDC}"/>
              </a:ext>
            </a:extLst>
          </p:cNvPr>
          <p:cNvSpPr txBox="1"/>
          <p:nvPr/>
        </p:nvSpPr>
        <p:spPr>
          <a:xfrm>
            <a:off x="795338" y="2823832"/>
            <a:ext cx="7623883" cy="3139321"/>
          </a:xfrm>
          <a:prstGeom prst="rect">
            <a:avLst/>
          </a:prstGeom>
          <a:noFill/>
        </p:spPr>
        <p:txBody>
          <a:bodyPr wrap="square" rtlCol="0">
            <a:spAutoFit/>
          </a:bodyPr>
          <a:lstStyle/>
          <a:p>
            <a:r>
              <a:rPr lang="es-CO" b="1" dirty="0"/>
              <a:t>Ruido</a:t>
            </a:r>
          </a:p>
          <a:p>
            <a:r>
              <a:rPr lang="es-CO" dirty="0"/>
              <a:t>El ruido puede ser producido por fenómenos tales como:</a:t>
            </a:r>
          </a:p>
          <a:p>
            <a:r>
              <a:rPr lang="es-CO" dirty="0"/>
              <a:t>La agitación térmica de los electrones en resistencias.</a:t>
            </a:r>
          </a:p>
          <a:p>
            <a:r>
              <a:rPr lang="es-CO" dirty="0"/>
              <a:t>La generación y recombinación aleatoria de pares electrón-hueco en los semiconductores</a:t>
            </a:r>
          </a:p>
          <a:p>
            <a:r>
              <a:rPr lang="es-CO" dirty="0"/>
              <a:t>Una interacción indeseada entre el circuito y el entorno o entre diferentes partes del mismo circuito. Por ejemplo, a través de capacidades parásitas entre circuitos adyacentes o debido al ruido inyectado en el circuito por la fuente de alimentación y las líneas de tierra.</a:t>
            </a:r>
          </a:p>
          <a:p>
            <a:endParaRPr lang="es-CO" dirty="0"/>
          </a:p>
          <a:p>
            <a:endParaRPr lang="es-CO" b="1" dirty="0"/>
          </a:p>
        </p:txBody>
      </p:sp>
    </p:spTree>
    <p:extLst>
      <p:ext uri="{BB962C8B-B14F-4D97-AF65-F5344CB8AC3E}">
        <p14:creationId xmlns:p14="http://schemas.microsoft.com/office/powerpoint/2010/main" val="26094800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F384B-C6BE-B289-2AF2-1F0FE92CAAD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CC3F7BC-51C2-0723-6E5B-4B184632AC17}"/>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C3619C10-9CF6-096B-EE25-111A084C9A88}"/>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24</a:t>
            </a:r>
          </a:p>
        </p:txBody>
      </p:sp>
      <p:pic>
        <p:nvPicPr>
          <p:cNvPr id="14" name="Picture 4" descr="Programas - Intranet ETITC">
            <a:extLst>
              <a:ext uri="{FF2B5EF4-FFF2-40B4-BE49-F238E27FC236}">
                <a16:creationId xmlns:a16="http://schemas.microsoft.com/office/drawing/2014/main" id="{62CB5AAB-36B3-2128-AC61-6B89CEE707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13221946-739C-0AED-76DA-20C001951B8A}"/>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99D67E88-6F19-4C0A-2AB7-A995FE237469}"/>
              </a:ext>
            </a:extLst>
          </p:cNvPr>
          <p:cNvSpPr txBox="1"/>
          <p:nvPr/>
        </p:nvSpPr>
        <p:spPr>
          <a:xfrm>
            <a:off x="760057" y="2362819"/>
            <a:ext cx="7623883" cy="3416320"/>
          </a:xfrm>
          <a:prstGeom prst="rect">
            <a:avLst/>
          </a:prstGeom>
          <a:noFill/>
        </p:spPr>
        <p:txBody>
          <a:bodyPr wrap="square" rtlCol="0">
            <a:spAutoFit/>
          </a:bodyPr>
          <a:lstStyle/>
          <a:p>
            <a:r>
              <a:rPr lang="es-CO" b="1" dirty="0"/>
              <a:t>Tipos de amplificadores clave en Acondicionamiento de Señales</a:t>
            </a:r>
          </a:p>
          <a:p>
            <a:r>
              <a:rPr lang="es-CO" dirty="0"/>
              <a:t>En el acondicionamiento de señales, se emplean distintos tipos de amplificadores según la aplicación:</a:t>
            </a:r>
          </a:p>
          <a:p>
            <a:r>
              <a:rPr lang="es-CO" b="1" dirty="0"/>
              <a:t>Amplificador Operacional (AO):</a:t>
            </a:r>
            <a:r>
              <a:rPr lang="es-CO" dirty="0"/>
              <a:t> Es el componente más versátil para el acondicionamiento analógico. Se trata de un circuito integrado que, con la ayuda de componentes externos, puede configurarse para una amplia variedad de funciones. Las configuraciones más comunes incluyen el amplificador </a:t>
            </a:r>
            <a:r>
              <a:rPr lang="es-CO" b="1" dirty="0"/>
              <a:t>inversor</a:t>
            </a:r>
            <a:r>
              <a:rPr lang="es-CO" dirty="0"/>
              <a:t>, que amplifica y desfasa la señal 180° ; </a:t>
            </a:r>
            <a:r>
              <a:rPr lang="es-CO" b="1" dirty="0"/>
              <a:t>no inversor</a:t>
            </a:r>
            <a:r>
              <a:rPr lang="es-CO" dirty="0"/>
              <a:t>, que amplifica sin desfase ; y el </a:t>
            </a:r>
            <a:r>
              <a:rPr lang="es-CO" b="1" dirty="0"/>
              <a:t>diferencial</a:t>
            </a:r>
            <a:r>
              <a:rPr lang="es-CO" dirty="0"/>
              <a:t>, que resta dos señales de entrada, amplificando únicamente su diferencia y eliminando la componente de modo común.</a:t>
            </a:r>
          </a:p>
          <a:p>
            <a:endParaRPr lang="es-CO" dirty="0"/>
          </a:p>
          <a:p>
            <a:endParaRPr lang="es-CO" b="1" dirty="0"/>
          </a:p>
        </p:txBody>
      </p:sp>
      <p:sp>
        <p:nvSpPr>
          <p:cNvPr id="4" name="CuadroTexto 3">
            <a:extLst>
              <a:ext uri="{FF2B5EF4-FFF2-40B4-BE49-F238E27FC236}">
                <a16:creationId xmlns:a16="http://schemas.microsoft.com/office/drawing/2014/main" id="{7ED8CB1E-443A-0583-1EAB-E53862999DF9}"/>
              </a:ext>
            </a:extLst>
          </p:cNvPr>
          <p:cNvSpPr txBox="1"/>
          <p:nvPr/>
        </p:nvSpPr>
        <p:spPr>
          <a:xfrm>
            <a:off x="1302151" y="5855238"/>
            <a:ext cx="6539697" cy="738664"/>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a:p>
            <a:pPr algn="r"/>
            <a:endParaRPr lang="es-CO" sz="1400" dirty="0"/>
          </a:p>
        </p:txBody>
      </p:sp>
    </p:spTree>
    <p:extLst>
      <p:ext uri="{BB962C8B-B14F-4D97-AF65-F5344CB8AC3E}">
        <p14:creationId xmlns:p14="http://schemas.microsoft.com/office/powerpoint/2010/main" val="38134487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210DF-7EED-48A2-D46D-E11129BE932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4D8883C-23FD-D947-86D5-8A6FE96EE7FE}"/>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A16C5E74-BC20-A081-DB77-568093039ED4}"/>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25</a:t>
            </a:r>
          </a:p>
        </p:txBody>
      </p:sp>
      <p:pic>
        <p:nvPicPr>
          <p:cNvPr id="14" name="Picture 4" descr="Programas - Intranet ETITC">
            <a:extLst>
              <a:ext uri="{FF2B5EF4-FFF2-40B4-BE49-F238E27FC236}">
                <a16:creationId xmlns:a16="http://schemas.microsoft.com/office/drawing/2014/main" id="{2F5C9B8B-817D-EED2-EE7F-671278A471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82A927CA-0172-428A-0568-7BF677A0FEBE}"/>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CA714FCE-C6C9-0A38-31A3-5195C6EE31D8}"/>
              </a:ext>
            </a:extLst>
          </p:cNvPr>
          <p:cNvSpPr txBox="1"/>
          <p:nvPr/>
        </p:nvSpPr>
        <p:spPr>
          <a:xfrm>
            <a:off x="760057" y="2362819"/>
            <a:ext cx="7623883" cy="923330"/>
          </a:xfrm>
          <a:prstGeom prst="rect">
            <a:avLst/>
          </a:prstGeom>
          <a:noFill/>
        </p:spPr>
        <p:txBody>
          <a:bodyPr wrap="square" rtlCol="0">
            <a:spAutoFit/>
          </a:bodyPr>
          <a:lstStyle/>
          <a:p>
            <a:r>
              <a:rPr lang="es-CO" b="1" dirty="0"/>
              <a:t>Tipos de amplificadores clave en Acondicionamiento de Señales</a:t>
            </a:r>
          </a:p>
          <a:p>
            <a:r>
              <a:rPr lang="es-CO" dirty="0"/>
              <a:t>el amplificador </a:t>
            </a:r>
            <a:r>
              <a:rPr lang="es-CO" b="1" dirty="0"/>
              <a:t>inversor</a:t>
            </a:r>
            <a:r>
              <a:rPr lang="es-CO" dirty="0"/>
              <a:t>, que amplifica y desfasa la señal 180°</a:t>
            </a:r>
          </a:p>
          <a:p>
            <a:endParaRPr lang="es-CO" b="1" dirty="0"/>
          </a:p>
        </p:txBody>
      </p:sp>
      <p:sp>
        <p:nvSpPr>
          <p:cNvPr id="4" name="CuadroTexto 3">
            <a:extLst>
              <a:ext uri="{FF2B5EF4-FFF2-40B4-BE49-F238E27FC236}">
                <a16:creationId xmlns:a16="http://schemas.microsoft.com/office/drawing/2014/main" id="{CDEAD55B-838C-F971-79D6-2E4F803E0783}"/>
              </a:ext>
            </a:extLst>
          </p:cNvPr>
          <p:cNvSpPr txBox="1"/>
          <p:nvPr/>
        </p:nvSpPr>
        <p:spPr>
          <a:xfrm>
            <a:off x="1302148" y="6119336"/>
            <a:ext cx="6539697" cy="738664"/>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a:p>
            <a:pPr algn="r"/>
            <a:endParaRPr lang="es-CO" sz="1400" dirty="0"/>
          </a:p>
        </p:txBody>
      </p:sp>
      <p:pic>
        <p:nvPicPr>
          <p:cNvPr id="6" name="Imagen 5">
            <a:extLst>
              <a:ext uri="{FF2B5EF4-FFF2-40B4-BE49-F238E27FC236}">
                <a16:creationId xmlns:a16="http://schemas.microsoft.com/office/drawing/2014/main" id="{A71ABA2D-EC76-EA71-A58F-95ABE9FA581B}"/>
              </a:ext>
            </a:extLst>
          </p:cNvPr>
          <p:cNvPicPr>
            <a:picLocks noChangeAspect="1"/>
          </p:cNvPicPr>
          <p:nvPr/>
        </p:nvPicPr>
        <p:blipFill>
          <a:blip r:embed="rId4"/>
          <a:stretch>
            <a:fillRect/>
          </a:stretch>
        </p:blipFill>
        <p:spPr>
          <a:xfrm>
            <a:off x="2217996" y="2989831"/>
            <a:ext cx="4298551" cy="2886754"/>
          </a:xfrm>
          <a:prstGeom prst="rect">
            <a:avLst/>
          </a:prstGeom>
        </p:spPr>
      </p:pic>
    </p:spTree>
    <p:extLst>
      <p:ext uri="{BB962C8B-B14F-4D97-AF65-F5344CB8AC3E}">
        <p14:creationId xmlns:p14="http://schemas.microsoft.com/office/powerpoint/2010/main" val="4154003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3B917-FCF5-4A57-BB38-BEAB36B8AE3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56AE05E-833D-111C-290B-DBD28400F833}"/>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E46F3041-7C7D-242B-E53D-AB1B69B9A413}"/>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26</a:t>
            </a:r>
          </a:p>
        </p:txBody>
      </p:sp>
      <p:pic>
        <p:nvPicPr>
          <p:cNvPr id="14" name="Picture 4" descr="Programas - Intranet ETITC">
            <a:extLst>
              <a:ext uri="{FF2B5EF4-FFF2-40B4-BE49-F238E27FC236}">
                <a16:creationId xmlns:a16="http://schemas.microsoft.com/office/drawing/2014/main" id="{34EDBA0D-F948-95D3-7DD3-3B34AB561F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FB171B00-1FF9-9DAC-0594-B73BBAD25ECA}"/>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A45CC14F-5CA3-AC09-F387-07458CA12E45}"/>
              </a:ext>
            </a:extLst>
          </p:cNvPr>
          <p:cNvSpPr txBox="1"/>
          <p:nvPr/>
        </p:nvSpPr>
        <p:spPr>
          <a:xfrm>
            <a:off x="760057" y="2362819"/>
            <a:ext cx="7623883" cy="2308324"/>
          </a:xfrm>
          <a:prstGeom prst="rect">
            <a:avLst/>
          </a:prstGeom>
          <a:noFill/>
        </p:spPr>
        <p:txBody>
          <a:bodyPr wrap="square" rtlCol="0">
            <a:spAutoFit/>
          </a:bodyPr>
          <a:lstStyle/>
          <a:p>
            <a:r>
              <a:rPr lang="es-CO" b="1" dirty="0"/>
              <a:t>Tipos de amplificadores clave en Acondicionamiento de Señales</a:t>
            </a:r>
          </a:p>
          <a:p>
            <a:r>
              <a:rPr lang="es-CO" dirty="0"/>
              <a:t>En el acondicionamiento de señales, se emplean distintos tipos de amplificadores según la aplicación:</a:t>
            </a:r>
          </a:p>
          <a:p>
            <a:r>
              <a:rPr lang="es-CO" b="1" dirty="0"/>
              <a:t>Amplificador de Instrumentación:</a:t>
            </a:r>
            <a:r>
              <a:rPr lang="es-CO" dirty="0"/>
              <a:t> Una forma especializada de amplificador diferencial que se distingue por su alta impedancia de entrada, su alta ganancia y, sobre todo, su excelente </a:t>
            </a:r>
            <a:r>
              <a:rPr lang="es-CO" b="1" dirty="0"/>
              <a:t>Relación de Rechazo de Modo Común (CMRR)</a:t>
            </a:r>
            <a:r>
              <a:rPr lang="es-CO" dirty="0"/>
              <a:t>. Esta característica lo hace ideal para amplificar señales débiles en presencia de grandes interferencias de modo común</a:t>
            </a:r>
            <a:endParaRPr lang="es-CO" b="1" dirty="0"/>
          </a:p>
        </p:txBody>
      </p:sp>
      <p:sp>
        <p:nvSpPr>
          <p:cNvPr id="4" name="CuadroTexto 3">
            <a:extLst>
              <a:ext uri="{FF2B5EF4-FFF2-40B4-BE49-F238E27FC236}">
                <a16:creationId xmlns:a16="http://schemas.microsoft.com/office/drawing/2014/main" id="{C78A541C-EE17-0D07-AFE4-C1ECAECF3FE4}"/>
              </a:ext>
            </a:extLst>
          </p:cNvPr>
          <p:cNvSpPr txBox="1"/>
          <p:nvPr/>
        </p:nvSpPr>
        <p:spPr>
          <a:xfrm>
            <a:off x="1302151" y="5855238"/>
            <a:ext cx="6539697" cy="738664"/>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a:p>
            <a:pPr algn="r"/>
            <a:endParaRPr lang="es-CO" sz="1400" dirty="0"/>
          </a:p>
        </p:txBody>
      </p:sp>
    </p:spTree>
    <p:extLst>
      <p:ext uri="{BB962C8B-B14F-4D97-AF65-F5344CB8AC3E}">
        <p14:creationId xmlns:p14="http://schemas.microsoft.com/office/powerpoint/2010/main" val="1566334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AA5F0-17B9-26B1-464A-814AA9F2A52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99A57EF-E803-A477-C632-5A67B6B63D52}"/>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D5A61A1E-F5F3-7A04-7AFC-885B2B9D2166}"/>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27</a:t>
            </a:r>
          </a:p>
        </p:txBody>
      </p:sp>
      <p:pic>
        <p:nvPicPr>
          <p:cNvPr id="14" name="Picture 4" descr="Programas - Intranet ETITC">
            <a:extLst>
              <a:ext uri="{FF2B5EF4-FFF2-40B4-BE49-F238E27FC236}">
                <a16:creationId xmlns:a16="http://schemas.microsoft.com/office/drawing/2014/main" id="{AF8AAFCF-3CB7-3CED-07DB-AB14558C4B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2B28ED15-5DF6-F052-75E8-D3ECA815CE75}"/>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20C9391B-56F2-FD29-0653-3F5F62E21708}"/>
              </a:ext>
            </a:extLst>
          </p:cNvPr>
          <p:cNvSpPr txBox="1"/>
          <p:nvPr/>
        </p:nvSpPr>
        <p:spPr>
          <a:xfrm>
            <a:off x="760057" y="2607012"/>
            <a:ext cx="7623883" cy="2308324"/>
          </a:xfrm>
          <a:prstGeom prst="rect">
            <a:avLst/>
          </a:prstGeom>
          <a:noFill/>
        </p:spPr>
        <p:txBody>
          <a:bodyPr wrap="square" rtlCol="0">
            <a:spAutoFit/>
          </a:bodyPr>
          <a:lstStyle/>
          <a:p>
            <a:r>
              <a:rPr lang="es-CO" b="1" dirty="0"/>
              <a:t>Tipos de amplificadores clave en Acondicionamiento de Señales</a:t>
            </a:r>
          </a:p>
          <a:p>
            <a:r>
              <a:rPr lang="es-CO" dirty="0"/>
              <a:t>En el acondicionamiento de señales, se emplean distintos tipos de amplificadores según la aplicación:</a:t>
            </a:r>
          </a:p>
          <a:p>
            <a:r>
              <a:rPr lang="es-CO" b="1" dirty="0"/>
              <a:t>Amplificador de Aislamiento:</a:t>
            </a:r>
            <a:r>
              <a:rPr lang="es-CO" dirty="0"/>
              <a:t> Diseñado para proporcionar aislamiento galvánico, lo que significa que separa eléctricamente la entrada de la salida. Es crucial para proteger el equipo de altos voltajes o para eliminar los bucles de tierra, permitiendo el paso de pequeñas señales diferenciales. Se implementan usando transformadores, optoacopladores o acoplamiento capacitivo</a:t>
            </a:r>
            <a:endParaRPr lang="es-CO" b="1" dirty="0"/>
          </a:p>
        </p:txBody>
      </p:sp>
      <p:sp>
        <p:nvSpPr>
          <p:cNvPr id="4" name="CuadroTexto 3">
            <a:extLst>
              <a:ext uri="{FF2B5EF4-FFF2-40B4-BE49-F238E27FC236}">
                <a16:creationId xmlns:a16="http://schemas.microsoft.com/office/drawing/2014/main" id="{8AE38E52-FBED-DC46-79DB-BB7819228CBD}"/>
              </a:ext>
            </a:extLst>
          </p:cNvPr>
          <p:cNvSpPr txBox="1"/>
          <p:nvPr/>
        </p:nvSpPr>
        <p:spPr>
          <a:xfrm>
            <a:off x="1302151" y="5855238"/>
            <a:ext cx="6539697" cy="738664"/>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a:p>
            <a:pPr algn="r"/>
            <a:endParaRPr lang="es-CO" sz="1400" dirty="0"/>
          </a:p>
        </p:txBody>
      </p:sp>
    </p:spTree>
    <p:extLst>
      <p:ext uri="{BB962C8B-B14F-4D97-AF65-F5344CB8AC3E}">
        <p14:creationId xmlns:p14="http://schemas.microsoft.com/office/powerpoint/2010/main" val="35514208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E7090-B3FB-94CE-E4B1-71A7F30E8BA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39227C7-A83C-F302-27F5-725061D9773E}"/>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5686B6EA-3A86-2F8C-8E5B-8F73A2719CE3}"/>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28</a:t>
            </a:r>
          </a:p>
        </p:txBody>
      </p:sp>
      <p:pic>
        <p:nvPicPr>
          <p:cNvPr id="14" name="Picture 4" descr="Programas - Intranet ETITC">
            <a:extLst>
              <a:ext uri="{FF2B5EF4-FFF2-40B4-BE49-F238E27FC236}">
                <a16:creationId xmlns:a16="http://schemas.microsoft.com/office/drawing/2014/main" id="{F1C962F2-554A-4198-9156-E9DB9DFCA8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CA8ABADD-ECD0-7D9B-2B02-5C0A1A92560D}"/>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4531707F-B829-04D7-C0F8-4088BAD2CF2A}"/>
              </a:ext>
            </a:extLst>
          </p:cNvPr>
          <p:cNvSpPr txBox="1"/>
          <p:nvPr/>
        </p:nvSpPr>
        <p:spPr>
          <a:xfrm>
            <a:off x="795338" y="3505745"/>
            <a:ext cx="7623883" cy="646331"/>
          </a:xfrm>
          <a:prstGeom prst="rect">
            <a:avLst/>
          </a:prstGeom>
          <a:noFill/>
        </p:spPr>
        <p:txBody>
          <a:bodyPr wrap="square" rtlCol="0">
            <a:spAutoFit/>
          </a:bodyPr>
          <a:lstStyle/>
          <a:p>
            <a:r>
              <a:rPr lang="es-CO" dirty="0"/>
              <a:t>Realice la lectura del capitulo 4.1 y 4.2 del libro “</a:t>
            </a:r>
            <a:r>
              <a:rPr lang="es-CO" i="1" dirty="0"/>
              <a:t>Instrumentación electrónica: transductores y acondicionadores de señal</a:t>
            </a:r>
            <a:r>
              <a:rPr lang="es-CO" dirty="0"/>
              <a:t>” disponible en </a:t>
            </a:r>
            <a:r>
              <a:rPr lang="es-CO" dirty="0" err="1"/>
              <a:t>elibro</a:t>
            </a:r>
            <a:r>
              <a:rPr lang="es-CO" dirty="0"/>
              <a:t>. </a:t>
            </a:r>
            <a:endParaRPr lang="es-CO" b="1" dirty="0"/>
          </a:p>
        </p:txBody>
      </p:sp>
      <p:sp>
        <p:nvSpPr>
          <p:cNvPr id="4" name="CuadroTexto 3">
            <a:extLst>
              <a:ext uri="{FF2B5EF4-FFF2-40B4-BE49-F238E27FC236}">
                <a16:creationId xmlns:a16="http://schemas.microsoft.com/office/drawing/2014/main" id="{174B9A46-C735-39C4-0644-3163BEAB6BD9}"/>
              </a:ext>
            </a:extLst>
          </p:cNvPr>
          <p:cNvSpPr txBox="1"/>
          <p:nvPr/>
        </p:nvSpPr>
        <p:spPr>
          <a:xfrm>
            <a:off x="1302151" y="5855238"/>
            <a:ext cx="6539697" cy="738664"/>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a:p>
            <a:pPr algn="r"/>
            <a:endParaRPr lang="es-CO" sz="1400" dirty="0"/>
          </a:p>
        </p:txBody>
      </p:sp>
    </p:spTree>
    <p:extLst>
      <p:ext uri="{BB962C8B-B14F-4D97-AF65-F5344CB8AC3E}">
        <p14:creationId xmlns:p14="http://schemas.microsoft.com/office/powerpoint/2010/main" val="32722113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8F312-8A8B-7B75-3305-822A8FF97BB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30BF3F8-754F-3088-5240-E74D663CF697}"/>
              </a:ext>
            </a:extLst>
          </p:cNvPr>
          <p:cNvSpPr>
            <a:spLocks noGrp="1"/>
          </p:cNvSpPr>
          <p:nvPr>
            <p:ph type="title"/>
          </p:nvPr>
        </p:nvSpPr>
        <p:spPr>
          <a:xfrm>
            <a:off x="2037222" y="1624164"/>
            <a:ext cx="5456585" cy="1162050"/>
          </a:xfrm>
        </p:spPr>
        <p:txBody>
          <a:bodyPr/>
          <a:lstStyle/>
          <a:p>
            <a:pPr algn="ctr"/>
            <a:r>
              <a:rPr lang="es-CO" b="1" dirty="0"/>
              <a:t>FILTRADO</a:t>
            </a:r>
          </a:p>
        </p:txBody>
      </p:sp>
      <p:sp>
        <p:nvSpPr>
          <p:cNvPr id="10" name="1 Título">
            <a:extLst>
              <a:ext uri="{FF2B5EF4-FFF2-40B4-BE49-F238E27FC236}">
                <a16:creationId xmlns:a16="http://schemas.microsoft.com/office/drawing/2014/main" id="{16CB3820-9295-48C8-D9E6-37CA7CD8F876}"/>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29</a:t>
            </a:r>
          </a:p>
        </p:txBody>
      </p:sp>
      <p:pic>
        <p:nvPicPr>
          <p:cNvPr id="14" name="Picture 4" descr="Programas - Intranet ETITC">
            <a:extLst>
              <a:ext uri="{FF2B5EF4-FFF2-40B4-BE49-F238E27FC236}">
                <a16:creationId xmlns:a16="http://schemas.microsoft.com/office/drawing/2014/main" id="{E1F469FC-3E86-4D80-B3E2-BDE99CF9F8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E5EBD7A3-D57A-0564-050C-DD9B7E643299}"/>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CB1BEA24-20A7-AB39-FD35-B3139A7F28FA}"/>
              </a:ext>
            </a:extLst>
          </p:cNvPr>
          <p:cNvSpPr txBox="1"/>
          <p:nvPr/>
        </p:nvSpPr>
        <p:spPr>
          <a:xfrm>
            <a:off x="795338" y="3505745"/>
            <a:ext cx="7623883" cy="1200329"/>
          </a:xfrm>
          <a:prstGeom prst="rect">
            <a:avLst/>
          </a:prstGeom>
          <a:noFill/>
        </p:spPr>
        <p:txBody>
          <a:bodyPr wrap="square" rtlCol="0">
            <a:spAutoFit/>
          </a:bodyPr>
          <a:lstStyle/>
          <a:p>
            <a:r>
              <a:rPr lang="es-ES" dirty="0"/>
              <a:t>Imagine que está escuchando su canción favorita en la radio, ¡pero de repente se oye un ruido molesto como un "</a:t>
            </a:r>
            <a:r>
              <a:rPr lang="es-ES" dirty="0" err="1"/>
              <a:t>pshhhhh</a:t>
            </a:r>
            <a:r>
              <a:rPr lang="es-ES" dirty="0"/>
              <a:t>"!  </a:t>
            </a:r>
          </a:p>
          <a:p>
            <a:r>
              <a:rPr lang="es-ES" dirty="0"/>
              <a:t>El </a:t>
            </a:r>
            <a:r>
              <a:rPr lang="es-ES" b="1" dirty="0"/>
              <a:t>filtrado de señales</a:t>
            </a:r>
            <a:r>
              <a:rPr lang="es-ES" dirty="0"/>
              <a:t> es como tener una herramienta que quita ese ruido indeseado para que solo se escuche la música.</a:t>
            </a:r>
          </a:p>
        </p:txBody>
      </p:sp>
      <p:pic>
        <p:nvPicPr>
          <p:cNvPr id="7" name="Imagen 6" descr="Icono&#10;&#10;El contenido generado por IA puede ser incorrecto.">
            <a:extLst>
              <a:ext uri="{FF2B5EF4-FFF2-40B4-BE49-F238E27FC236}">
                <a16:creationId xmlns:a16="http://schemas.microsoft.com/office/drawing/2014/main" id="{E02A1FE2-466D-81E1-B8BE-933C133C21C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6982486" y="4250634"/>
            <a:ext cx="1806165" cy="1806165"/>
          </a:xfrm>
          <a:prstGeom prst="rect">
            <a:avLst/>
          </a:prstGeom>
        </p:spPr>
      </p:pic>
    </p:spTree>
    <p:extLst>
      <p:ext uri="{BB962C8B-B14F-4D97-AF65-F5344CB8AC3E}">
        <p14:creationId xmlns:p14="http://schemas.microsoft.com/office/powerpoint/2010/main" val="25696776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3DE5F-4589-1833-10A0-880CAC71427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A2E756C-D336-98BA-6963-D281F945AF3E}"/>
              </a:ext>
            </a:extLst>
          </p:cNvPr>
          <p:cNvSpPr>
            <a:spLocks noGrp="1"/>
          </p:cNvSpPr>
          <p:nvPr>
            <p:ph type="title"/>
          </p:nvPr>
        </p:nvSpPr>
        <p:spPr>
          <a:xfrm>
            <a:off x="2037222" y="1624164"/>
            <a:ext cx="5456585" cy="1162050"/>
          </a:xfrm>
        </p:spPr>
        <p:txBody>
          <a:bodyPr/>
          <a:lstStyle/>
          <a:p>
            <a:pPr algn="ctr"/>
            <a:r>
              <a:rPr lang="es-CO" b="1" dirty="0"/>
              <a:t>¿Qué es el filtrado? </a:t>
            </a:r>
          </a:p>
        </p:txBody>
      </p:sp>
      <p:sp>
        <p:nvSpPr>
          <p:cNvPr id="10" name="1 Título">
            <a:extLst>
              <a:ext uri="{FF2B5EF4-FFF2-40B4-BE49-F238E27FC236}">
                <a16:creationId xmlns:a16="http://schemas.microsoft.com/office/drawing/2014/main" id="{9A61FC14-D004-C0F1-AE70-2CA994C77D2F}"/>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30</a:t>
            </a:r>
          </a:p>
        </p:txBody>
      </p:sp>
      <p:pic>
        <p:nvPicPr>
          <p:cNvPr id="14" name="Picture 4" descr="Programas - Intranet ETITC">
            <a:extLst>
              <a:ext uri="{FF2B5EF4-FFF2-40B4-BE49-F238E27FC236}">
                <a16:creationId xmlns:a16="http://schemas.microsoft.com/office/drawing/2014/main" id="{F2FBDF87-D05F-470B-6BC1-A0713CDE06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283B1001-8579-0731-8236-9AD03A019405}"/>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1357DE91-428F-FD66-EFDA-8598D1AE92C9}"/>
              </a:ext>
            </a:extLst>
          </p:cNvPr>
          <p:cNvSpPr txBox="1"/>
          <p:nvPr/>
        </p:nvSpPr>
        <p:spPr>
          <a:xfrm>
            <a:off x="795338" y="3505745"/>
            <a:ext cx="7623883" cy="1477328"/>
          </a:xfrm>
          <a:prstGeom prst="rect">
            <a:avLst/>
          </a:prstGeom>
          <a:noFill/>
        </p:spPr>
        <p:txBody>
          <a:bodyPr wrap="square" rtlCol="0">
            <a:spAutoFit/>
          </a:bodyPr>
          <a:lstStyle/>
          <a:p>
            <a:r>
              <a:rPr lang="es-ES" dirty="0"/>
              <a:t>El filtrado es un proceso fundamental dentro del acondicionamiento de señales, cuyo objetivo principal es separar la información valiosa de las perturbaciones o ruidos indeseados. Esto se logra mediante técnicas que atenúan o eliminan componentes no deseados del espectro de la señal, preservando la información relevante para su posterior análisis o procesamiento.</a:t>
            </a:r>
          </a:p>
        </p:txBody>
      </p:sp>
    </p:spTree>
    <p:extLst>
      <p:ext uri="{BB962C8B-B14F-4D97-AF65-F5344CB8AC3E}">
        <p14:creationId xmlns:p14="http://schemas.microsoft.com/office/powerpoint/2010/main" val="24912492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04DD6-3171-0437-1B75-BB5C12D3F58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38ED381-971E-4978-C885-B01A52360683}"/>
              </a:ext>
            </a:extLst>
          </p:cNvPr>
          <p:cNvSpPr>
            <a:spLocks noGrp="1"/>
          </p:cNvSpPr>
          <p:nvPr>
            <p:ph type="title"/>
          </p:nvPr>
        </p:nvSpPr>
        <p:spPr>
          <a:xfrm>
            <a:off x="2037222" y="1624164"/>
            <a:ext cx="5456585" cy="1162050"/>
          </a:xfrm>
        </p:spPr>
        <p:txBody>
          <a:bodyPr/>
          <a:lstStyle/>
          <a:p>
            <a:pPr algn="ctr"/>
            <a:r>
              <a:rPr lang="es-CO" b="1" dirty="0"/>
              <a:t>¿</a:t>
            </a:r>
            <a:r>
              <a:rPr lang="es-ES" b="1" dirty="0"/>
              <a:t>Principios y Métodos de Filtrado</a:t>
            </a:r>
            <a:r>
              <a:rPr lang="es-CO" b="1" dirty="0"/>
              <a:t>? </a:t>
            </a:r>
          </a:p>
        </p:txBody>
      </p:sp>
      <p:sp>
        <p:nvSpPr>
          <p:cNvPr id="10" name="1 Título">
            <a:extLst>
              <a:ext uri="{FF2B5EF4-FFF2-40B4-BE49-F238E27FC236}">
                <a16:creationId xmlns:a16="http://schemas.microsoft.com/office/drawing/2014/main" id="{846DC467-F0E8-6F8C-288E-096DCBE87552}"/>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31</a:t>
            </a:r>
          </a:p>
        </p:txBody>
      </p:sp>
      <p:pic>
        <p:nvPicPr>
          <p:cNvPr id="14" name="Picture 4" descr="Programas - Intranet ETITC">
            <a:extLst>
              <a:ext uri="{FF2B5EF4-FFF2-40B4-BE49-F238E27FC236}">
                <a16:creationId xmlns:a16="http://schemas.microsoft.com/office/drawing/2014/main" id="{88564187-5B96-50DB-375D-D3FDB65DC7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7D9FD098-0779-7DE7-F4FD-BDCF3C9BDD9E}"/>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9E3BBDC8-5B4B-3B28-5313-ECCC95033E4E}"/>
              </a:ext>
            </a:extLst>
          </p:cNvPr>
          <p:cNvSpPr txBox="1"/>
          <p:nvPr/>
        </p:nvSpPr>
        <p:spPr>
          <a:xfrm>
            <a:off x="795338" y="3505745"/>
            <a:ext cx="7623883" cy="1477328"/>
          </a:xfrm>
          <a:prstGeom prst="rect">
            <a:avLst/>
          </a:prstGeom>
          <a:noFill/>
        </p:spPr>
        <p:txBody>
          <a:bodyPr wrap="square" rtlCol="0">
            <a:spAutoFit/>
          </a:bodyPr>
          <a:lstStyle/>
          <a:p>
            <a:r>
              <a:rPr lang="es-ES" b="1" dirty="0"/>
              <a:t>Filtrado Analógico y Digital</a:t>
            </a:r>
            <a:r>
              <a:rPr lang="es-ES" dirty="0"/>
              <a:t>: </a:t>
            </a:r>
          </a:p>
          <a:p>
            <a:r>
              <a:rPr lang="es-ES" dirty="0"/>
              <a:t>El filtrado puede realizarse tanto en el dominio analógico (antes de la conversión a digital) como en el digital (después de la conversión). </a:t>
            </a:r>
          </a:p>
          <a:p>
            <a:r>
              <a:rPr lang="es-ES" dirty="0"/>
              <a:t>Los filtros analógicos suelen ser circuitos pasivos o activos, mientras que los digitales emplean algoritmos matemáticos.</a:t>
            </a:r>
          </a:p>
        </p:txBody>
      </p:sp>
      <p:sp>
        <p:nvSpPr>
          <p:cNvPr id="6" name="CuadroTexto 5">
            <a:extLst>
              <a:ext uri="{FF2B5EF4-FFF2-40B4-BE49-F238E27FC236}">
                <a16:creationId xmlns:a16="http://schemas.microsoft.com/office/drawing/2014/main" id="{C2B21E6A-928C-3C02-8A92-82AB25340C7C}"/>
              </a:ext>
            </a:extLst>
          </p:cNvPr>
          <p:cNvSpPr txBox="1"/>
          <p:nvPr/>
        </p:nvSpPr>
        <p:spPr>
          <a:xfrm>
            <a:off x="1302151" y="5855238"/>
            <a:ext cx="6539697" cy="523220"/>
          </a:xfrm>
          <a:prstGeom prst="rect">
            <a:avLst/>
          </a:prstGeom>
          <a:noFill/>
        </p:spPr>
        <p:txBody>
          <a:bodyPr wrap="square" rtlCol="0">
            <a:spAutoFit/>
          </a:bodyPr>
          <a:lstStyle/>
          <a:p>
            <a:pPr algn="r"/>
            <a:r>
              <a:rPr lang="en-US" sz="1400" dirty="0"/>
              <a:t>Finkel, A., &amp; Bookman, R. (1997). Principles of Signal Conditioning. Current Protocols in Neuroscience, 00. https://doi.org/10.1002/0471142301.ns0602s00.</a:t>
            </a:r>
            <a:endParaRPr lang="es-CO" sz="1400" dirty="0"/>
          </a:p>
        </p:txBody>
      </p:sp>
    </p:spTree>
    <p:extLst>
      <p:ext uri="{BB962C8B-B14F-4D97-AF65-F5344CB8AC3E}">
        <p14:creationId xmlns:p14="http://schemas.microsoft.com/office/powerpoint/2010/main" val="25742697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120D6-21F7-8CD3-FD66-23CE9F7A349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BE3D5CF-BF52-93A3-4830-44F5098E412E}"/>
              </a:ext>
            </a:extLst>
          </p:cNvPr>
          <p:cNvSpPr>
            <a:spLocks noGrp="1"/>
          </p:cNvSpPr>
          <p:nvPr>
            <p:ph type="title"/>
          </p:nvPr>
        </p:nvSpPr>
        <p:spPr>
          <a:xfrm>
            <a:off x="2037222" y="1624164"/>
            <a:ext cx="5456585" cy="1162050"/>
          </a:xfrm>
        </p:spPr>
        <p:txBody>
          <a:bodyPr/>
          <a:lstStyle/>
          <a:p>
            <a:pPr algn="ctr"/>
            <a:r>
              <a:rPr lang="es-CO" b="1" dirty="0"/>
              <a:t>¿</a:t>
            </a:r>
            <a:r>
              <a:rPr lang="es-ES" b="1" dirty="0"/>
              <a:t>Principios y Métodos de Filtrado</a:t>
            </a:r>
            <a:r>
              <a:rPr lang="es-CO" b="1" dirty="0"/>
              <a:t>? </a:t>
            </a:r>
          </a:p>
        </p:txBody>
      </p:sp>
      <p:sp>
        <p:nvSpPr>
          <p:cNvPr id="10" name="1 Título">
            <a:extLst>
              <a:ext uri="{FF2B5EF4-FFF2-40B4-BE49-F238E27FC236}">
                <a16:creationId xmlns:a16="http://schemas.microsoft.com/office/drawing/2014/main" id="{9582611D-72F2-7F28-6AFA-DFB0770AF3EF}"/>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32</a:t>
            </a:r>
          </a:p>
        </p:txBody>
      </p:sp>
      <p:pic>
        <p:nvPicPr>
          <p:cNvPr id="14" name="Picture 4" descr="Programas - Intranet ETITC">
            <a:extLst>
              <a:ext uri="{FF2B5EF4-FFF2-40B4-BE49-F238E27FC236}">
                <a16:creationId xmlns:a16="http://schemas.microsoft.com/office/drawing/2014/main" id="{BCC290D5-2325-FC1A-7C50-5F14BFC9B3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96A65E8-6ACB-54F4-9FC0-3252F756A39B}"/>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2C94B320-F5DD-9A89-71B1-F5D269CCB21B}"/>
              </a:ext>
            </a:extLst>
          </p:cNvPr>
          <p:cNvSpPr txBox="1"/>
          <p:nvPr/>
        </p:nvSpPr>
        <p:spPr>
          <a:xfrm>
            <a:off x="795338" y="3505745"/>
            <a:ext cx="7623883" cy="923330"/>
          </a:xfrm>
          <a:prstGeom prst="rect">
            <a:avLst/>
          </a:prstGeom>
          <a:noFill/>
        </p:spPr>
        <p:txBody>
          <a:bodyPr wrap="square" rtlCol="0">
            <a:spAutoFit/>
          </a:bodyPr>
          <a:lstStyle/>
          <a:p>
            <a:r>
              <a:rPr lang="es-ES" b="1" dirty="0"/>
              <a:t>Tipos de Filtros: </a:t>
            </a:r>
          </a:p>
          <a:p>
            <a:r>
              <a:rPr lang="es-ES" dirty="0"/>
              <a:t>Se utilizan filtros pasa-bajo, pasa-alto, pasa-banda y rechaza-banda, dependiendo de las frecuencias que se desean conservar o eliminar.</a:t>
            </a:r>
          </a:p>
        </p:txBody>
      </p:sp>
      <p:sp>
        <p:nvSpPr>
          <p:cNvPr id="6" name="CuadroTexto 5">
            <a:extLst>
              <a:ext uri="{FF2B5EF4-FFF2-40B4-BE49-F238E27FC236}">
                <a16:creationId xmlns:a16="http://schemas.microsoft.com/office/drawing/2014/main" id="{8A482ED3-C0BA-7EE4-DD46-9D7E067DF783}"/>
              </a:ext>
            </a:extLst>
          </p:cNvPr>
          <p:cNvSpPr txBox="1"/>
          <p:nvPr/>
        </p:nvSpPr>
        <p:spPr>
          <a:xfrm>
            <a:off x="1302151" y="5855238"/>
            <a:ext cx="6539697" cy="954107"/>
          </a:xfrm>
          <a:prstGeom prst="rect">
            <a:avLst/>
          </a:prstGeom>
          <a:noFill/>
        </p:spPr>
        <p:txBody>
          <a:bodyPr wrap="square" rtlCol="0">
            <a:spAutoFit/>
          </a:bodyPr>
          <a:lstStyle/>
          <a:p>
            <a:pPr algn="r"/>
            <a:r>
              <a:rPr lang="en-US" sz="1400" dirty="0"/>
              <a:t>Lázaro-Galilea, J., De-La-Llana-Calvo, Á., Luna-Vázquez, C., Gardel-Vicente, A., Bravo-Muñoz, I., &amp; Cruz-De-La-Torre, C. (2025). Electronic Circuit for the Signal Conditioning of PSD Optical Sensors. IEEE Transactions on Instrumentation and Measurement, 74, 1-16. https://doi.org/10.1109/TIM.2025.3542147.</a:t>
            </a:r>
            <a:endParaRPr lang="es-CO" sz="1400" dirty="0"/>
          </a:p>
        </p:txBody>
      </p:sp>
    </p:spTree>
    <p:extLst>
      <p:ext uri="{BB962C8B-B14F-4D97-AF65-F5344CB8AC3E}">
        <p14:creationId xmlns:p14="http://schemas.microsoft.com/office/powerpoint/2010/main" val="39312872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380C6-0AEE-9AA8-DAA2-0B3A6D7A907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AC2AAB4-9EC0-F00B-1911-2D424B4F9CD8}"/>
              </a:ext>
            </a:extLst>
          </p:cNvPr>
          <p:cNvSpPr>
            <a:spLocks noGrp="1"/>
          </p:cNvSpPr>
          <p:nvPr>
            <p:ph type="title"/>
          </p:nvPr>
        </p:nvSpPr>
        <p:spPr>
          <a:xfrm>
            <a:off x="2037222" y="1624164"/>
            <a:ext cx="5456585" cy="1162050"/>
          </a:xfrm>
        </p:spPr>
        <p:txBody>
          <a:bodyPr/>
          <a:lstStyle/>
          <a:p>
            <a:pPr algn="ctr"/>
            <a:r>
              <a:rPr lang="es-CO" b="1" dirty="0"/>
              <a:t>FILTRADO</a:t>
            </a:r>
          </a:p>
        </p:txBody>
      </p:sp>
      <p:sp>
        <p:nvSpPr>
          <p:cNvPr id="10" name="1 Título">
            <a:extLst>
              <a:ext uri="{FF2B5EF4-FFF2-40B4-BE49-F238E27FC236}">
                <a16:creationId xmlns:a16="http://schemas.microsoft.com/office/drawing/2014/main" id="{D80C63D0-3BAB-6CEB-9812-EB660DBA24D1}"/>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33</a:t>
            </a:r>
          </a:p>
        </p:txBody>
      </p:sp>
      <p:pic>
        <p:nvPicPr>
          <p:cNvPr id="14" name="Picture 4" descr="Programas - Intranet ETITC">
            <a:extLst>
              <a:ext uri="{FF2B5EF4-FFF2-40B4-BE49-F238E27FC236}">
                <a16:creationId xmlns:a16="http://schemas.microsoft.com/office/drawing/2014/main" id="{0EF9B794-7075-3413-500F-7874B4630C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44256882-E8C8-4D1F-0242-4D5B34715650}"/>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C0C70511-0522-EAF9-E0C1-348DAD9B1CA0}"/>
              </a:ext>
            </a:extLst>
          </p:cNvPr>
          <p:cNvSpPr txBox="1"/>
          <p:nvPr/>
        </p:nvSpPr>
        <p:spPr>
          <a:xfrm>
            <a:off x="795338" y="3505745"/>
            <a:ext cx="7623883" cy="646331"/>
          </a:xfrm>
          <a:prstGeom prst="rect">
            <a:avLst/>
          </a:prstGeom>
          <a:noFill/>
        </p:spPr>
        <p:txBody>
          <a:bodyPr wrap="square" rtlCol="0">
            <a:spAutoFit/>
          </a:bodyPr>
          <a:lstStyle/>
          <a:p>
            <a:r>
              <a:rPr lang="es-ES" dirty="0"/>
              <a:t>El objetivo principal es </a:t>
            </a:r>
            <a:r>
              <a:rPr lang="es-ES" b="1" dirty="0"/>
              <a:t>mejorar la Relación Señal-Ruido (SNR)</a:t>
            </a:r>
            <a:r>
              <a:rPr lang="es-ES" dirty="0"/>
              <a:t>, idealmente después de la etapa de amplificación.</a:t>
            </a:r>
          </a:p>
        </p:txBody>
      </p:sp>
    </p:spTree>
    <p:extLst>
      <p:ext uri="{BB962C8B-B14F-4D97-AF65-F5344CB8AC3E}">
        <p14:creationId xmlns:p14="http://schemas.microsoft.com/office/powerpoint/2010/main" val="33296904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730E7-A5A0-3D0D-207E-480C35CAAD7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5237F92-69AE-99EA-516C-291C5D672AD7}"/>
              </a:ext>
            </a:extLst>
          </p:cNvPr>
          <p:cNvSpPr>
            <a:spLocks noGrp="1"/>
          </p:cNvSpPr>
          <p:nvPr>
            <p:ph type="title"/>
          </p:nvPr>
        </p:nvSpPr>
        <p:spPr>
          <a:xfrm>
            <a:off x="2037222" y="1624164"/>
            <a:ext cx="5456585" cy="1162050"/>
          </a:xfrm>
        </p:spPr>
        <p:txBody>
          <a:bodyPr/>
          <a:lstStyle/>
          <a:p>
            <a:pPr algn="ctr"/>
            <a:r>
              <a:rPr lang="es-CO" b="1" dirty="0"/>
              <a:t>FILTRADO</a:t>
            </a:r>
          </a:p>
        </p:txBody>
      </p:sp>
      <p:sp>
        <p:nvSpPr>
          <p:cNvPr id="10" name="1 Título">
            <a:extLst>
              <a:ext uri="{FF2B5EF4-FFF2-40B4-BE49-F238E27FC236}">
                <a16:creationId xmlns:a16="http://schemas.microsoft.com/office/drawing/2014/main" id="{BA89245F-1B10-D0F9-D569-E45E036018DB}"/>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34</a:t>
            </a:r>
          </a:p>
        </p:txBody>
      </p:sp>
      <p:pic>
        <p:nvPicPr>
          <p:cNvPr id="14" name="Picture 4" descr="Programas - Intranet ETITC">
            <a:extLst>
              <a:ext uri="{FF2B5EF4-FFF2-40B4-BE49-F238E27FC236}">
                <a16:creationId xmlns:a16="http://schemas.microsoft.com/office/drawing/2014/main" id="{FE7CC6BB-2FC8-CAA9-E2F4-0A62CCA66C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C6C51DF5-E7EA-6C05-3385-46C1AB41E2E2}"/>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BD2D6600-79FA-5681-802C-A3544D4354BB}"/>
              </a:ext>
            </a:extLst>
          </p:cNvPr>
          <p:cNvSpPr txBox="1"/>
          <p:nvPr/>
        </p:nvSpPr>
        <p:spPr>
          <a:xfrm>
            <a:off x="795338" y="2881061"/>
            <a:ext cx="7623883" cy="646331"/>
          </a:xfrm>
          <a:prstGeom prst="rect">
            <a:avLst/>
          </a:prstGeom>
          <a:noFill/>
        </p:spPr>
        <p:txBody>
          <a:bodyPr wrap="square" rtlCol="0">
            <a:spAutoFit/>
          </a:bodyPr>
          <a:lstStyle/>
          <a:p>
            <a:r>
              <a:rPr lang="es-ES" dirty="0"/>
              <a:t>El objetivo principal es </a:t>
            </a:r>
            <a:r>
              <a:rPr lang="es-ES" b="1" dirty="0"/>
              <a:t>mejorar la Relación Señal-Ruido (SNR)</a:t>
            </a:r>
            <a:r>
              <a:rPr lang="es-ES" dirty="0"/>
              <a:t>, idealmente después de la etapa de amplificación.</a:t>
            </a:r>
          </a:p>
        </p:txBody>
      </p:sp>
      <p:pic>
        <p:nvPicPr>
          <p:cNvPr id="6" name="Imagen 5">
            <a:extLst>
              <a:ext uri="{FF2B5EF4-FFF2-40B4-BE49-F238E27FC236}">
                <a16:creationId xmlns:a16="http://schemas.microsoft.com/office/drawing/2014/main" id="{EEF362CC-4B02-EB65-AD5B-F5D9CD432E57}"/>
              </a:ext>
            </a:extLst>
          </p:cNvPr>
          <p:cNvPicPr>
            <a:picLocks noChangeAspect="1"/>
          </p:cNvPicPr>
          <p:nvPr/>
        </p:nvPicPr>
        <p:blipFill>
          <a:blip r:embed="rId4"/>
          <a:stretch>
            <a:fillRect/>
          </a:stretch>
        </p:blipFill>
        <p:spPr>
          <a:xfrm>
            <a:off x="1357831" y="3648714"/>
            <a:ext cx="2933511" cy="2324778"/>
          </a:xfrm>
          <a:prstGeom prst="rect">
            <a:avLst/>
          </a:prstGeom>
        </p:spPr>
      </p:pic>
      <p:pic>
        <p:nvPicPr>
          <p:cNvPr id="8" name="Imagen 7">
            <a:extLst>
              <a:ext uri="{FF2B5EF4-FFF2-40B4-BE49-F238E27FC236}">
                <a16:creationId xmlns:a16="http://schemas.microsoft.com/office/drawing/2014/main" id="{F23011B1-7F67-6550-E995-46EFE5CCD2F7}"/>
              </a:ext>
            </a:extLst>
          </p:cNvPr>
          <p:cNvPicPr>
            <a:picLocks noChangeAspect="1"/>
          </p:cNvPicPr>
          <p:nvPr/>
        </p:nvPicPr>
        <p:blipFill>
          <a:blip r:embed="rId5"/>
          <a:stretch>
            <a:fillRect/>
          </a:stretch>
        </p:blipFill>
        <p:spPr>
          <a:xfrm>
            <a:off x="5029641" y="3648714"/>
            <a:ext cx="2933511" cy="2370044"/>
          </a:xfrm>
          <a:prstGeom prst="rect">
            <a:avLst/>
          </a:prstGeom>
        </p:spPr>
      </p:pic>
      <p:sp>
        <p:nvSpPr>
          <p:cNvPr id="11" name="CuadroTexto 10">
            <a:extLst>
              <a:ext uri="{FF2B5EF4-FFF2-40B4-BE49-F238E27FC236}">
                <a16:creationId xmlns:a16="http://schemas.microsoft.com/office/drawing/2014/main" id="{8C5B7459-12C0-E942-B1D7-DEA9CD145611}"/>
              </a:ext>
            </a:extLst>
          </p:cNvPr>
          <p:cNvSpPr txBox="1"/>
          <p:nvPr/>
        </p:nvSpPr>
        <p:spPr>
          <a:xfrm>
            <a:off x="619227" y="6136511"/>
            <a:ext cx="7976103" cy="461665"/>
          </a:xfrm>
          <a:prstGeom prst="rect">
            <a:avLst/>
          </a:prstGeom>
          <a:noFill/>
        </p:spPr>
        <p:txBody>
          <a:bodyPr wrap="square">
            <a:spAutoFit/>
          </a:bodyPr>
          <a:lstStyle/>
          <a:p>
            <a:r>
              <a:rPr lang="es-ES" sz="1200" dirty="0"/>
              <a:t>A continuación, se observa una señal (naranja) contaminada con ruido de alta frecuencia. La señal roja representa el resultado después de aplicar un filtro pasa-bajo.</a:t>
            </a:r>
            <a:endParaRPr lang="es-CO" sz="1200" dirty="0"/>
          </a:p>
        </p:txBody>
      </p:sp>
    </p:spTree>
    <p:extLst>
      <p:ext uri="{BB962C8B-B14F-4D97-AF65-F5344CB8AC3E}">
        <p14:creationId xmlns:p14="http://schemas.microsoft.com/office/powerpoint/2010/main" val="41052445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49435-DC86-4F7B-9CDF-2AF458F66D3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3343284-9D0E-EA60-805A-95863F02C7B2}"/>
              </a:ext>
            </a:extLst>
          </p:cNvPr>
          <p:cNvSpPr>
            <a:spLocks noGrp="1"/>
          </p:cNvSpPr>
          <p:nvPr>
            <p:ph type="title"/>
          </p:nvPr>
        </p:nvSpPr>
        <p:spPr>
          <a:xfrm>
            <a:off x="2037222" y="1624164"/>
            <a:ext cx="5456585" cy="1162050"/>
          </a:xfrm>
        </p:spPr>
        <p:txBody>
          <a:bodyPr/>
          <a:lstStyle/>
          <a:p>
            <a:pPr algn="ctr"/>
            <a:r>
              <a:rPr lang="es-CO" b="1" dirty="0"/>
              <a:t>Clasificación de Filtros</a:t>
            </a:r>
          </a:p>
        </p:txBody>
      </p:sp>
      <p:sp>
        <p:nvSpPr>
          <p:cNvPr id="10" name="1 Título">
            <a:extLst>
              <a:ext uri="{FF2B5EF4-FFF2-40B4-BE49-F238E27FC236}">
                <a16:creationId xmlns:a16="http://schemas.microsoft.com/office/drawing/2014/main" id="{31A740DE-232D-2743-84F3-95B4D76680B4}"/>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35</a:t>
            </a:r>
          </a:p>
        </p:txBody>
      </p:sp>
      <p:pic>
        <p:nvPicPr>
          <p:cNvPr id="14" name="Picture 4" descr="Programas - Intranet ETITC">
            <a:extLst>
              <a:ext uri="{FF2B5EF4-FFF2-40B4-BE49-F238E27FC236}">
                <a16:creationId xmlns:a16="http://schemas.microsoft.com/office/drawing/2014/main" id="{7F4E11AB-1C2C-2D82-3906-E5C3891632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DD483B31-25F1-306E-646E-38C6ECB075BA}"/>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54FAA21D-B34E-120D-CDAF-908A013ADEDD}"/>
              </a:ext>
            </a:extLst>
          </p:cNvPr>
          <p:cNvSpPr txBox="1"/>
          <p:nvPr/>
        </p:nvSpPr>
        <p:spPr>
          <a:xfrm>
            <a:off x="795338" y="2881061"/>
            <a:ext cx="7623883" cy="3416320"/>
          </a:xfrm>
          <a:prstGeom prst="rect">
            <a:avLst/>
          </a:prstGeom>
          <a:noFill/>
        </p:spPr>
        <p:txBody>
          <a:bodyPr wrap="square" rtlCol="0">
            <a:spAutoFit/>
          </a:bodyPr>
          <a:lstStyle/>
          <a:p>
            <a:r>
              <a:rPr lang="es-ES" dirty="0"/>
              <a:t>Los filtros se clasifican según la banda de frecuencia sobre la que actúan.</a:t>
            </a:r>
          </a:p>
          <a:p>
            <a:endParaRPr lang="es-ES" dirty="0"/>
          </a:p>
          <a:p>
            <a:r>
              <a:rPr lang="es-ES" b="1" dirty="0"/>
              <a:t>Filtro Pasa-Bajo (Low-Pass): </a:t>
            </a:r>
            <a:r>
              <a:rPr lang="es-ES" dirty="0"/>
              <a:t>Permite el paso de frecuencias por debajo de una frecuencia de corte (f c​ ). Ideal para eliminar ruido de alta </a:t>
            </a:r>
            <a:r>
              <a:rPr lang="es-ES" dirty="0" err="1"/>
              <a:t>frecuencia.Filtro</a:t>
            </a:r>
            <a:r>
              <a:rPr lang="es-ES" dirty="0"/>
              <a:t> </a:t>
            </a:r>
            <a:r>
              <a:rPr lang="es-ES" b="1" dirty="0"/>
              <a:t>Pasa-Alto (High-Pass): </a:t>
            </a:r>
            <a:r>
              <a:rPr lang="es-ES" dirty="0"/>
              <a:t>Permite el paso de frecuencias por encima de su frecuencia de corte. Útil para eliminar derivas lentas o componentes de </a:t>
            </a:r>
            <a:r>
              <a:rPr lang="es-ES" dirty="0" err="1"/>
              <a:t>DC.Filtro</a:t>
            </a:r>
            <a:r>
              <a:rPr lang="es-ES" dirty="0"/>
              <a:t> </a:t>
            </a:r>
          </a:p>
          <a:p>
            <a:r>
              <a:rPr lang="es-ES" b="1" dirty="0"/>
              <a:t>Pasa-Banda (Band-Pass): </a:t>
            </a:r>
            <a:r>
              <a:rPr lang="es-ES" dirty="0"/>
              <a:t>Solo permite el paso de un rango específico de </a:t>
            </a:r>
            <a:r>
              <a:rPr lang="es-ES" dirty="0" err="1"/>
              <a:t>frecuencias.Filtro</a:t>
            </a:r>
            <a:r>
              <a:rPr lang="es-ES" dirty="0"/>
              <a:t> </a:t>
            </a:r>
          </a:p>
          <a:p>
            <a:r>
              <a:rPr lang="es-ES" b="1" dirty="0"/>
              <a:t>Rechaza-Banda (Band-Stop o </a:t>
            </a:r>
            <a:r>
              <a:rPr lang="es-ES" b="1" dirty="0" err="1"/>
              <a:t>Notch</a:t>
            </a:r>
            <a:r>
              <a:rPr lang="es-ES" b="1" dirty="0"/>
              <a:t>):</a:t>
            </a:r>
            <a:r>
              <a:rPr lang="es-ES" dirty="0"/>
              <a:t> Elimina una banda de frecuencia muy específica. Su uso más común es para atenuar el ruido de la red eléctrica (60 Hz)</a:t>
            </a:r>
          </a:p>
          <a:p>
            <a:endParaRPr lang="es-ES" dirty="0"/>
          </a:p>
        </p:txBody>
      </p:sp>
    </p:spTree>
    <p:extLst>
      <p:ext uri="{BB962C8B-B14F-4D97-AF65-F5344CB8AC3E}">
        <p14:creationId xmlns:p14="http://schemas.microsoft.com/office/powerpoint/2010/main" val="35920227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6F7CA-6E3C-E344-A860-F7C64BD34D2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2083859-336A-F0A9-AB50-B0C34FC94B4E}"/>
              </a:ext>
            </a:extLst>
          </p:cNvPr>
          <p:cNvSpPr>
            <a:spLocks noGrp="1"/>
          </p:cNvSpPr>
          <p:nvPr>
            <p:ph type="title"/>
          </p:nvPr>
        </p:nvSpPr>
        <p:spPr>
          <a:xfrm>
            <a:off x="2037222" y="1624164"/>
            <a:ext cx="5456585" cy="1162050"/>
          </a:xfrm>
        </p:spPr>
        <p:txBody>
          <a:bodyPr/>
          <a:lstStyle/>
          <a:p>
            <a:pPr algn="ctr"/>
            <a:r>
              <a:rPr lang="es-CO" b="1" dirty="0"/>
              <a:t>Ejercicio</a:t>
            </a:r>
          </a:p>
        </p:txBody>
      </p:sp>
      <p:sp>
        <p:nvSpPr>
          <p:cNvPr id="10" name="1 Título">
            <a:extLst>
              <a:ext uri="{FF2B5EF4-FFF2-40B4-BE49-F238E27FC236}">
                <a16:creationId xmlns:a16="http://schemas.microsoft.com/office/drawing/2014/main" id="{27D7AF3D-A062-4E30-0D6D-EDC461471AE6}"/>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36</a:t>
            </a:r>
          </a:p>
        </p:txBody>
      </p:sp>
      <p:pic>
        <p:nvPicPr>
          <p:cNvPr id="14" name="Picture 4" descr="Programas - Intranet ETITC">
            <a:extLst>
              <a:ext uri="{FF2B5EF4-FFF2-40B4-BE49-F238E27FC236}">
                <a16:creationId xmlns:a16="http://schemas.microsoft.com/office/drawing/2014/main" id="{508A4830-7821-4AE1-4FD0-E6E69B7195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2A5F3482-F46B-CFE2-E6BD-68E6EFD8771A}"/>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4" name="CuadroTexto 3">
            <a:extLst>
              <a:ext uri="{FF2B5EF4-FFF2-40B4-BE49-F238E27FC236}">
                <a16:creationId xmlns:a16="http://schemas.microsoft.com/office/drawing/2014/main" id="{14A596B6-418B-1B20-40E7-021F3BDDD477}"/>
              </a:ext>
            </a:extLst>
          </p:cNvPr>
          <p:cNvSpPr txBox="1"/>
          <p:nvPr/>
        </p:nvSpPr>
        <p:spPr>
          <a:xfrm>
            <a:off x="953572" y="3216940"/>
            <a:ext cx="7623883" cy="1754326"/>
          </a:xfrm>
          <a:prstGeom prst="rect">
            <a:avLst/>
          </a:prstGeom>
          <a:noFill/>
        </p:spPr>
        <p:txBody>
          <a:bodyPr wrap="square" rtlCol="0">
            <a:spAutoFit/>
          </a:bodyPr>
          <a:lstStyle/>
          <a:p>
            <a:endParaRPr lang="es-CO" b="1" dirty="0"/>
          </a:p>
          <a:p>
            <a:r>
              <a:rPr lang="es-CO" b="1" dirty="0"/>
              <a:t>Usando el script “</a:t>
            </a:r>
            <a:r>
              <a:rPr lang="es-CO" b="1" dirty="0" err="1"/>
              <a:t>Filtrado.m</a:t>
            </a:r>
            <a:r>
              <a:rPr lang="es-CO" b="1" dirty="0"/>
              <a:t>”</a:t>
            </a:r>
          </a:p>
          <a:p>
            <a:r>
              <a:rPr lang="es-CO" b="1" dirty="0"/>
              <a:t>En la línea 30 cambie el parámetro “</a:t>
            </a:r>
            <a:r>
              <a:rPr lang="es-CO" b="1" dirty="0" err="1"/>
              <a:t>low</a:t>
            </a:r>
            <a:r>
              <a:rPr lang="es-CO" b="1" dirty="0"/>
              <a:t>” por el parámetro “</a:t>
            </a:r>
            <a:r>
              <a:rPr lang="es-CO" b="1" dirty="0" err="1"/>
              <a:t>high</a:t>
            </a:r>
            <a:r>
              <a:rPr lang="es-CO" b="1" dirty="0"/>
              <a:t>” (tipo de filtro)</a:t>
            </a:r>
          </a:p>
          <a:p>
            <a:endParaRPr lang="es-CO" b="1" dirty="0"/>
          </a:p>
          <a:p>
            <a:r>
              <a:rPr lang="es-CO" b="1" dirty="0"/>
              <a:t>¿Qué paso con la señal?</a:t>
            </a:r>
          </a:p>
        </p:txBody>
      </p:sp>
    </p:spTree>
    <p:extLst>
      <p:ext uri="{BB962C8B-B14F-4D97-AF65-F5344CB8AC3E}">
        <p14:creationId xmlns:p14="http://schemas.microsoft.com/office/powerpoint/2010/main" val="29758645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27462-2CA0-4DDF-E367-4BAE4C44416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98E2AD5-9832-11AC-54F1-0E793113B193}"/>
              </a:ext>
            </a:extLst>
          </p:cNvPr>
          <p:cNvSpPr>
            <a:spLocks noGrp="1"/>
          </p:cNvSpPr>
          <p:nvPr>
            <p:ph type="title"/>
          </p:nvPr>
        </p:nvSpPr>
        <p:spPr>
          <a:xfrm>
            <a:off x="2037222" y="1624164"/>
            <a:ext cx="5456585" cy="1162050"/>
          </a:xfrm>
        </p:spPr>
        <p:txBody>
          <a:bodyPr/>
          <a:lstStyle/>
          <a:p>
            <a:pPr algn="ctr"/>
            <a:r>
              <a:rPr lang="es-CO" b="1" dirty="0"/>
              <a:t>Ejercicio</a:t>
            </a:r>
          </a:p>
        </p:txBody>
      </p:sp>
      <p:sp>
        <p:nvSpPr>
          <p:cNvPr id="10" name="1 Título">
            <a:extLst>
              <a:ext uri="{FF2B5EF4-FFF2-40B4-BE49-F238E27FC236}">
                <a16:creationId xmlns:a16="http://schemas.microsoft.com/office/drawing/2014/main" id="{50C676BF-09D7-CC64-9369-E659D2986DCC}"/>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37</a:t>
            </a:r>
          </a:p>
        </p:txBody>
      </p:sp>
      <p:pic>
        <p:nvPicPr>
          <p:cNvPr id="14" name="Picture 4" descr="Programas - Intranet ETITC">
            <a:extLst>
              <a:ext uri="{FF2B5EF4-FFF2-40B4-BE49-F238E27FC236}">
                <a16:creationId xmlns:a16="http://schemas.microsoft.com/office/drawing/2014/main" id="{629C0AB0-5671-85D3-A980-597C506AB4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BDCB437E-4A9D-0B1D-498F-50528B5FD551}"/>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4" name="CuadroTexto 3">
            <a:extLst>
              <a:ext uri="{FF2B5EF4-FFF2-40B4-BE49-F238E27FC236}">
                <a16:creationId xmlns:a16="http://schemas.microsoft.com/office/drawing/2014/main" id="{3B87083E-80C4-0601-8452-93C5ECAC9446}"/>
              </a:ext>
            </a:extLst>
          </p:cNvPr>
          <p:cNvSpPr txBox="1"/>
          <p:nvPr/>
        </p:nvSpPr>
        <p:spPr>
          <a:xfrm>
            <a:off x="971679" y="2624269"/>
            <a:ext cx="7623883" cy="3416320"/>
          </a:xfrm>
          <a:prstGeom prst="rect">
            <a:avLst/>
          </a:prstGeom>
          <a:noFill/>
        </p:spPr>
        <p:txBody>
          <a:bodyPr wrap="square" rtlCol="0">
            <a:spAutoFit/>
          </a:bodyPr>
          <a:lstStyle/>
          <a:p>
            <a:endParaRPr lang="es-CO" b="1" dirty="0"/>
          </a:p>
          <a:p>
            <a:r>
              <a:rPr lang="es-CO" b="1" dirty="0"/>
              <a:t>Usando el script “</a:t>
            </a:r>
            <a:r>
              <a:rPr lang="es-CO" b="1" dirty="0" err="1"/>
              <a:t>Filtrado.m</a:t>
            </a:r>
            <a:r>
              <a:rPr lang="es-CO" b="1" dirty="0"/>
              <a:t>”</a:t>
            </a:r>
          </a:p>
          <a:p>
            <a:r>
              <a:rPr lang="es-CO" b="1" dirty="0"/>
              <a:t>En la línea 30 cambie el parámetro “</a:t>
            </a:r>
            <a:r>
              <a:rPr lang="es-CO" b="1" dirty="0" err="1"/>
              <a:t>low</a:t>
            </a:r>
            <a:r>
              <a:rPr lang="es-CO" b="1" dirty="0"/>
              <a:t>” por el parámetro “</a:t>
            </a:r>
            <a:r>
              <a:rPr lang="es-CO" b="1" dirty="0" err="1"/>
              <a:t>high</a:t>
            </a:r>
            <a:r>
              <a:rPr lang="es-CO" b="1" dirty="0"/>
              <a:t>”</a:t>
            </a:r>
          </a:p>
          <a:p>
            <a:endParaRPr lang="es-CO" b="1" dirty="0"/>
          </a:p>
          <a:p>
            <a:endParaRPr lang="es-CO" b="1" dirty="0"/>
          </a:p>
          <a:p>
            <a:endParaRPr lang="es-CO" b="1" dirty="0"/>
          </a:p>
          <a:p>
            <a:endParaRPr lang="es-CO" b="1" dirty="0"/>
          </a:p>
          <a:p>
            <a:endParaRPr lang="es-CO" b="1" dirty="0"/>
          </a:p>
          <a:p>
            <a:endParaRPr lang="es-CO" b="1" dirty="0"/>
          </a:p>
          <a:p>
            <a:endParaRPr lang="es-CO" b="1" dirty="0"/>
          </a:p>
          <a:p>
            <a:endParaRPr lang="es-CO" b="1" dirty="0"/>
          </a:p>
          <a:p>
            <a:endParaRPr lang="es-CO" b="1" dirty="0"/>
          </a:p>
        </p:txBody>
      </p:sp>
      <p:pic>
        <p:nvPicPr>
          <p:cNvPr id="6" name="Imagen 5">
            <a:extLst>
              <a:ext uri="{FF2B5EF4-FFF2-40B4-BE49-F238E27FC236}">
                <a16:creationId xmlns:a16="http://schemas.microsoft.com/office/drawing/2014/main" id="{B8049936-0BD4-AFF1-2D8E-BBFE4D42809B}"/>
              </a:ext>
            </a:extLst>
          </p:cNvPr>
          <p:cNvPicPr>
            <a:picLocks noChangeAspect="1"/>
          </p:cNvPicPr>
          <p:nvPr/>
        </p:nvPicPr>
        <p:blipFill>
          <a:blip r:embed="rId4"/>
          <a:stretch>
            <a:fillRect/>
          </a:stretch>
        </p:blipFill>
        <p:spPr>
          <a:xfrm>
            <a:off x="1192580" y="3568824"/>
            <a:ext cx="2917698" cy="2507979"/>
          </a:xfrm>
          <a:prstGeom prst="rect">
            <a:avLst/>
          </a:prstGeom>
        </p:spPr>
      </p:pic>
      <p:pic>
        <p:nvPicPr>
          <p:cNvPr id="8" name="Imagen 7">
            <a:extLst>
              <a:ext uri="{FF2B5EF4-FFF2-40B4-BE49-F238E27FC236}">
                <a16:creationId xmlns:a16="http://schemas.microsoft.com/office/drawing/2014/main" id="{355B1406-18A8-795C-4C68-F9585C9CAC0F}"/>
              </a:ext>
            </a:extLst>
          </p:cNvPr>
          <p:cNvPicPr>
            <a:picLocks noChangeAspect="1"/>
          </p:cNvPicPr>
          <p:nvPr/>
        </p:nvPicPr>
        <p:blipFill>
          <a:blip r:embed="rId5"/>
          <a:stretch>
            <a:fillRect/>
          </a:stretch>
        </p:blipFill>
        <p:spPr>
          <a:xfrm>
            <a:off x="4897636" y="3532610"/>
            <a:ext cx="3076863" cy="2507979"/>
          </a:xfrm>
          <a:prstGeom prst="rect">
            <a:avLst/>
          </a:prstGeom>
        </p:spPr>
      </p:pic>
    </p:spTree>
    <p:extLst>
      <p:ext uri="{BB962C8B-B14F-4D97-AF65-F5344CB8AC3E}">
        <p14:creationId xmlns:p14="http://schemas.microsoft.com/office/powerpoint/2010/main" val="2807587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04AA3-863A-4E90-CA6B-9C1E8196E08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A3600EE-1EC9-B8BC-EAA0-D852831AA785}"/>
              </a:ext>
            </a:extLst>
          </p:cNvPr>
          <p:cNvSpPr>
            <a:spLocks noGrp="1"/>
          </p:cNvSpPr>
          <p:nvPr>
            <p:ph type="title"/>
          </p:nvPr>
        </p:nvSpPr>
        <p:spPr>
          <a:xfrm>
            <a:off x="2037222" y="1624164"/>
            <a:ext cx="5456585" cy="1162050"/>
          </a:xfrm>
        </p:spPr>
        <p:txBody>
          <a:bodyPr/>
          <a:lstStyle/>
          <a:p>
            <a:pPr algn="ctr"/>
            <a:r>
              <a:rPr lang="es-CO" b="1" dirty="0"/>
              <a:t>Filtros Pasivos vs. Activos</a:t>
            </a:r>
          </a:p>
        </p:txBody>
      </p:sp>
      <p:sp>
        <p:nvSpPr>
          <p:cNvPr id="10" name="1 Título">
            <a:extLst>
              <a:ext uri="{FF2B5EF4-FFF2-40B4-BE49-F238E27FC236}">
                <a16:creationId xmlns:a16="http://schemas.microsoft.com/office/drawing/2014/main" id="{CDFA9E12-C9D4-7F8C-990C-73909979FE81}"/>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38</a:t>
            </a:r>
          </a:p>
        </p:txBody>
      </p:sp>
      <p:pic>
        <p:nvPicPr>
          <p:cNvPr id="14" name="Picture 4" descr="Programas - Intranet ETITC">
            <a:extLst>
              <a:ext uri="{FF2B5EF4-FFF2-40B4-BE49-F238E27FC236}">
                <a16:creationId xmlns:a16="http://schemas.microsoft.com/office/drawing/2014/main" id="{61EDAF0E-65C1-0E88-4654-8C2D16FC9D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BD37A98B-31C3-C24F-02FB-06F007FCE205}"/>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4" name="CuadroTexto 3">
            <a:extLst>
              <a:ext uri="{FF2B5EF4-FFF2-40B4-BE49-F238E27FC236}">
                <a16:creationId xmlns:a16="http://schemas.microsoft.com/office/drawing/2014/main" id="{A8988B6B-0E2C-4B95-7F82-10D5B49B3561}"/>
              </a:ext>
            </a:extLst>
          </p:cNvPr>
          <p:cNvSpPr txBox="1"/>
          <p:nvPr/>
        </p:nvSpPr>
        <p:spPr>
          <a:xfrm>
            <a:off x="953572" y="3216940"/>
            <a:ext cx="7623883" cy="923330"/>
          </a:xfrm>
          <a:prstGeom prst="rect">
            <a:avLst/>
          </a:prstGeom>
          <a:noFill/>
        </p:spPr>
        <p:txBody>
          <a:bodyPr wrap="square" rtlCol="0">
            <a:spAutoFit/>
          </a:bodyPr>
          <a:lstStyle/>
          <a:p>
            <a:r>
              <a:rPr lang="es-ES" dirty="0"/>
              <a:t>Filtros Pasivos:</a:t>
            </a:r>
          </a:p>
          <a:p>
            <a:r>
              <a:rPr lang="es-ES" dirty="0"/>
              <a:t>Construidos solo con componentes pasivos (Resistencias, Capacitores, Inductores).</a:t>
            </a:r>
            <a:endParaRPr lang="es-CO" b="1" dirty="0"/>
          </a:p>
        </p:txBody>
      </p:sp>
      <p:pic>
        <p:nvPicPr>
          <p:cNvPr id="2050" name="Picture 2" descr="Circuito eléctrico de un filtro pasivo pasabandas. | Download Scientific  Diagram">
            <a:extLst>
              <a:ext uri="{FF2B5EF4-FFF2-40B4-BE49-F238E27FC236}">
                <a16:creationId xmlns:a16="http://schemas.microsoft.com/office/drawing/2014/main" id="{F5CB1AB0-8D83-EE5A-87FF-8F8038C2B9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0434" y="4292425"/>
            <a:ext cx="2915027" cy="1363625"/>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C3D8F243-92B5-25A0-E7EE-FD1759FCCF54}"/>
              </a:ext>
            </a:extLst>
          </p:cNvPr>
          <p:cNvSpPr txBox="1"/>
          <p:nvPr/>
        </p:nvSpPr>
        <p:spPr>
          <a:xfrm>
            <a:off x="4572000" y="4512572"/>
            <a:ext cx="4288482" cy="1200329"/>
          </a:xfrm>
          <a:prstGeom prst="rect">
            <a:avLst/>
          </a:prstGeom>
          <a:noFill/>
        </p:spPr>
        <p:txBody>
          <a:bodyPr wrap="square" rtlCol="0">
            <a:spAutoFit/>
          </a:bodyPr>
          <a:lstStyle/>
          <a:p>
            <a:pPr algn="r"/>
            <a:r>
              <a:rPr lang="es-ES" dirty="0"/>
              <a:t>Filtros Pasivos:</a:t>
            </a:r>
          </a:p>
          <a:p>
            <a:pPr algn="r"/>
            <a:r>
              <a:rPr lang="es-ES" dirty="0"/>
              <a:t>Pueden </a:t>
            </a:r>
            <a:r>
              <a:rPr lang="es-ES" b="1" dirty="0"/>
              <a:t>atenuar la señal</a:t>
            </a:r>
            <a:r>
              <a:rPr lang="es-ES" dirty="0"/>
              <a:t> de interés, su comportamiento depende de la carga a la que se conectan (</a:t>
            </a:r>
            <a:r>
              <a:rPr lang="es-ES" i="1" dirty="0"/>
              <a:t>efecto de carga</a:t>
            </a:r>
            <a:r>
              <a:rPr lang="es-ES" dirty="0"/>
              <a:t>).</a:t>
            </a:r>
            <a:endParaRPr lang="es-CO" b="1" dirty="0"/>
          </a:p>
        </p:txBody>
      </p:sp>
    </p:spTree>
    <p:extLst>
      <p:ext uri="{BB962C8B-B14F-4D97-AF65-F5344CB8AC3E}">
        <p14:creationId xmlns:p14="http://schemas.microsoft.com/office/powerpoint/2010/main" val="35892208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B4209-2088-9063-48F8-0F1746427D8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F036275-8BDA-7744-93F4-5F0EF0660126}"/>
              </a:ext>
            </a:extLst>
          </p:cNvPr>
          <p:cNvSpPr>
            <a:spLocks noGrp="1"/>
          </p:cNvSpPr>
          <p:nvPr>
            <p:ph type="title"/>
          </p:nvPr>
        </p:nvSpPr>
        <p:spPr>
          <a:xfrm>
            <a:off x="2037222" y="1624164"/>
            <a:ext cx="5456585" cy="1162050"/>
          </a:xfrm>
        </p:spPr>
        <p:txBody>
          <a:bodyPr/>
          <a:lstStyle/>
          <a:p>
            <a:pPr algn="ctr"/>
            <a:r>
              <a:rPr lang="es-CO" b="1" dirty="0"/>
              <a:t>Filtros Pasivos vs. Activos</a:t>
            </a:r>
          </a:p>
        </p:txBody>
      </p:sp>
      <p:sp>
        <p:nvSpPr>
          <p:cNvPr id="10" name="1 Título">
            <a:extLst>
              <a:ext uri="{FF2B5EF4-FFF2-40B4-BE49-F238E27FC236}">
                <a16:creationId xmlns:a16="http://schemas.microsoft.com/office/drawing/2014/main" id="{D549492D-5EC2-5D3D-2F78-DDC8F82A6CE6}"/>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39</a:t>
            </a:r>
          </a:p>
        </p:txBody>
      </p:sp>
      <p:pic>
        <p:nvPicPr>
          <p:cNvPr id="14" name="Picture 4" descr="Programas - Intranet ETITC">
            <a:extLst>
              <a:ext uri="{FF2B5EF4-FFF2-40B4-BE49-F238E27FC236}">
                <a16:creationId xmlns:a16="http://schemas.microsoft.com/office/drawing/2014/main" id="{8A81E2F0-07BA-7BB6-3DBF-9983CBC87D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81D740E5-91F6-B4FE-6199-EF1E1856E08B}"/>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4" name="CuadroTexto 3">
            <a:extLst>
              <a:ext uri="{FF2B5EF4-FFF2-40B4-BE49-F238E27FC236}">
                <a16:creationId xmlns:a16="http://schemas.microsoft.com/office/drawing/2014/main" id="{5444D6A7-4D58-4C4B-8D79-DFBD01E3929A}"/>
              </a:ext>
            </a:extLst>
          </p:cNvPr>
          <p:cNvSpPr txBox="1"/>
          <p:nvPr/>
        </p:nvSpPr>
        <p:spPr>
          <a:xfrm>
            <a:off x="953572" y="3216940"/>
            <a:ext cx="7623883" cy="923330"/>
          </a:xfrm>
          <a:prstGeom prst="rect">
            <a:avLst/>
          </a:prstGeom>
          <a:noFill/>
        </p:spPr>
        <p:txBody>
          <a:bodyPr wrap="square" rtlCol="0">
            <a:spAutoFit/>
          </a:bodyPr>
          <a:lstStyle/>
          <a:p>
            <a:r>
              <a:rPr lang="es-ES" dirty="0"/>
              <a:t>Filtros Activos:</a:t>
            </a:r>
          </a:p>
          <a:p>
            <a:r>
              <a:rPr lang="es-ES" dirty="0"/>
              <a:t>Utilizan componentes activos (como Amplificadores Operacionales) junto con R y C.</a:t>
            </a:r>
            <a:endParaRPr lang="es-CO" b="1" dirty="0"/>
          </a:p>
        </p:txBody>
      </p:sp>
      <p:pic>
        <p:nvPicPr>
          <p:cNvPr id="3074" name="Picture 2" descr="Filtro activo - Wikipedia, la enciclopedia libre">
            <a:extLst>
              <a:ext uri="{FF2B5EF4-FFF2-40B4-BE49-F238E27FC236}">
                <a16:creationId xmlns:a16="http://schemas.microsoft.com/office/drawing/2014/main" id="{8A7F024C-65D3-5169-B8D6-9A8B4E7904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1365" y="4140270"/>
            <a:ext cx="3140707" cy="1857719"/>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FFA5068C-8E4B-24DC-E317-57BDA3B34A6B}"/>
              </a:ext>
            </a:extLst>
          </p:cNvPr>
          <p:cNvSpPr txBox="1"/>
          <p:nvPr/>
        </p:nvSpPr>
        <p:spPr>
          <a:xfrm>
            <a:off x="4572000" y="4512572"/>
            <a:ext cx="4288482" cy="923330"/>
          </a:xfrm>
          <a:prstGeom prst="rect">
            <a:avLst/>
          </a:prstGeom>
          <a:noFill/>
        </p:spPr>
        <p:txBody>
          <a:bodyPr wrap="square" rtlCol="0">
            <a:spAutoFit/>
          </a:bodyPr>
          <a:lstStyle/>
          <a:p>
            <a:pPr algn="r"/>
            <a:r>
              <a:rPr lang="es-ES" dirty="0"/>
              <a:t>Filtros Pasivos:</a:t>
            </a:r>
          </a:p>
          <a:p>
            <a:pPr algn="r"/>
            <a:r>
              <a:rPr lang="es-ES" dirty="0"/>
              <a:t>Requieren alimentación, son más complejos.</a:t>
            </a:r>
            <a:endParaRPr lang="es-CO" b="1" dirty="0"/>
          </a:p>
        </p:txBody>
      </p:sp>
    </p:spTree>
    <p:extLst>
      <p:ext uri="{BB962C8B-B14F-4D97-AF65-F5344CB8AC3E}">
        <p14:creationId xmlns:p14="http://schemas.microsoft.com/office/powerpoint/2010/main" val="31815716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19778-07E9-02A7-0BD0-E54A2A0242E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A1EAAEF-CCF7-37E3-D9C1-4F3FD53FBC71}"/>
              </a:ext>
            </a:extLst>
          </p:cNvPr>
          <p:cNvSpPr>
            <a:spLocks noGrp="1"/>
          </p:cNvSpPr>
          <p:nvPr>
            <p:ph type="title"/>
          </p:nvPr>
        </p:nvSpPr>
        <p:spPr>
          <a:xfrm>
            <a:off x="2037222" y="1624164"/>
            <a:ext cx="5456585" cy="1162050"/>
          </a:xfrm>
        </p:spPr>
        <p:txBody>
          <a:bodyPr/>
          <a:lstStyle/>
          <a:p>
            <a:pPr algn="ctr"/>
            <a:r>
              <a:rPr lang="es-ES" b="1" dirty="0"/>
              <a:t>Orden y Tipo de Respuesta</a:t>
            </a:r>
            <a:endParaRPr lang="es-CO" b="1" dirty="0"/>
          </a:p>
        </p:txBody>
      </p:sp>
      <p:sp>
        <p:nvSpPr>
          <p:cNvPr id="10" name="1 Título">
            <a:extLst>
              <a:ext uri="{FF2B5EF4-FFF2-40B4-BE49-F238E27FC236}">
                <a16:creationId xmlns:a16="http://schemas.microsoft.com/office/drawing/2014/main" id="{516862BE-B340-8652-F98E-B775EC4BB779}"/>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40</a:t>
            </a:r>
          </a:p>
        </p:txBody>
      </p:sp>
      <p:pic>
        <p:nvPicPr>
          <p:cNvPr id="14" name="Picture 4" descr="Programas - Intranet ETITC">
            <a:extLst>
              <a:ext uri="{FF2B5EF4-FFF2-40B4-BE49-F238E27FC236}">
                <a16:creationId xmlns:a16="http://schemas.microsoft.com/office/drawing/2014/main" id="{096553B7-5FB8-CD48-73D6-F148C61169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F9763926-FD77-E5C5-1E29-4930D0E4DAA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4" name="CuadroTexto 3">
            <a:extLst>
              <a:ext uri="{FF2B5EF4-FFF2-40B4-BE49-F238E27FC236}">
                <a16:creationId xmlns:a16="http://schemas.microsoft.com/office/drawing/2014/main" id="{BE2C3F97-F9AC-9524-AC83-17B2A96F68CF}"/>
              </a:ext>
            </a:extLst>
          </p:cNvPr>
          <p:cNvSpPr txBox="1"/>
          <p:nvPr/>
        </p:nvSpPr>
        <p:spPr>
          <a:xfrm>
            <a:off x="953572" y="3216940"/>
            <a:ext cx="7623883" cy="1477328"/>
          </a:xfrm>
          <a:prstGeom prst="rect">
            <a:avLst/>
          </a:prstGeom>
          <a:noFill/>
        </p:spPr>
        <p:txBody>
          <a:bodyPr wrap="square" rtlCol="0">
            <a:spAutoFit/>
          </a:bodyPr>
          <a:lstStyle/>
          <a:p>
            <a:r>
              <a:rPr lang="es-ES" b="1" dirty="0"/>
              <a:t>Orden del Filtro:</a:t>
            </a:r>
            <a:r>
              <a:rPr lang="es-ES" dirty="0"/>
              <a:t> Determina qué tan abrupta es la transición entre la banda de paso y la banda de rechazo. Un filtro de orden superior tiene una atenuación (</a:t>
            </a:r>
            <a:r>
              <a:rPr lang="es-ES" i="1" dirty="0"/>
              <a:t>roll-off</a:t>
            </a:r>
            <a:r>
              <a:rPr lang="es-ES" dirty="0"/>
              <a:t>) más pronunciada.</a:t>
            </a:r>
          </a:p>
          <a:p>
            <a:r>
              <a:rPr lang="es-ES" dirty="0"/>
              <a:t>1er orden: -20 dB/década</a:t>
            </a:r>
          </a:p>
          <a:p>
            <a:r>
              <a:rPr lang="es-ES" dirty="0"/>
              <a:t>2do orden: -40 dB/década</a:t>
            </a:r>
          </a:p>
        </p:txBody>
      </p:sp>
      <p:pic>
        <p:nvPicPr>
          <p:cNvPr id="4098" name="Picture 2" descr="orden de un filtro Archivos - EL CAJÓN DEL ELECTRÓNICO">
            <a:extLst>
              <a:ext uri="{FF2B5EF4-FFF2-40B4-BE49-F238E27FC236}">
                <a16:creationId xmlns:a16="http://schemas.microsoft.com/office/drawing/2014/main" id="{79299B1D-02D8-1049-1B8B-C7DC3B40D0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1019" y="3966348"/>
            <a:ext cx="5007525" cy="2553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69963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53CDB-8879-F4F7-E8D3-3B3E6DEAC08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E41CD1B-A984-6067-6ACE-6BA8201FB1BD}"/>
              </a:ext>
            </a:extLst>
          </p:cNvPr>
          <p:cNvSpPr>
            <a:spLocks noGrp="1"/>
          </p:cNvSpPr>
          <p:nvPr>
            <p:ph type="title"/>
          </p:nvPr>
        </p:nvSpPr>
        <p:spPr>
          <a:xfrm>
            <a:off x="2037222" y="1054544"/>
            <a:ext cx="5456585" cy="1162050"/>
          </a:xfrm>
        </p:spPr>
        <p:txBody>
          <a:bodyPr/>
          <a:lstStyle/>
          <a:p>
            <a:pPr algn="ctr"/>
            <a:r>
              <a:rPr lang="es-CO" b="1" dirty="0"/>
              <a:t>Ejercicio</a:t>
            </a:r>
          </a:p>
        </p:txBody>
      </p:sp>
      <p:sp>
        <p:nvSpPr>
          <p:cNvPr id="10" name="1 Título">
            <a:extLst>
              <a:ext uri="{FF2B5EF4-FFF2-40B4-BE49-F238E27FC236}">
                <a16:creationId xmlns:a16="http://schemas.microsoft.com/office/drawing/2014/main" id="{6AEA950D-DCF6-7247-EDC3-94D57E436F03}"/>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41</a:t>
            </a:r>
          </a:p>
        </p:txBody>
      </p:sp>
      <p:pic>
        <p:nvPicPr>
          <p:cNvPr id="14" name="Picture 4" descr="Programas - Intranet ETITC">
            <a:extLst>
              <a:ext uri="{FF2B5EF4-FFF2-40B4-BE49-F238E27FC236}">
                <a16:creationId xmlns:a16="http://schemas.microsoft.com/office/drawing/2014/main" id="{DB298C3E-DF02-68AD-4968-C35992CAC8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FDC06187-E48B-0B52-6063-9BD74EE15750}"/>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4" name="CuadroTexto 3">
            <a:extLst>
              <a:ext uri="{FF2B5EF4-FFF2-40B4-BE49-F238E27FC236}">
                <a16:creationId xmlns:a16="http://schemas.microsoft.com/office/drawing/2014/main" id="{FE455CB8-90D2-6B9E-FFF1-20F7FDF6CAD5}"/>
              </a:ext>
            </a:extLst>
          </p:cNvPr>
          <p:cNvSpPr txBox="1"/>
          <p:nvPr/>
        </p:nvSpPr>
        <p:spPr>
          <a:xfrm>
            <a:off x="890198" y="2532225"/>
            <a:ext cx="7623883" cy="923330"/>
          </a:xfrm>
          <a:prstGeom prst="rect">
            <a:avLst/>
          </a:prstGeom>
          <a:noFill/>
        </p:spPr>
        <p:txBody>
          <a:bodyPr wrap="square" rtlCol="0">
            <a:spAutoFit/>
          </a:bodyPr>
          <a:lstStyle/>
          <a:p>
            <a:r>
              <a:rPr lang="es-CO" b="1" dirty="0"/>
              <a:t>En el mismo script cambien en la línea 27 el orden del filtro de 2 a 15</a:t>
            </a:r>
          </a:p>
          <a:p>
            <a:r>
              <a:rPr lang="es-CO" b="1" dirty="0"/>
              <a:t>esta vez elimine el </a:t>
            </a:r>
            <a:r>
              <a:rPr lang="es-CO" b="1" dirty="0" err="1"/>
              <a:t>simbolo</a:t>
            </a:r>
            <a:r>
              <a:rPr lang="es-CO" b="1" dirty="0"/>
              <a:t> “%” del código en la línea 44</a:t>
            </a:r>
          </a:p>
          <a:p>
            <a:r>
              <a:rPr lang="es-CO" b="1" dirty="0"/>
              <a:t>¿Qué paso con la señal?</a:t>
            </a:r>
          </a:p>
        </p:txBody>
      </p:sp>
      <p:pic>
        <p:nvPicPr>
          <p:cNvPr id="6" name="Imagen 5">
            <a:extLst>
              <a:ext uri="{FF2B5EF4-FFF2-40B4-BE49-F238E27FC236}">
                <a16:creationId xmlns:a16="http://schemas.microsoft.com/office/drawing/2014/main" id="{1180AE4D-8A67-8FB4-A3C5-AFED5F908123}"/>
              </a:ext>
            </a:extLst>
          </p:cNvPr>
          <p:cNvPicPr>
            <a:picLocks noChangeAspect="1"/>
          </p:cNvPicPr>
          <p:nvPr/>
        </p:nvPicPr>
        <p:blipFill>
          <a:blip r:embed="rId4"/>
          <a:stretch>
            <a:fillRect/>
          </a:stretch>
        </p:blipFill>
        <p:spPr>
          <a:xfrm>
            <a:off x="382909" y="3718176"/>
            <a:ext cx="4189091" cy="2880000"/>
          </a:xfrm>
          <a:prstGeom prst="rect">
            <a:avLst/>
          </a:prstGeom>
        </p:spPr>
      </p:pic>
      <p:pic>
        <p:nvPicPr>
          <p:cNvPr id="8" name="Imagen 7">
            <a:extLst>
              <a:ext uri="{FF2B5EF4-FFF2-40B4-BE49-F238E27FC236}">
                <a16:creationId xmlns:a16="http://schemas.microsoft.com/office/drawing/2014/main" id="{D521794C-74DE-BA28-9481-BA04D382D7B1}"/>
              </a:ext>
            </a:extLst>
          </p:cNvPr>
          <p:cNvPicPr>
            <a:picLocks noChangeAspect="1"/>
          </p:cNvPicPr>
          <p:nvPr/>
        </p:nvPicPr>
        <p:blipFill>
          <a:blip r:embed="rId5"/>
          <a:stretch>
            <a:fillRect/>
          </a:stretch>
        </p:blipFill>
        <p:spPr>
          <a:xfrm>
            <a:off x="4702139" y="3771186"/>
            <a:ext cx="4169696" cy="2880000"/>
          </a:xfrm>
          <a:prstGeom prst="rect">
            <a:avLst/>
          </a:prstGeom>
        </p:spPr>
      </p:pic>
      <p:sp>
        <p:nvSpPr>
          <p:cNvPr id="9" name="Título 1">
            <a:extLst>
              <a:ext uri="{FF2B5EF4-FFF2-40B4-BE49-F238E27FC236}">
                <a16:creationId xmlns:a16="http://schemas.microsoft.com/office/drawing/2014/main" id="{3A86AB69-362F-4601-CD9E-27E4E82F4DE0}"/>
              </a:ext>
            </a:extLst>
          </p:cNvPr>
          <p:cNvSpPr txBox="1">
            <a:spLocks/>
          </p:cNvSpPr>
          <p:nvPr/>
        </p:nvSpPr>
        <p:spPr>
          <a:xfrm>
            <a:off x="2023219" y="584383"/>
            <a:ext cx="5456585" cy="1162050"/>
          </a:xfrm>
          <a:prstGeom prst="rect">
            <a:avLst/>
          </a:prstGeom>
        </p:spPr>
        <p:txBody>
          <a:bodyPr vert="horz" lIns="91440" tIns="45720" rIns="91440" bIns="45720" rtlCol="0" anchor="b">
            <a:normAutofit/>
          </a:bodyPr>
          <a:lstStyle>
            <a:lvl1pPr algn="l" defTabSz="6858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s-ES" b="1" dirty="0"/>
              <a:t>Orden y Tipo de Respuesta</a:t>
            </a:r>
            <a:endParaRPr lang="es-CO" b="1" dirty="0"/>
          </a:p>
        </p:txBody>
      </p:sp>
    </p:spTree>
    <p:extLst>
      <p:ext uri="{BB962C8B-B14F-4D97-AF65-F5344CB8AC3E}">
        <p14:creationId xmlns:p14="http://schemas.microsoft.com/office/powerpoint/2010/main" val="23488894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46511-381A-A106-36F0-7D48917CBCAF}"/>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E0CE885E-4457-B7F6-82A6-3DA1BA6C559D}"/>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42</a:t>
            </a:r>
          </a:p>
        </p:txBody>
      </p:sp>
      <p:pic>
        <p:nvPicPr>
          <p:cNvPr id="14" name="Picture 4" descr="Programas - Intranet ETITC">
            <a:extLst>
              <a:ext uri="{FF2B5EF4-FFF2-40B4-BE49-F238E27FC236}">
                <a16:creationId xmlns:a16="http://schemas.microsoft.com/office/drawing/2014/main" id="{CC60DFD3-BCBB-CB93-F907-491B01D637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BF42C42F-29DF-9019-0687-92D8C67937A4}"/>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9" name="Título 1">
            <a:extLst>
              <a:ext uri="{FF2B5EF4-FFF2-40B4-BE49-F238E27FC236}">
                <a16:creationId xmlns:a16="http://schemas.microsoft.com/office/drawing/2014/main" id="{75CF37AF-5E63-E378-D54B-3B2547699C12}"/>
              </a:ext>
            </a:extLst>
          </p:cNvPr>
          <p:cNvSpPr txBox="1">
            <a:spLocks/>
          </p:cNvSpPr>
          <p:nvPr/>
        </p:nvSpPr>
        <p:spPr>
          <a:xfrm>
            <a:off x="2180568" y="1285842"/>
            <a:ext cx="5456585" cy="1162050"/>
          </a:xfrm>
          <a:prstGeom prst="rect">
            <a:avLst/>
          </a:prstGeom>
        </p:spPr>
        <p:txBody>
          <a:bodyPr vert="horz" lIns="91440" tIns="45720" rIns="91440" bIns="45720" rtlCol="0" anchor="b">
            <a:normAutofit/>
          </a:bodyPr>
          <a:lstStyle>
            <a:lvl1pPr algn="l" defTabSz="6858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s-ES" sz="6600" b="1" u="sng" dirty="0"/>
              <a:t>Proyecto</a:t>
            </a:r>
            <a:endParaRPr lang="es-CO" sz="6600" b="1" u="sng" dirty="0"/>
          </a:p>
        </p:txBody>
      </p:sp>
      <p:pic>
        <p:nvPicPr>
          <p:cNvPr id="12" name="Imagen 11">
            <a:extLst>
              <a:ext uri="{FF2B5EF4-FFF2-40B4-BE49-F238E27FC236}">
                <a16:creationId xmlns:a16="http://schemas.microsoft.com/office/drawing/2014/main" id="{D8C79FAA-719E-250E-3354-760A0A999D41}"/>
              </a:ext>
            </a:extLst>
          </p:cNvPr>
          <p:cNvPicPr>
            <a:picLocks noChangeAspect="1"/>
          </p:cNvPicPr>
          <p:nvPr/>
        </p:nvPicPr>
        <p:blipFill>
          <a:blip r:embed="rId4"/>
          <a:stretch>
            <a:fillRect/>
          </a:stretch>
        </p:blipFill>
        <p:spPr>
          <a:xfrm>
            <a:off x="2389132" y="4053799"/>
            <a:ext cx="4553585" cy="1667108"/>
          </a:xfrm>
          <a:prstGeom prst="rect">
            <a:avLst/>
          </a:prstGeom>
        </p:spPr>
      </p:pic>
      <p:sp>
        <p:nvSpPr>
          <p:cNvPr id="13" name="CuadroTexto 12">
            <a:extLst>
              <a:ext uri="{FF2B5EF4-FFF2-40B4-BE49-F238E27FC236}">
                <a16:creationId xmlns:a16="http://schemas.microsoft.com/office/drawing/2014/main" id="{3EED6585-7A0A-4DCD-9091-9FB99301A51B}"/>
              </a:ext>
            </a:extLst>
          </p:cNvPr>
          <p:cNvSpPr txBox="1"/>
          <p:nvPr/>
        </p:nvSpPr>
        <p:spPr>
          <a:xfrm>
            <a:off x="953572" y="2650681"/>
            <a:ext cx="7623883" cy="1200329"/>
          </a:xfrm>
          <a:prstGeom prst="rect">
            <a:avLst/>
          </a:prstGeom>
          <a:noFill/>
        </p:spPr>
        <p:txBody>
          <a:bodyPr wrap="square" rtlCol="0">
            <a:spAutoFit/>
          </a:bodyPr>
          <a:lstStyle/>
          <a:p>
            <a:r>
              <a:rPr lang="es-ES" dirty="0"/>
              <a:t>Diseñe usando un Arduino un acondicionador de señales que amplifique la señal de entrada de un potenciómetro  y filtre digitalmente las señales superiores a 5Hz, usando una tasa de muestreo de 100 muestras por segundo o 1kHz. El orden del filtro debe ser de 10 o superior.</a:t>
            </a:r>
            <a:endParaRPr lang="es-CO" b="1" dirty="0"/>
          </a:p>
        </p:txBody>
      </p:sp>
    </p:spTree>
    <p:extLst>
      <p:ext uri="{BB962C8B-B14F-4D97-AF65-F5344CB8AC3E}">
        <p14:creationId xmlns:p14="http://schemas.microsoft.com/office/powerpoint/2010/main" val="4125285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93945-BB84-A25A-7614-56CBF6C2238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734E12D-3390-89C5-1D13-3D7EE1309426}"/>
              </a:ext>
            </a:extLst>
          </p:cNvPr>
          <p:cNvSpPr>
            <a:spLocks noGrp="1"/>
          </p:cNvSpPr>
          <p:nvPr>
            <p:ph type="title"/>
          </p:nvPr>
        </p:nvSpPr>
        <p:spPr>
          <a:xfrm>
            <a:off x="2010062" y="1765425"/>
            <a:ext cx="5456585" cy="694864"/>
          </a:xfrm>
        </p:spPr>
        <p:txBody>
          <a:bodyPr/>
          <a:lstStyle/>
          <a:p>
            <a:pPr algn="ctr"/>
            <a:r>
              <a:rPr lang="es-CO" b="1" dirty="0"/>
              <a:t>Ejercicio de Reflexión</a:t>
            </a:r>
          </a:p>
        </p:txBody>
      </p:sp>
      <p:sp>
        <p:nvSpPr>
          <p:cNvPr id="10" name="1 Título">
            <a:extLst>
              <a:ext uri="{FF2B5EF4-FFF2-40B4-BE49-F238E27FC236}">
                <a16:creationId xmlns:a16="http://schemas.microsoft.com/office/drawing/2014/main" id="{5FB5E73B-DB1D-E3F5-C6BF-30F940B4566F}"/>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43</a:t>
            </a:r>
          </a:p>
        </p:txBody>
      </p:sp>
      <p:pic>
        <p:nvPicPr>
          <p:cNvPr id="14" name="Picture 4" descr="Programas - Intranet ETITC">
            <a:extLst>
              <a:ext uri="{FF2B5EF4-FFF2-40B4-BE49-F238E27FC236}">
                <a16:creationId xmlns:a16="http://schemas.microsoft.com/office/drawing/2014/main" id="{F566B1A4-CF5F-5E51-1F42-FAB3FB1629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6ED24A51-19B9-529F-9404-670A6E8470D8}"/>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graphicFrame>
        <p:nvGraphicFramePr>
          <p:cNvPr id="4" name="Tabla 3">
            <a:extLst>
              <a:ext uri="{FF2B5EF4-FFF2-40B4-BE49-F238E27FC236}">
                <a16:creationId xmlns:a16="http://schemas.microsoft.com/office/drawing/2014/main" id="{1C328AAA-1C5C-099E-5874-19F006D099A2}"/>
              </a:ext>
            </a:extLst>
          </p:cNvPr>
          <p:cNvGraphicFramePr>
            <a:graphicFrameLocks noGrp="1"/>
          </p:cNvGraphicFramePr>
          <p:nvPr>
            <p:extLst>
              <p:ext uri="{D42A27DB-BD31-4B8C-83A1-F6EECF244321}">
                <p14:modId xmlns:p14="http://schemas.microsoft.com/office/powerpoint/2010/main" val="3159581516"/>
              </p:ext>
            </p:extLst>
          </p:nvPr>
        </p:nvGraphicFramePr>
        <p:xfrm>
          <a:off x="2577974" y="3673641"/>
          <a:ext cx="3988051" cy="1560195"/>
        </p:xfrm>
        <a:graphic>
          <a:graphicData uri="http://schemas.openxmlformats.org/drawingml/2006/table">
            <a:tbl>
              <a:tblPr>
                <a:tableStyleId>{5C22544A-7EE6-4342-B048-85BDC9FD1C3A}</a:tableStyleId>
              </a:tblPr>
              <a:tblGrid>
                <a:gridCol w="2286001">
                  <a:extLst>
                    <a:ext uri="{9D8B030D-6E8A-4147-A177-3AD203B41FA5}">
                      <a16:colId xmlns:a16="http://schemas.microsoft.com/office/drawing/2014/main" val="1353203019"/>
                    </a:ext>
                  </a:extLst>
                </a:gridCol>
                <a:gridCol w="1702050">
                  <a:extLst>
                    <a:ext uri="{9D8B030D-6E8A-4147-A177-3AD203B41FA5}">
                      <a16:colId xmlns:a16="http://schemas.microsoft.com/office/drawing/2014/main" val="3464519372"/>
                    </a:ext>
                  </a:extLst>
                </a:gridCol>
              </a:tblGrid>
              <a:tr h="200025">
                <a:tc>
                  <a:txBody>
                    <a:bodyPr/>
                    <a:lstStyle/>
                    <a:p>
                      <a:pPr algn="ctr" fontAlgn="b">
                        <a:buNone/>
                      </a:pPr>
                      <a:r>
                        <a:rPr lang="es-CO" sz="1400" u="none" strike="noStrike" dirty="0">
                          <a:effectLst/>
                        </a:rPr>
                        <a:t>Lectura </a:t>
                      </a:r>
                      <a:r>
                        <a:rPr lang="es-CO" sz="1400" u="none" strike="noStrike" dirty="0" err="1">
                          <a:effectLst/>
                        </a:rPr>
                        <a:t>analogRead</a:t>
                      </a:r>
                      <a:r>
                        <a:rPr lang="es-CO" sz="1400" u="none" strike="noStrike" dirty="0">
                          <a:effectLst/>
                        </a:rPr>
                        <a:t>()</a:t>
                      </a:r>
                      <a:endParaRPr lang="es-CO" sz="1400" b="0" i="0" u="none" strike="noStrike" dirty="0">
                        <a:solidFill>
                          <a:srgbClr val="000000"/>
                        </a:solidFill>
                        <a:effectLst/>
                        <a:latin typeface="Arial" panose="020B0604020202020204" pitchFamily="34" charset="0"/>
                      </a:endParaRPr>
                    </a:p>
                  </a:txBody>
                  <a:tcPr marL="9525" marR="9525" marT="9525" marB="0" anchor="b"/>
                </a:tc>
                <a:tc>
                  <a:txBody>
                    <a:bodyPr/>
                    <a:lstStyle/>
                    <a:p>
                      <a:pPr algn="ctr" fontAlgn="ctr">
                        <a:buNone/>
                      </a:pPr>
                      <a:r>
                        <a:rPr lang="es-CO" sz="1400" u="none" strike="noStrike">
                          <a:effectLst/>
                        </a:rPr>
                        <a:t>Temperatura (°C)</a:t>
                      </a:r>
                      <a:endParaRPr lang="es-CO" sz="1400" b="0" i="0" u="none" strike="noStrike">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2652534779"/>
                  </a:ext>
                </a:extLst>
              </a:tr>
              <a:tr h="200025">
                <a:tc>
                  <a:txBody>
                    <a:bodyPr/>
                    <a:lstStyle/>
                    <a:p>
                      <a:pPr algn="ctr" fontAlgn="b">
                        <a:buNone/>
                      </a:pPr>
                      <a:r>
                        <a:rPr lang="es-CO" sz="1400" u="none" strike="noStrike">
                          <a:effectLst/>
                        </a:rPr>
                        <a:t>220</a:t>
                      </a:r>
                      <a:endParaRPr lang="es-CO" sz="1400" b="0" i="0" u="none" strike="noStrike">
                        <a:solidFill>
                          <a:srgbClr val="000000"/>
                        </a:solidFill>
                        <a:effectLst/>
                        <a:latin typeface="Arial" panose="020B0604020202020204" pitchFamily="34" charset="0"/>
                      </a:endParaRPr>
                    </a:p>
                  </a:txBody>
                  <a:tcPr marL="9525" marR="9525" marT="9525" marB="0" anchor="b"/>
                </a:tc>
                <a:tc>
                  <a:txBody>
                    <a:bodyPr/>
                    <a:lstStyle/>
                    <a:p>
                      <a:pPr algn="ctr" fontAlgn="b">
                        <a:buNone/>
                      </a:pPr>
                      <a:r>
                        <a:rPr lang="es-CO" sz="1400" u="none" strike="noStrike">
                          <a:effectLst/>
                        </a:rPr>
                        <a:t>100</a:t>
                      </a:r>
                      <a:endParaRPr lang="es-CO"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413871590"/>
                  </a:ext>
                </a:extLst>
              </a:tr>
              <a:tr h="200025">
                <a:tc>
                  <a:txBody>
                    <a:bodyPr/>
                    <a:lstStyle/>
                    <a:p>
                      <a:pPr algn="ctr" fontAlgn="b">
                        <a:buNone/>
                      </a:pPr>
                      <a:r>
                        <a:rPr lang="es-CO" sz="1400" u="none" strike="noStrike">
                          <a:effectLst/>
                        </a:rPr>
                        <a:t>350</a:t>
                      </a:r>
                      <a:endParaRPr lang="es-CO" sz="1400" b="0" i="0" u="none" strike="noStrike">
                        <a:solidFill>
                          <a:srgbClr val="000000"/>
                        </a:solidFill>
                        <a:effectLst/>
                        <a:latin typeface="Arial" panose="020B0604020202020204" pitchFamily="34" charset="0"/>
                      </a:endParaRPr>
                    </a:p>
                  </a:txBody>
                  <a:tcPr marL="9525" marR="9525" marT="9525" marB="0" anchor="b"/>
                </a:tc>
                <a:tc>
                  <a:txBody>
                    <a:bodyPr/>
                    <a:lstStyle/>
                    <a:p>
                      <a:pPr algn="ctr" fontAlgn="b">
                        <a:buNone/>
                      </a:pPr>
                      <a:r>
                        <a:rPr lang="es-CO" sz="1400" u="none" strike="noStrike">
                          <a:effectLst/>
                        </a:rPr>
                        <a:t>70</a:t>
                      </a:r>
                      <a:endParaRPr lang="es-CO"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3804037860"/>
                  </a:ext>
                </a:extLst>
              </a:tr>
              <a:tr h="200025">
                <a:tc>
                  <a:txBody>
                    <a:bodyPr/>
                    <a:lstStyle/>
                    <a:p>
                      <a:pPr algn="ctr" fontAlgn="b">
                        <a:buNone/>
                      </a:pPr>
                      <a:r>
                        <a:rPr lang="es-CO" sz="1400" u="none" strike="noStrike">
                          <a:effectLst/>
                        </a:rPr>
                        <a:t>530</a:t>
                      </a:r>
                      <a:endParaRPr lang="es-CO" sz="1400" b="0" i="0" u="none" strike="noStrike">
                        <a:solidFill>
                          <a:srgbClr val="000000"/>
                        </a:solidFill>
                        <a:effectLst/>
                        <a:latin typeface="Arial" panose="020B0604020202020204" pitchFamily="34" charset="0"/>
                      </a:endParaRPr>
                    </a:p>
                  </a:txBody>
                  <a:tcPr marL="9525" marR="9525" marT="9525" marB="0" anchor="b"/>
                </a:tc>
                <a:tc>
                  <a:txBody>
                    <a:bodyPr/>
                    <a:lstStyle/>
                    <a:p>
                      <a:pPr algn="ctr" fontAlgn="b">
                        <a:buNone/>
                      </a:pPr>
                      <a:r>
                        <a:rPr lang="es-CO" sz="1400" u="none" strike="noStrike">
                          <a:effectLst/>
                        </a:rPr>
                        <a:t>40</a:t>
                      </a:r>
                      <a:endParaRPr lang="es-CO"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407827198"/>
                  </a:ext>
                </a:extLst>
              </a:tr>
              <a:tr h="200025">
                <a:tc>
                  <a:txBody>
                    <a:bodyPr/>
                    <a:lstStyle/>
                    <a:p>
                      <a:pPr algn="ctr" fontAlgn="b">
                        <a:buNone/>
                      </a:pPr>
                      <a:r>
                        <a:rPr lang="es-CO" sz="1400" u="none" strike="noStrike">
                          <a:effectLst/>
                        </a:rPr>
                        <a:t>740</a:t>
                      </a:r>
                      <a:endParaRPr lang="es-CO" sz="1400" b="0" i="0" u="none" strike="noStrike">
                        <a:solidFill>
                          <a:srgbClr val="000000"/>
                        </a:solidFill>
                        <a:effectLst/>
                        <a:latin typeface="Arial" panose="020B0604020202020204" pitchFamily="34" charset="0"/>
                      </a:endParaRPr>
                    </a:p>
                  </a:txBody>
                  <a:tcPr marL="9525" marR="9525" marT="9525" marB="0" anchor="b"/>
                </a:tc>
                <a:tc>
                  <a:txBody>
                    <a:bodyPr/>
                    <a:lstStyle/>
                    <a:p>
                      <a:pPr algn="ctr" fontAlgn="b">
                        <a:buNone/>
                      </a:pPr>
                      <a:r>
                        <a:rPr lang="es-CO" sz="1400" u="none" strike="noStrike">
                          <a:effectLst/>
                        </a:rPr>
                        <a:t>20</a:t>
                      </a:r>
                      <a:endParaRPr lang="es-CO"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895570727"/>
                  </a:ext>
                </a:extLst>
              </a:tr>
              <a:tr h="200025">
                <a:tc>
                  <a:txBody>
                    <a:bodyPr/>
                    <a:lstStyle/>
                    <a:p>
                      <a:pPr algn="ctr" fontAlgn="b">
                        <a:buNone/>
                      </a:pPr>
                      <a:r>
                        <a:rPr lang="es-CO" sz="1400" u="none" strike="noStrike">
                          <a:effectLst/>
                        </a:rPr>
                        <a:t>890</a:t>
                      </a:r>
                      <a:endParaRPr lang="es-CO" sz="1400" b="0" i="0" u="none" strike="noStrike">
                        <a:solidFill>
                          <a:srgbClr val="000000"/>
                        </a:solidFill>
                        <a:effectLst/>
                        <a:latin typeface="Arial" panose="020B0604020202020204" pitchFamily="34" charset="0"/>
                      </a:endParaRPr>
                    </a:p>
                  </a:txBody>
                  <a:tcPr marL="9525" marR="9525" marT="9525" marB="0" anchor="b"/>
                </a:tc>
                <a:tc>
                  <a:txBody>
                    <a:bodyPr/>
                    <a:lstStyle/>
                    <a:p>
                      <a:pPr algn="ctr" fontAlgn="b">
                        <a:buNone/>
                      </a:pPr>
                      <a:r>
                        <a:rPr lang="es-CO" sz="1400" u="none" strike="noStrike">
                          <a:effectLst/>
                        </a:rPr>
                        <a:t>0</a:t>
                      </a:r>
                      <a:endParaRPr lang="es-CO"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3998556460"/>
                  </a:ext>
                </a:extLst>
              </a:tr>
              <a:tr h="200025">
                <a:tc>
                  <a:txBody>
                    <a:bodyPr/>
                    <a:lstStyle/>
                    <a:p>
                      <a:pPr algn="ctr" fontAlgn="b">
                        <a:buNone/>
                      </a:pPr>
                      <a:r>
                        <a:rPr lang="es-CO" sz="1400" u="none" strike="noStrike">
                          <a:effectLst/>
                        </a:rPr>
                        <a:t>980</a:t>
                      </a:r>
                      <a:endParaRPr lang="es-CO" sz="1400" b="0" i="0" u="none" strike="noStrike">
                        <a:solidFill>
                          <a:srgbClr val="000000"/>
                        </a:solidFill>
                        <a:effectLst/>
                        <a:latin typeface="Arial" panose="020B0604020202020204" pitchFamily="34" charset="0"/>
                      </a:endParaRPr>
                    </a:p>
                  </a:txBody>
                  <a:tcPr marL="9525" marR="9525" marT="9525" marB="0" anchor="b"/>
                </a:tc>
                <a:tc>
                  <a:txBody>
                    <a:bodyPr/>
                    <a:lstStyle/>
                    <a:p>
                      <a:pPr algn="ctr" fontAlgn="b">
                        <a:buNone/>
                      </a:pPr>
                      <a:r>
                        <a:rPr lang="es-CO" sz="1400" u="none" strike="noStrike" dirty="0">
                          <a:effectLst/>
                        </a:rPr>
                        <a:t>-20</a:t>
                      </a:r>
                      <a:endParaRPr lang="es-CO" sz="14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2760764252"/>
                  </a:ext>
                </a:extLst>
              </a:tr>
            </a:tbl>
          </a:graphicData>
        </a:graphic>
      </p:graphicFrame>
      <p:sp>
        <p:nvSpPr>
          <p:cNvPr id="6" name="CuadroTexto 5">
            <a:extLst>
              <a:ext uri="{FF2B5EF4-FFF2-40B4-BE49-F238E27FC236}">
                <a16:creationId xmlns:a16="http://schemas.microsoft.com/office/drawing/2014/main" id="{EBC33719-E875-A6FA-3BAE-0B0C2AA1E62F}"/>
              </a:ext>
            </a:extLst>
          </p:cNvPr>
          <p:cNvSpPr txBox="1"/>
          <p:nvPr/>
        </p:nvSpPr>
        <p:spPr>
          <a:xfrm>
            <a:off x="795338" y="2697633"/>
            <a:ext cx="7623883" cy="3693319"/>
          </a:xfrm>
          <a:prstGeom prst="rect">
            <a:avLst/>
          </a:prstGeom>
          <a:noFill/>
        </p:spPr>
        <p:txBody>
          <a:bodyPr wrap="square" rtlCol="0">
            <a:spAutoFit/>
          </a:bodyPr>
          <a:lstStyle/>
          <a:p>
            <a:r>
              <a:rPr lang="es-ES" dirty="0"/>
              <a:t>Imagine que tiene un sensor que presenta la siguiente relación entre temperatura y voltaje (el voltaje en un valor digital de 10bits)</a:t>
            </a:r>
          </a:p>
          <a:p>
            <a:endParaRPr lang="es-ES" dirty="0"/>
          </a:p>
          <a:p>
            <a:endParaRPr lang="es-ES" dirty="0"/>
          </a:p>
          <a:p>
            <a:endParaRPr lang="es-ES" dirty="0"/>
          </a:p>
          <a:p>
            <a:endParaRPr lang="es-ES" dirty="0"/>
          </a:p>
          <a:p>
            <a:endParaRPr lang="es-ES" dirty="0"/>
          </a:p>
          <a:p>
            <a:endParaRPr lang="es-ES" dirty="0"/>
          </a:p>
          <a:p>
            <a:r>
              <a:rPr lang="es-ES" dirty="0"/>
              <a:t>		</a:t>
            </a:r>
          </a:p>
          <a:p>
            <a:endParaRPr lang="es-ES" dirty="0"/>
          </a:p>
          <a:p>
            <a:r>
              <a:rPr lang="es-ES" dirty="0"/>
              <a:t>¿Cuál cree usted que seria el valor digital de la lectura para una temperatura de 50°C?</a:t>
            </a:r>
          </a:p>
          <a:p>
            <a:r>
              <a:rPr lang="es-ES" dirty="0"/>
              <a:t>¿Por qué?</a:t>
            </a:r>
          </a:p>
        </p:txBody>
      </p:sp>
    </p:spTree>
    <p:extLst>
      <p:ext uri="{BB962C8B-B14F-4D97-AF65-F5344CB8AC3E}">
        <p14:creationId xmlns:p14="http://schemas.microsoft.com/office/powerpoint/2010/main" val="41039775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9E6F9-E50E-64A1-9D48-31238AC1B65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65684B7-65C3-63FC-66FD-D50054162A1F}"/>
              </a:ext>
            </a:extLst>
          </p:cNvPr>
          <p:cNvSpPr>
            <a:spLocks noGrp="1"/>
          </p:cNvSpPr>
          <p:nvPr>
            <p:ph type="title"/>
          </p:nvPr>
        </p:nvSpPr>
        <p:spPr>
          <a:xfrm>
            <a:off x="2037222" y="1624164"/>
            <a:ext cx="5456585" cy="1162050"/>
          </a:xfrm>
        </p:spPr>
        <p:txBody>
          <a:bodyPr/>
          <a:lstStyle/>
          <a:p>
            <a:pPr algn="ctr"/>
            <a:r>
              <a:rPr lang="es-CO" b="1" dirty="0"/>
              <a:t>LINEALIZACIÓN</a:t>
            </a:r>
          </a:p>
        </p:txBody>
      </p:sp>
      <p:sp>
        <p:nvSpPr>
          <p:cNvPr id="10" name="1 Título">
            <a:extLst>
              <a:ext uri="{FF2B5EF4-FFF2-40B4-BE49-F238E27FC236}">
                <a16:creationId xmlns:a16="http://schemas.microsoft.com/office/drawing/2014/main" id="{487B9FC8-5BA5-D437-51F4-70648E7FFA64}"/>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44</a:t>
            </a:r>
          </a:p>
        </p:txBody>
      </p:sp>
      <p:pic>
        <p:nvPicPr>
          <p:cNvPr id="14" name="Picture 4" descr="Programas - Intranet ETITC">
            <a:extLst>
              <a:ext uri="{FF2B5EF4-FFF2-40B4-BE49-F238E27FC236}">
                <a16:creationId xmlns:a16="http://schemas.microsoft.com/office/drawing/2014/main" id="{DC420313-40EC-1E61-4D98-A66A121EC6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375E9E43-6D0C-4DB9-10FF-D587FB2CB85E}"/>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92225F00-5658-F975-C02E-89B596220CA8}"/>
              </a:ext>
            </a:extLst>
          </p:cNvPr>
          <p:cNvSpPr txBox="1"/>
          <p:nvPr/>
        </p:nvSpPr>
        <p:spPr>
          <a:xfrm>
            <a:off x="795338" y="3505745"/>
            <a:ext cx="7623883" cy="1754326"/>
          </a:xfrm>
          <a:prstGeom prst="rect">
            <a:avLst/>
          </a:prstGeom>
          <a:noFill/>
        </p:spPr>
        <p:txBody>
          <a:bodyPr wrap="square" rtlCol="0">
            <a:spAutoFit/>
          </a:bodyPr>
          <a:lstStyle/>
          <a:p>
            <a:r>
              <a:rPr lang="es-ES" dirty="0"/>
              <a:t>La linealización en el acondicionamiento de señales </a:t>
            </a:r>
            <a:r>
              <a:rPr lang="es-ES" b="1" dirty="0"/>
              <a:t>es el proceso </a:t>
            </a:r>
            <a:r>
              <a:rPr lang="es-ES" dirty="0"/>
              <a:t>mediante el cual se </a:t>
            </a:r>
            <a:r>
              <a:rPr lang="es-ES" b="1" dirty="0"/>
              <a:t>transforma</a:t>
            </a:r>
            <a:r>
              <a:rPr lang="es-ES" dirty="0"/>
              <a:t> </a:t>
            </a:r>
            <a:r>
              <a:rPr lang="es-ES" b="1" dirty="0"/>
              <a:t>la respuesta no lineal de un sensor</a:t>
            </a:r>
            <a:r>
              <a:rPr lang="es-ES" dirty="0"/>
              <a:t>, circuito o sistema en una relación lineal entre la señal de entrada y la de salida. El objetivo es que la señal resultante sea proporcional a la </a:t>
            </a:r>
            <a:r>
              <a:rPr lang="es-ES" b="1" dirty="0"/>
              <a:t>variable física medida</a:t>
            </a:r>
            <a:r>
              <a:rPr lang="es-ES" dirty="0"/>
              <a:t>, facilitando su interpretación, procesamiento y precisión en aplicaciones de control, monitoreo o adquisición de datos.</a:t>
            </a:r>
          </a:p>
        </p:txBody>
      </p:sp>
    </p:spTree>
    <p:extLst>
      <p:ext uri="{BB962C8B-B14F-4D97-AF65-F5344CB8AC3E}">
        <p14:creationId xmlns:p14="http://schemas.microsoft.com/office/powerpoint/2010/main" val="32868885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03074-3141-D507-BE55-2439EB10E23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7605C32-4460-AAED-7F45-121CCD88EAE4}"/>
              </a:ext>
            </a:extLst>
          </p:cNvPr>
          <p:cNvSpPr>
            <a:spLocks noGrp="1"/>
          </p:cNvSpPr>
          <p:nvPr>
            <p:ph type="title"/>
          </p:nvPr>
        </p:nvSpPr>
        <p:spPr>
          <a:xfrm>
            <a:off x="2037222" y="1624164"/>
            <a:ext cx="5456585" cy="1162050"/>
          </a:xfrm>
        </p:spPr>
        <p:txBody>
          <a:bodyPr/>
          <a:lstStyle/>
          <a:p>
            <a:pPr algn="ctr"/>
            <a:r>
              <a:rPr lang="es-CO" b="1" dirty="0"/>
              <a:t>LINEALIZACIÓN</a:t>
            </a:r>
          </a:p>
        </p:txBody>
      </p:sp>
      <p:sp>
        <p:nvSpPr>
          <p:cNvPr id="10" name="1 Título">
            <a:extLst>
              <a:ext uri="{FF2B5EF4-FFF2-40B4-BE49-F238E27FC236}">
                <a16:creationId xmlns:a16="http://schemas.microsoft.com/office/drawing/2014/main" id="{A0A38D5E-B739-DA42-5ADF-88F0424F5666}"/>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45</a:t>
            </a:r>
          </a:p>
        </p:txBody>
      </p:sp>
      <p:pic>
        <p:nvPicPr>
          <p:cNvPr id="14" name="Picture 4" descr="Programas - Intranet ETITC">
            <a:extLst>
              <a:ext uri="{FF2B5EF4-FFF2-40B4-BE49-F238E27FC236}">
                <a16:creationId xmlns:a16="http://schemas.microsoft.com/office/drawing/2014/main" id="{CA60CFC0-30A6-7725-20BD-A3E76AC370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BA77786F-5497-9E26-8C75-43A6740DE9E7}"/>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F12CA28F-2156-1ACE-B4CE-8E6ED3244468}"/>
              </a:ext>
            </a:extLst>
          </p:cNvPr>
          <p:cNvSpPr txBox="1"/>
          <p:nvPr/>
        </p:nvSpPr>
        <p:spPr>
          <a:xfrm>
            <a:off x="795338" y="3505745"/>
            <a:ext cx="7623883" cy="923330"/>
          </a:xfrm>
          <a:prstGeom prst="rect">
            <a:avLst/>
          </a:prstGeom>
          <a:noFill/>
        </p:spPr>
        <p:txBody>
          <a:bodyPr wrap="square" rtlCol="0">
            <a:spAutoFit/>
          </a:bodyPr>
          <a:lstStyle/>
          <a:p>
            <a:r>
              <a:rPr lang="es-CO" dirty="0"/>
              <a:t>Muchos sensores tienen una característica de transferencia no lineal. Para obtener una medición precisa, esta no linealidad debe ser corregida. El proceso de corrección se denomina linealización</a:t>
            </a:r>
            <a:endParaRPr lang="es-ES" dirty="0"/>
          </a:p>
        </p:txBody>
      </p:sp>
      <p:sp>
        <p:nvSpPr>
          <p:cNvPr id="13" name="CuadroTexto 12">
            <a:extLst>
              <a:ext uri="{FF2B5EF4-FFF2-40B4-BE49-F238E27FC236}">
                <a16:creationId xmlns:a16="http://schemas.microsoft.com/office/drawing/2014/main" id="{4740BE0A-ECE2-E2A6-2934-3B1A8E3D37F3}"/>
              </a:ext>
            </a:extLst>
          </p:cNvPr>
          <p:cNvSpPr txBox="1"/>
          <p:nvPr/>
        </p:nvSpPr>
        <p:spPr>
          <a:xfrm>
            <a:off x="922929" y="5813069"/>
            <a:ext cx="7130196" cy="646331"/>
          </a:xfrm>
          <a:prstGeom prst="rect">
            <a:avLst/>
          </a:prstGeom>
          <a:noFill/>
        </p:spPr>
        <p:txBody>
          <a:bodyPr wrap="square">
            <a:spAutoFit/>
          </a:bodyPr>
          <a:lstStyle/>
          <a:p>
            <a:pPr algn="r"/>
            <a:r>
              <a:rPr lang="es-CO" dirty="0"/>
              <a:t>Fraden, J. (2016). </a:t>
            </a:r>
            <a:r>
              <a:rPr lang="es-CO" i="1" dirty="0" err="1"/>
              <a:t>Handbook</a:t>
            </a:r>
            <a:r>
              <a:rPr lang="es-CO" i="1" dirty="0"/>
              <a:t> </a:t>
            </a:r>
            <a:r>
              <a:rPr lang="es-CO" i="1" dirty="0" err="1"/>
              <a:t>of</a:t>
            </a:r>
            <a:r>
              <a:rPr lang="es-CO" i="1" dirty="0"/>
              <a:t> Modern </a:t>
            </a:r>
            <a:r>
              <a:rPr lang="es-CO" i="1" dirty="0" err="1"/>
              <a:t>Sensors</a:t>
            </a:r>
            <a:r>
              <a:rPr lang="es-CO" i="1" dirty="0"/>
              <a:t>: </a:t>
            </a:r>
            <a:r>
              <a:rPr lang="es-CO" i="1" dirty="0" err="1"/>
              <a:t>Physics</a:t>
            </a:r>
            <a:r>
              <a:rPr lang="es-CO" i="1" dirty="0"/>
              <a:t>, </a:t>
            </a:r>
            <a:r>
              <a:rPr lang="es-CO" i="1" dirty="0" err="1"/>
              <a:t>Designs</a:t>
            </a:r>
            <a:r>
              <a:rPr lang="es-CO" i="1" dirty="0"/>
              <a:t>, and </a:t>
            </a:r>
            <a:r>
              <a:rPr lang="es-CO" i="1" dirty="0" err="1"/>
              <a:t>Applications</a:t>
            </a:r>
            <a:r>
              <a:rPr lang="es-CO" dirty="0"/>
              <a:t> (5th ed.). Springer.</a:t>
            </a:r>
          </a:p>
        </p:txBody>
      </p:sp>
    </p:spTree>
    <p:extLst>
      <p:ext uri="{BB962C8B-B14F-4D97-AF65-F5344CB8AC3E}">
        <p14:creationId xmlns:p14="http://schemas.microsoft.com/office/powerpoint/2010/main" val="36577970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CD6A2-7CE4-B987-0E89-FE0370D2BB1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39061CD-21CE-018B-CBE3-2786C95BE65C}"/>
              </a:ext>
            </a:extLst>
          </p:cNvPr>
          <p:cNvSpPr>
            <a:spLocks noGrp="1"/>
          </p:cNvSpPr>
          <p:nvPr>
            <p:ph type="title"/>
          </p:nvPr>
        </p:nvSpPr>
        <p:spPr>
          <a:xfrm>
            <a:off x="2037222" y="1624164"/>
            <a:ext cx="5456585" cy="1162050"/>
          </a:xfrm>
        </p:spPr>
        <p:txBody>
          <a:bodyPr/>
          <a:lstStyle/>
          <a:p>
            <a:pPr algn="ctr"/>
            <a:r>
              <a:rPr lang="es-CO" b="1" dirty="0"/>
              <a:t>TÉCNICAS DE LINEALIZACIÓN</a:t>
            </a:r>
          </a:p>
        </p:txBody>
      </p:sp>
      <p:sp>
        <p:nvSpPr>
          <p:cNvPr id="10" name="1 Título">
            <a:extLst>
              <a:ext uri="{FF2B5EF4-FFF2-40B4-BE49-F238E27FC236}">
                <a16:creationId xmlns:a16="http://schemas.microsoft.com/office/drawing/2014/main" id="{C6FFC695-B9D6-5CF8-CB45-E22D20F9755F}"/>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46</a:t>
            </a:r>
          </a:p>
        </p:txBody>
      </p:sp>
      <p:pic>
        <p:nvPicPr>
          <p:cNvPr id="14" name="Picture 4" descr="Programas - Intranet ETITC">
            <a:extLst>
              <a:ext uri="{FF2B5EF4-FFF2-40B4-BE49-F238E27FC236}">
                <a16:creationId xmlns:a16="http://schemas.microsoft.com/office/drawing/2014/main" id="{A6815D15-47F8-FC3B-D43C-B0360B0B14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398D02C4-6091-CF1A-AE3E-D929E9B8E42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4CA6B6CA-B807-6DA1-E6C3-773C121908BD}"/>
              </a:ext>
            </a:extLst>
          </p:cNvPr>
          <p:cNvSpPr txBox="1"/>
          <p:nvPr/>
        </p:nvSpPr>
        <p:spPr>
          <a:xfrm>
            <a:off x="795338" y="3505745"/>
            <a:ext cx="7623883" cy="923330"/>
          </a:xfrm>
          <a:prstGeom prst="rect">
            <a:avLst/>
          </a:prstGeom>
          <a:noFill/>
        </p:spPr>
        <p:txBody>
          <a:bodyPr wrap="square" rtlCol="0">
            <a:spAutoFit/>
          </a:bodyPr>
          <a:lstStyle/>
          <a:p>
            <a:r>
              <a:rPr lang="es-CO" dirty="0"/>
              <a:t>Existen dos enfoques principales para abordar la linealización:</a:t>
            </a:r>
          </a:p>
          <a:p>
            <a:r>
              <a:rPr lang="es-CO" dirty="0"/>
              <a:t>Linealización por Hardware </a:t>
            </a:r>
          </a:p>
          <a:p>
            <a:r>
              <a:rPr lang="es-CO" b="1" dirty="0"/>
              <a:t>Linealización por Software</a:t>
            </a:r>
          </a:p>
        </p:txBody>
      </p:sp>
      <p:sp>
        <p:nvSpPr>
          <p:cNvPr id="13" name="CuadroTexto 12">
            <a:extLst>
              <a:ext uri="{FF2B5EF4-FFF2-40B4-BE49-F238E27FC236}">
                <a16:creationId xmlns:a16="http://schemas.microsoft.com/office/drawing/2014/main" id="{ED50997E-99AD-CABC-45AA-6EAD67CBA390}"/>
              </a:ext>
            </a:extLst>
          </p:cNvPr>
          <p:cNvSpPr txBox="1"/>
          <p:nvPr/>
        </p:nvSpPr>
        <p:spPr>
          <a:xfrm>
            <a:off x="922929" y="5813069"/>
            <a:ext cx="7130196" cy="646331"/>
          </a:xfrm>
          <a:prstGeom prst="rect">
            <a:avLst/>
          </a:prstGeom>
          <a:noFill/>
        </p:spPr>
        <p:txBody>
          <a:bodyPr wrap="square">
            <a:spAutoFit/>
          </a:bodyPr>
          <a:lstStyle/>
          <a:p>
            <a:pPr algn="r"/>
            <a:r>
              <a:rPr lang="es-CO" dirty="0"/>
              <a:t>Fraden, J. (2016). </a:t>
            </a:r>
            <a:r>
              <a:rPr lang="es-CO" i="1" dirty="0" err="1"/>
              <a:t>Handbook</a:t>
            </a:r>
            <a:r>
              <a:rPr lang="es-CO" i="1" dirty="0"/>
              <a:t> </a:t>
            </a:r>
            <a:r>
              <a:rPr lang="es-CO" i="1" dirty="0" err="1"/>
              <a:t>of</a:t>
            </a:r>
            <a:r>
              <a:rPr lang="es-CO" i="1" dirty="0"/>
              <a:t> Modern </a:t>
            </a:r>
            <a:r>
              <a:rPr lang="es-CO" i="1" dirty="0" err="1"/>
              <a:t>Sensors</a:t>
            </a:r>
            <a:r>
              <a:rPr lang="es-CO" i="1" dirty="0"/>
              <a:t>: </a:t>
            </a:r>
            <a:r>
              <a:rPr lang="es-CO" i="1" dirty="0" err="1"/>
              <a:t>Physics</a:t>
            </a:r>
            <a:r>
              <a:rPr lang="es-CO" i="1" dirty="0"/>
              <a:t>, </a:t>
            </a:r>
            <a:r>
              <a:rPr lang="es-CO" i="1" dirty="0" err="1"/>
              <a:t>Designs</a:t>
            </a:r>
            <a:r>
              <a:rPr lang="es-CO" i="1" dirty="0"/>
              <a:t>, and </a:t>
            </a:r>
            <a:r>
              <a:rPr lang="es-CO" i="1" dirty="0" err="1"/>
              <a:t>Applications</a:t>
            </a:r>
            <a:r>
              <a:rPr lang="es-CO" dirty="0"/>
              <a:t> (5th ed.). Springer.</a:t>
            </a:r>
          </a:p>
        </p:txBody>
      </p:sp>
    </p:spTree>
    <p:extLst>
      <p:ext uri="{BB962C8B-B14F-4D97-AF65-F5344CB8AC3E}">
        <p14:creationId xmlns:p14="http://schemas.microsoft.com/office/powerpoint/2010/main" val="37343005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8D562-BC1E-0876-E38A-DCCA0C94D28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DA58229-950A-8C1B-EEEA-4EF3E0942FF1}"/>
              </a:ext>
            </a:extLst>
          </p:cNvPr>
          <p:cNvSpPr>
            <a:spLocks noGrp="1"/>
          </p:cNvSpPr>
          <p:nvPr>
            <p:ph type="title"/>
          </p:nvPr>
        </p:nvSpPr>
        <p:spPr>
          <a:xfrm>
            <a:off x="2037222" y="1624164"/>
            <a:ext cx="5456585" cy="1162050"/>
          </a:xfrm>
        </p:spPr>
        <p:txBody>
          <a:bodyPr/>
          <a:lstStyle/>
          <a:p>
            <a:pPr algn="ctr"/>
            <a:r>
              <a:rPr lang="es-CO" b="1" dirty="0"/>
              <a:t>TÉCNICAS DE LINEALIZACIÓN</a:t>
            </a:r>
          </a:p>
        </p:txBody>
      </p:sp>
      <p:sp>
        <p:nvSpPr>
          <p:cNvPr id="10" name="1 Título">
            <a:extLst>
              <a:ext uri="{FF2B5EF4-FFF2-40B4-BE49-F238E27FC236}">
                <a16:creationId xmlns:a16="http://schemas.microsoft.com/office/drawing/2014/main" id="{893B0C41-A3F9-C48F-7B86-F057C98A066E}"/>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47</a:t>
            </a:r>
          </a:p>
        </p:txBody>
      </p:sp>
      <p:pic>
        <p:nvPicPr>
          <p:cNvPr id="14" name="Picture 4" descr="Programas - Intranet ETITC">
            <a:extLst>
              <a:ext uri="{FF2B5EF4-FFF2-40B4-BE49-F238E27FC236}">
                <a16:creationId xmlns:a16="http://schemas.microsoft.com/office/drawing/2014/main" id="{58F08048-0910-5F8E-C989-B741B026F8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2F4220C0-FBD6-255C-2429-01B534A0D070}"/>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D56E879D-1325-10AC-6FF6-E9FC78D7A5B0}"/>
              </a:ext>
            </a:extLst>
          </p:cNvPr>
          <p:cNvSpPr txBox="1"/>
          <p:nvPr/>
        </p:nvSpPr>
        <p:spPr>
          <a:xfrm>
            <a:off x="795338" y="3505745"/>
            <a:ext cx="7623883" cy="1754326"/>
          </a:xfrm>
          <a:prstGeom prst="rect">
            <a:avLst/>
          </a:prstGeom>
          <a:noFill/>
        </p:spPr>
        <p:txBody>
          <a:bodyPr wrap="square" rtlCol="0">
            <a:spAutoFit/>
          </a:bodyPr>
          <a:lstStyle/>
          <a:p>
            <a:r>
              <a:rPr lang="es-CO" b="1" dirty="0"/>
              <a:t>Linealización</a:t>
            </a:r>
            <a:r>
              <a:rPr lang="es-CO" dirty="0"/>
              <a:t> por Software: Métodos</a:t>
            </a:r>
            <a:r>
              <a:rPr lang="es-CO" b="1" dirty="0"/>
              <a:t> Comunes</a:t>
            </a:r>
          </a:p>
          <a:p>
            <a:endParaRPr lang="es-CO" b="1" dirty="0"/>
          </a:p>
          <a:p>
            <a:r>
              <a:rPr lang="es-CO" dirty="0" err="1"/>
              <a:t>ablas</a:t>
            </a:r>
            <a:r>
              <a:rPr lang="es-CO" dirty="0"/>
              <a:t> de Consulta (Look-up Tables): Se crea una tabla en memoria con N puntos de calibración: (Valor Medido -&gt; Valor Real). Para una nueva medición, el sistema encuentra los dos puntos más cercanos en la tabla y realiza una </a:t>
            </a:r>
            <a:r>
              <a:rPr lang="es-CO" b="1" dirty="0"/>
              <a:t>interpolación lineal</a:t>
            </a:r>
            <a:r>
              <a:rPr lang="es-CO" dirty="0"/>
              <a:t> para estimar el valor real.</a:t>
            </a:r>
            <a:endParaRPr lang="es-CO" b="1" dirty="0"/>
          </a:p>
        </p:txBody>
      </p:sp>
    </p:spTree>
    <p:extLst>
      <p:ext uri="{BB962C8B-B14F-4D97-AF65-F5344CB8AC3E}">
        <p14:creationId xmlns:p14="http://schemas.microsoft.com/office/powerpoint/2010/main" val="37874423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CA371-A20F-A874-D70F-028024A903C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BAC5938-320F-334E-9F7E-C63F930B6B4E}"/>
              </a:ext>
            </a:extLst>
          </p:cNvPr>
          <p:cNvSpPr>
            <a:spLocks noGrp="1"/>
          </p:cNvSpPr>
          <p:nvPr>
            <p:ph type="title"/>
          </p:nvPr>
        </p:nvSpPr>
        <p:spPr>
          <a:xfrm>
            <a:off x="2037222" y="1624164"/>
            <a:ext cx="5456585" cy="1162050"/>
          </a:xfrm>
        </p:spPr>
        <p:txBody>
          <a:bodyPr/>
          <a:lstStyle/>
          <a:p>
            <a:pPr algn="ctr"/>
            <a:r>
              <a:rPr lang="es-CO" b="1" dirty="0"/>
              <a:t>TÉCNICAS DE LINEALIZACIÓN</a:t>
            </a:r>
          </a:p>
        </p:txBody>
      </p:sp>
      <p:sp>
        <p:nvSpPr>
          <p:cNvPr id="10" name="1 Título">
            <a:extLst>
              <a:ext uri="{FF2B5EF4-FFF2-40B4-BE49-F238E27FC236}">
                <a16:creationId xmlns:a16="http://schemas.microsoft.com/office/drawing/2014/main" id="{AB6D5014-7D31-5A70-9137-BB13DD196EA3}"/>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48</a:t>
            </a:r>
          </a:p>
        </p:txBody>
      </p:sp>
      <p:pic>
        <p:nvPicPr>
          <p:cNvPr id="14" name="Picture 4" descr="Programas - Intranet ETITC">
            <a:extLst>
              <a:ext uri="{FF2B5EF4-FFF2-40B4-BE49-F238E27FC236}">
                <a16:creationId xmlns:a16="http://schemas.microsoft.com/office/drawing/2014/main" id="{DC2ED10A-0582-DCA7-67B0-107ABC9C15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D30A6628-2849-2AEA-0606-98A2118B196B}"/>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D517A710-2A7F-6153-312A-3C4F501F76AA}"/>
              </a:ext>
            </a:extLst>
          </p:cNvPr>
          <p:cNvSpPr txBox="1"/>
          <p:nvPr/>
        </p:nvSpPr>
        <p:spPr>
          <a:xfrm>
            <a:off x="795338" y="3505745"/>
            <a:ext cx="7623883" cy="1477328"/>
          </a:xfrm>
          <a:prstGeom prst="rect">
            <a:avLst/>
          </a:prstGeom>
          <a:noFill/>
        </p:spPr>
        <p:txBody>
          <a:bodyPr wrap="square" rtlCol="0">
            <a:spAutoFit/>
          </a:bodyPr>
          <a:lstStyle/>
          <a:p>
            <a:r>
              <a:rPr lang="es-CO" b="1" dirty="0"/>
              <a:t>Linealización</a:t>
            </a:r>
            <a:r>
              <a:rPr lang="es-CO" dirty="0"/>
              <a:t> por Software: Métodos</a:t>
            </a:r>
            <a:r>
              <a:rPr lang="es-CO" b="1" dirty="0"/>
              <a:t> Comunes</a:t>
            </a:r>
          </a:p>
          <a:p>
            <a:endParaRPr lang="es-CO" b="1" dirty="0"/>
          </a:p>
          <a:p>
            <a:r>
              <a:rPr lang="es-CO" dirty="0"/>
              <a:t>Aproximación Polinómica (Curve </a:t>
            </a:r>
            <a:r>
              <a:rPr lang="es-CO" dirty="0" err="1"/>
              <a:t>Fitting</a:t>
            </a:r>
            <a:r>
              <a:rPr lang="es-CO" dirty="0"/>
              <a:t>): Durante la calibración, se toman múltiples lecturas y se utiliza un método de regresión (como Mínimos Cuadrados) para encontrar los coeficientes de una ecuación polinómica</a:t>
            </a:r>
            <a:endParaRPr lang="es-CO" b="1" dirty="0"/>
          </a:p>
        </p:txBody>
      </p:sp>
    </p:spTree>
    <p:extLst>
      <p:ext uri="{BB962C8B-B14F-4D97-AF65-F5344CB8AC3E}">
        <p14:creationId xmlns:p14="http://schemas.microsoft.com/office/powerpoint/2010/main" val="36938415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15F62-3AE3-A3F1-FDCE-0FB6E6D1AA3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F8871F2-C449-DB2C-F45E-1AB8502A439A}"/>
              </a:ext>
            </a:extLst>
          </p:cNvPr>
          <p:cNvSpPr>
            <a:spLocks noGrp="1"/>
          </p:cNvSpPr>
          <p:nvPr>
            <p:ph type="title"/>
          </p:nvPr>
        </p:nvSpPr>
        <p:spPr>
          <a:xfrm>
            <a:off x="2037222" y="1624164"/>
            <a:ext cx="5456585" cy="1162050"/>
          </a:xfrm>
        </p:spPr>
        <p:txBody>
          <a:bodyPr/>
          <a:lstStyle/>
          <a:p>
            <a:pPr algn="ctr"/>
            <a:r>
              <a:rPr lang="es-CO" b="1" dirty="0"/>
              <a:t>TÉCNICAS DE LINEALIZACIÓN</a:t>
            </a:r>
          </a:p>
        </p:txBody>
      </p:sp>
      <p:sp>
        <p:nvSpPr>
          <p:cNvPr id="10" name="1 Título">
            <a:extLst>
              <a:ext uri="{FF2B5EF4-FFF2-40B4-BE49-F238E27FC236}">
                <a16:creationId xmlns:a16="http://schemas.microsoft.com/office/drawing/2014/main" id="{8554B9D8-D7A6-B3FF-08CA-B12A54306173}"/>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49</a:t>
            </a:r>
          </a:p>
        </p:txBody>
      </p:sp>
      <p:pic>
        <p:nvPicPr>
          <p:cNvPr id="14" name="Picture 4" descr="Programas - Intranet ETITC">
            <a:extLst>
              <a:ext uri="{FF2B5EF4-FFF2-40B4-BE49-F238E27FC236}">
                <a16:creationId xmlns:a16="http://schemas.microsoft.com/office/drawing/2014/main" id="{D6CD9F35-53CF-0B65-0B8E-19B5554981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09D92240-374F-8C77-6C94-C4CC1042734D}"/>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DDA6F46F-94F6-0622-4FBC-669423C4B8EC}"/>
              </a:ext>
            </a:extLst>
          </p:cNvPr>
          <p:cNvSpPr txBox="1"/>
          <p:nvPr/>
        </p:nvSpPr>
        <p:spPr>
          <a:xfrm>
            <a:off x="795338" y="3505745"/>
            <a:ext cx="7623883" cy="1200329"/>
          </a:xfrm>
          <a:prstGeom prst="rect">
            <a:avLst/>
          </a:prstGeom>
          <a:noFill/>
        </p:spPr>
        <p:txBody>
          <a:bodyPr wrap="square" rtlCol="0">
            <a:spAutoFit/>
          </a:bodyPr>
          <a:lstStyle/>
          <a:p>
            <a:r>
              <a:rPr lang="es-CO" b="1" dirty="0"/>
              <a:t>EJEMPLO </a:t>
            </a:r>
          </a:p>
          <a:p>
            <a:endParaRPr lang="es-CO" b="1" dirty="0"/>
          </a:p>
          <a:p>
            <a:r>
              <a:rPr lang="es-CO" dirty="0"/>
              <a:t>Abra el archivo </a:t>
            </a:r>
            <a:r>
              <a:rPr lang="es-CO" dirty="0" err="1"/>
              <a:t>Linealización.xlxs</a:t>
            </a:r>
            <a:r>
              <a:rPr lang="es-CO" dirty="0"/>
              <a:t> y con la ecuación polinómica calcule el </a:t>
            </a:r>
            <a:r>
              <a:rPr lang="es-ES" dirty="0"/>
              <a:t>valor digital de la lectura para una temperatura de 50°C</a:t>
            </a:r>
            <a:endParaRPr lang="es-CO" dirty="0"/>
          </a:p>
        </p:txBody>
      </p:sp>
      <p:graphicFrame>
        <p:nvGraphicFramePr>
          <p:cNvPr id="4" name="Tabla 3">
            <a:extLst>
              <a:ext uri="{FF2B5EF4-FFF2-40B4-BE49-F238E27FC236}">
                <a16:creationId xmlns:a16="http://schemas.microsoft.com/office/drawing/2014/main" id="{3EA2484E-3F85-950A-3191-D734DD3868F1}"/>
              </a:ext>
            </a:extLst>
          </p:cNvPr>
          <p:cNvGraphicFramePr>
            <a:graphicFrameLocks noGrp="1"/>
          </p:cNvGraphicFramePr>
          <p:nvPr>
            <p:extLst>
              <p:ext uri="{D42A27DB-BD31-4B8C-83A1-F6EECF244321}">
                <p14:modId xmlns:p14="http://schemas.microsoft.com/office/powerpoint/2010/main" val="2670923315"/>
              </p:ext>
            </p:extLst>
          </p:nvPr>
        </p:nvGraphicFramePr>
        <p:xfrm>
          <a:off x="2613253" y="4751974"/>
          <a:ext cx="3988051" cy="1560195"/>
        </p:xfrm>
        <a:graphic>
          <a:graphicData uri="http://schemas.openxmlformats.org/drawingml/2006/table">
            <a:tbl>
              <a:tblPr>
                <a:tableStyleId>{5C22544A-7EE6-4342-B048-85BDC9FD1C3A}</a:tableStyleId>
              </a:tblPr>
              <a:tblGrid>
                <a:gridCol w="2286001">
                  <a:extLst>
                    <a:ext uri="{9D8B030D-6E8A-4147-A177-3AD203B41FA5}">
                      <a16:colId xmlns:a16="http://schemas.microsoft.com/office/drawing/2014/main" val="1353203019"/>
                    </a:ext>
                  </a:extLst>
                </a:gridCol>
                <a:gridCol w="1702050">
                  <a:extLst>
                    <a:ext uri="{9D8B030D-6E8A-4147-A177-3AD203B41FA5}">
                      <a16:colId xmlns:a16="http://schemas.microsoft.com/office/drawing/2014/main" val="3464519372"/>
                    </a:ext>
                  </a:extLst>
                </a:gridCol>
              </a:tblGrid>
              <a:tr h="200025">
                <a:tc>
                  <a:txBody>
                    <a:bodyPr/>
                    <a:lstStyle/>
                    <a:p>
                      <a:pPr algn="ctr" fontAlgn="b">
                        <a:buNone/>
                      </a:pPr>
                      <a:r>
                        <a:rPr lang="es-CO" sz="1400" u="none" strike="noStrike" dirty="0">
                          <a:effectLst/>
                        </a:rPr>
                        <a:t>Lectura </a:t>
                      </a:r>
                      <a:r>
                        <a:rPr lang="es-CO" sz="1400" u="none" strike="noStrike" dirty="0" err="1">
                          <a:effectLst/>
                        </a:rPr>
                        <a:t>analogRead</a:t>
                      </a:r>
                      <a:r>
                        <a:rPr lang="es-CO" sz="1400" u="none" strike="noStrike" dirty="0">
                          <a:effectLst/>
                        </a:rPr>
                        <a:t>()</a:t>
                      </a:r>
                      <a:endParaRPr lang="es-CO" sz="1400" b="0" i="0" u="none" strike="noStrike" dirty="0">
                        <a:solidFill>
                          <a:srgbClr val="000000"/>
                        </a:solidFill>
                        <a:effectLst/>
                        <a:latin typeface="Arial" panose="020B0604020202020204" pitchFamily="34" charset="0"/>
                      </a:endParaRPr>
                    </a:p>
                  </a:txBody>
                  <a:tcPr marL="9525" marR="9525" marT="9525" marB="0" anchor="b"/>
                </a:tc>
                <a:tc>
                  <a:txBody>
                    <a:bodyPr/>
                    <a:lstStyle/>
                    <a:p>
                      <a:pPr algn="ctr" fontAlgn="ctr">
                        <a:buNone/>
                      </a:pPr>
                      <a:r>
                        <a:rPr lang="es-CO" sz="1400" u="none" strike="noStrike">
                          <a:effectLst/>
                        </a:rPr>
                        <a:t>Temperatura (°C)</a:t>
                      </a:r>
                      <a:endParaRPr lang="es-CO" sz="1400" b="0" i="0" u="none" strike="noStrike">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2652534779"/>
                  </a:ext>
                </a:extLst>
              </a:tr>
              <a:tr h="200025">
                <a:tc>
                  <a:txBody>
                    <a:bodyPr/>
                    <a:lstStyle/>
                    <a:p>
                      <a:pPr algn="ctr" fontAlgn="b">
                        <a:buNone/>
                      </a:pPr>
                      <a:r>
                        <a:rPr lang="es-CO" sz="1400" u="none" strike="noStrike">
                          <a:effectLst/>
                        </a:rPr>
                        <a:t>220</a:t>
                      </a:r>
                      <a:endParaRPr lang="es-CO" sz="1400" b="0" i="0" u="none" strike="noStrike">
                        <a:solidFill>
                          <a:srgbClr val="000000"/>
                        </a:solidFill>
                        <a:effectLst/>
                        <a:latin typeface="Arial" panose="020B0604020202020204" pitchFamily="34" charset="0"/>
                      </a:endParaRPr>
                    </a:p>
                  </a:txBody>
                  <a:tcPr marL="9525" marR="9525" marT="9525" marB="0" anchor="b"/>
                </a:tc>
                <a:tc>
                  <a:txBody>
                    <a:bodyPr/>
                    <a:lstStyle/>
                    <a:p>
                      <a:pPr algn="ctr" fontAlgn="b">
                        <a:buNone/>
                      </a:pPr>
                      <a:r>
                        <a:rPr lang="es-CO" sz="1400" u="none" strike="noStrike">
                          <a:effectLst/>
                        </a:rPr>
                        <a:t>100</a:t>
                      </a:r>
                      <a:endParaRPr lang="es-CO"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413871590"/>
                  </a:ext>
                </a:extLst>
              </a:tr>
              <a:tr h="200025">
                <a:tc>
                  <a:txBody>
                    <a:bodyPr/>
                    <a:lstStyle/>
                    <a:p>
                      <a:pPr algn="ctr" fontAlgn="b">
                        <a:buNone/>
                      </a:pPr>
                      <a:r>
                        <a:rPr lang="es-CO" sz="1400" u="none" strike="noStrike">
                          <a:effectLst/>
                        </a:rPr>
                        <a:t>350</a:t>
                      </a:r>
                      <a:endParaRPr lang="es-CO" sz="1400" b="0" i="0" u="none" strike="noStrike">
                        <a:solidFill>
                          <a:srgbClr val="000000"/>
                        </a:solidFill>
                        <a:effectLst/>
                        <a:latin typeface="Arial" panose="020B0604020202020204" pitchFamily="34" charset="0"/>
                      </a:endParaRPr>
                    </a:p>
                  </a:txBody>
                  <a:tcPr marL="9525" marR="9525" marT="9525" marB="0" anchor="b"/>
                </a:tc>
                <a:tc>
                  <a:txBody>
                    <a:bodyPr/>
                    <a:lstStyle/>
                    <a:p>
                      <a:pPr algn="ctr" fontAlgn="b">
                        <a:buNone/>
                      </a:pPr>
                      <a:r>
                        <a:rPr lang="es-CO" sz="1400" u="none" strike="noStrike">
                          <a:effectLst/>
                        </a:rPr>
                        <a:t>70</a:t>
                      </a:r>
                      <a:endParaRPr lang="es-CO"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3804037860"/>
                  </a:ext>
                </a:extLst>
              </a:tr>
              <a:tr h="200025">
                <a:tc>
                  <a:txBody>
                    <a:bodyPr/>
                    <a:lstStyle/>
                    <a:p>
                      <a:pPr algn="ctr" fontAlgn="b">
                        <a:buNone/>
                      </a:pPr>
                      <a:r>
                        <a:rPr lang="es-CO" sz="1400" u="none" strike="noStrike">
                          <a:effectLst/>
                        </a:rPr>
                        <a:t>530</a:t>
                      </a:r>
                      <a:endParaRPr lang="es-CO" sz="1400" b="0" i="0" u="none" strike="noStrike">
                        <a:solidFill>
                          <a:srgbClr val="000000"/>
                        </a:solidFill>
                        <a:effectLst/>
                        <a:latin typeface="Arial" panose="020B0604020202020204" pitchFamily="34" charset="0"/>
                      </a:endParaRPr>
                    </a:p>
                  </a:txBody>
                  <a:tcPr marL="9525" marR="9525" marT="9525" marB="0" anchor="b"/>
                </a:tc>
                <a:tc>
                  <a:txBody>
                    <a:bodyPr/>
                    <a:lstStyle/>
                    <a:p>
                      <a:pPr algn="ctr" fontAlgn="b">
                        <a:buNone/>
                      </a:pPr>
                      <a:r>
                        <a:rPr lang="es-CO" sz="1400" u="none" strike="noStrike">
                          <a:effectLst/>
                        </a:rPr>
                        <a:t>40</a:t>
                      </a:r>
                      <a:endParaRPr lang="es-CO"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407827198"/>
                  </a:ext>
                </a:extLst>
              </a:tr>
              <a:tr h="200025">
                <a:tc>
                  <a:txBody>
                    <a:bodyPr/>
                    <a:lstStyle/>
                    <a:p>
                      <a:pPr algn="ctr" fontAlgn="b">
                        <a:buNone/>
                      </a:pPr>
                      <a:r>
                        <a:rPr lang="es-CO" sz="1400" u="none" strike="noStrike">
                          <a:effectLst/>
                        </a:rPr>
                        <a:t>740</a:t>
                      </a:r>
                      <a:endParaRPr lang="es-CO" sz="1400" b="0" i="0" u="none" strike="noStrike">
                        <a:solidFill>
                          <a:srgbClr val="000000"/>
                        </a:solidFill>
                        <a:effectLst/>
                        <a:latin typeface="Arial" panose="020B0604020202020204" pitchFamily="34" charset="0"/>
                      </a:endParaRPr>
                    </a:p>
                  </a:txBody>
                  <a:tcPr marL="9525" marR="9525" marT="9525" marB="0" anchor="b"/>
                </a:tc>
                <a:tc>
                  <a:txBody>
                    <a:bodyPr/>
                    <a:lstStyle/>
                    <a:p>
                      <a:pPr algn="ctr" fontAlgn="b">
                        <a:buNone/>
                      </a:pPr>
                      <a:r>
                        <a:rPr lang="es-CO" sz="1400" u="none" strike="noStrike">
                          <a:effectLst/>
                        </a:rPr>
                        <a:t>20</a:t>
                      </a:r>
                      <a:endParaRPr lang="es-CO"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895570727"/>
                  </a:ext>
                </a:extLst>
              </a:tr>
              <a:tr h="200025">
                <a:tc>
                  <a:txBody>
                    <a:bodyPr/>
                    <a:lstStyle/>
                    <a:p>
                      <a:pPr algn="ctr" fontAlgn="b">
                        <a:buNone/>
                      </a:pPr>
                      <a:r>
                        <a:rPr lang="es-CO" sz="1400" u="none" strike="noStrike">
                          <a:effectLst/>
                        </a:rPr>
                        <a:t>890</a:t>
                      </a:r>
                      <a:endParaRPr lang="es-CO" sz="1400" b="0" i="0" u="none" strike="noStrike">
                        <a:solidFill>
                          <a:srgbClr val="000000"/>
                        </a:solidFill>
                        <a:effectLst/>
                        <a:latin typeface="Arial" panose="020B0604020202020204" pitchFamily="34" charset="0"/>
                      </a:endParaRPr>
                    </a:p>
                  </a:txBody>
                  <a:tcPr marL="9525" marR="9525" marT="9525" marB="0" anchor="b"/>
                </a:tc>
                <a:tc>
                  <a:txBody>
                    <a:bodyPr/>
                    <a:lstStyle/>
                    <a:p>
                      <a:pPr algn="ctr" fontAlgn="b">
                        <a:buNone/>
                      </a:pPr>
                      <a:r>
                        <a:rPr lang="es-CO" sz="1400" u="none" strike="noStrike">
                          <a:effectLst/>
                        </a:rPr>
                        <a:t>0</a:t>
                      </a:r>
                      <a:endParaRPr lang="es-CO"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3998556460"/>
                  </a:ext>
                </a:extLst>
              </a:tr>
              <a:tr h="200025">
                <a:tc>
                  <a:txBody>
                    <a:bodyPr/>
                    <a:lstStyle/>
                    <a:p>
                      <a:pPr algn="ctr" fontAlgn="b">
                        <a:buNone/>
                      </a:pPr>
                      <a:r>
                        <a:rPr lang="es-CO" sz="1400" u="none" strike="noStrike">
                          <a:effectLst/>
                        </a:rPr>
                        <a:t>980</a:t>
                      </a:r>
                      <a:endParaRPr lang="es-CO" sz="1400" b="0" i="0" u="none" strike="noStrike">
                        <a:solidFill>
                          <a:srgbClr val="000000"/>
                        </a:solidFill>
                        <a:effectLst/>
                        <a:latin typeface="Arial" panose="020B0604020202020204" pitchFamily="34" charset="0"/>
                      </a:endParaRPr>
                    </a:p>
                  </a:txBody>
                  <a:tcPr marL="9525" marR="9525" marT="9525" marB="0" anchor="b"/>
                </a:tc>
                <a:tc>
                  <a:txBody>
                    <a:bodyPr/>
                    <a:lstStyle/>
                    <a:p>
                      <a:pPr algn="ctr" fontAlgn="b">
                        <a:buNone/>
                      </a:pPr>
                      <a:r>
                        <a:rPr lang="es-CO" sz="1400" u="none" strike="noStrike" dirty="0">
                          <a:effectLst/>
                        </a:rPr>
                        <a:t>-20</a:t>
                      </a:r>
                      <a:endParaRPr lang="es-CO" sz="14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2760764252"/>
                  </a:ext>
                </a:extLst>
              </a:tr>
            </a:tbl>
          </a:graphicData>
        </a:graphic>
      </p:graphicFrame>
    </p:spTree>
    <p:extLst>
      <p:ext uri="{BB962C8B-B14F-4D97-AF65-F5344CB8AC3E}">
        <p14:creationId xmlns:p14="http://schemas.microsoft.com/office/powerpoint/2010/main" val="26657252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2F482-42D5-6FA7-8656-1F2C8CEF2D29}"/>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25C0BFCC-1297-9A5E-A3A6-9E982ED1E620}"/>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50</a:t>
            </a:r>
            <a:endParaRPr lang="es-CO" altLang="es-CO" sz="3600" b="0" dirty="0"/>
          </a:p>
        </p:txBody>
      </p:sp>
      <p:pic>
        <p:nvPicPr>
          <p:cNvPr id="14" name="Picture 4" descr="Programas - Intranet ETITC">
            <a:extLst>
              <a:ext uri="{FF2B5EF4-FFF2-40B4-BE49-F238E27FC236}">
                <a16:creationId xmlns:a16="http://schemas.microsoft.com/office/drawing/2014/main" id="{FD25E8B8-0979-EC00-4E46-1156E3E2E0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F0B27167-035F-6B17-291D-8D765E8CFD6E}"/>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4" name="CuadroTexto 3">
            <a:extLst>
              <a:ext uri="{FF2B5EF4-FFF2-40B4-BE49-F238E27FC236}">
                <a16:creationId xmlns:a16="http://schemas.microsoft.com/office/drawing/2014/main" id="{39F124C8-098C-669F-4BB4-6CFDB379D9C3}"/>
              </a:ext>
            </a:extLst>
          </p:cNvPr>
          <p:cNvSpPr txBox="1"/>
          <p:nvPr/>
        </p:nvSpPr>
        <p:spPr>
          <a:xfrm>
            <a:off x="3385528" y="3136612"/>
            <a:ext cx="2372944" cy="584775"/>
          </a:xfrm>
          <a:prstGeom prst="rect">
            <a:avLst/>
          </a:prstGeom>
          <a:noFill/>
        </p:spPr>
        <p:txBody>
          <a:bodyPr wrap="square">
            <a:spAutoFit/>
          </a:bodyPr>
          <a:lstStyle/>
          <a:p>
            <a:r>
              <a:rPr lang="es-CO" sz="3200" b="1" dirty="0"/>
              <a:t>¿Preguntas?</a:t>
            </a:r>
            <a:endParaRPr lang="es-CO" sz="3200" dirty="0"/>
          </a:p>
        </p:txBody>
      </p:sp>
    </p:spTree>
    <p:extLst>
      <p:ext uri="{BB962C8B-B14F-4D97-AF65-F5344CB8AC3E}">
        <p14:creationId xmlns:p14="http://schemas.microsoft.com/office/powerpoint/2010/main" val="388282264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7A62137D465CE64A8C883A4664514BF8" ma:contentTypeVersion="15" ma:contentTypeDescription="Crear nuevo documento." ma:contentTypeScope="" ma:versionID="a1bd1d59f691eb9bca6952b111268275">
  <xsd:schema xmlns:xsd="http://www.w3.org/2001/XMLSchema" xmlns:xs="http://www.w3.org/2001/XMLSchema" xmlns:p="http://schemas.microsoft.com/office/2006/metadata/properties" xmlns:ns3="669280c1-d17e-4d1d-bd7f-b4f14cc6bf1d" xmlns:ns4="bdc56f61-abc0-4f7e-bfec-a93ccd1ae886" targetNamespace="http://schemas.microsoft.com/office/2006/metadata/properties" ma:root="true" ma:fieldsID="d02990a02f19f0f9fc7b999b1809cae4" ns3:_="" ns4:_="">
    <xsd:import namespace="669280c1-d17e-4d1d-bd7f-b4f14cc6bf1d"/>
    <xsd:import namespace="bdc56f61-abc0-4f7e-bfec-a93ccd1ae886"/>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DateTaken" minOccurs="0"/>
                <xsd:element ref="ns4:MediaServiceGenerationTime" minOccurs="0"/>
                <xsd:element ref="ns4:MediaServiceEventHashCode" minOccurs="0"/>
                <xsd:element ref="ns4:MediaServiceLocation" minOccurs="0"/>
                <xsd:element ref="ns4:MediaServiceAutoKeyPoints" minOccurs="0"/>
                <xsd:element ref="ns4:MediaServiceKeyPoints" minOccurs="0"/>
                <xsd:element ref="ns4:MediaLengthInSeconds" minOccurs="0"/>
                <xsd:element ref="ns4: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9280c1-d17e-4d1d-bd7f-b4f14cc6bf1d"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SharingHintHash" ma:index="10" nillable="true" ma:displayName="Hash de la sugerencia para compartir"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dc56f61-abc0-4f7e-bfec-a93ccd1ae88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bdc56f61-abc0-4f7e-bfec-a93ccd1ae886" xsi:nil="true"/>
  </documentManagement>
</p:properties>
</file>

<file path=customXml/itemProps1.xml><?xml version="1.0" encoding="utf-8"?>
<ds:datastoreItem xmlns:ds="http://schemas.openxmlformats.org/officeDocument/2006/customXml" ds:itemID="{4E8623C8-32E1-48B0-9F0A-13F2E9582B7E}">
  <ds:schemaRefs>
    <ds:schemaRef ds:uri="http://schemas.microsoft.com/sharepoint/v3/contenttype/forms"/>
  </ds:schemaRefs>
</ds:datastoreItem>
</file>

<file path=customXml/itemProps2.xml><?xml version="1.0" encoding="utf-8"?>
<ds:datastoreItem xmlns:ds="http://schemas.openxmlformats.org/officeDocument/2006/customXml" ds:itemID="{025820C3-FD82-4EFC-BF14-EAF1F9613F52}">
  <ds:schemaRefs>
    <ds:schemaRef ds:uri="669280c1-d17e-4d1d-bd7f-b4f14cc6bf1d"/>
    <ds:schemaRef ds:uri="bdc56f61-abc0-4f7e-bfec-a93ccd1ae88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825853C-1B27-4995-A583-4D39F900BB7F}">
  <ds:schemaRefs>
    <ds:schemaRef ds:uri="http://purl.org/dc/elements/1.1/"/>
    <ds:schemaRef ds:uri="http://purl.org/dc/dcmitype/"/>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bdc56f61-abc0-4f7e-bfec-a93ccd1ae886"/>
    <ds:schemaRef ds:uri="669280c1-d17e-4d1d-bd7f-b4f14cc6bf1d"/>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910</TotalTime>
  <Words>3426</Words>
  <Application>Microsoft Macintosh PowerPoint</Application>
  <PresentationFormat>Carta (216 x 279 mm)</PresentationFormat>
  <Paragraphs>381</Paragraphs>
  <Slides>50</Slides>
  <Notes>35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50</vt:i4>
      </vt:variant>
    </vt:vector>
  </HeadingPairs>
  <TitlesOfParts>
    <vt:vector size="54" baseType="lpstr">
      <vt:lpstr>Arial</vt:lpstr>
      <vt:lpstr>Calibri</vt:lpstr>
      <vt:lpstr>Calibri Light</vt:lpstr>
      <vt:lpstr>Tema de Office</vt:lpstr>
      <vt:lpstr>1</vt:lpstr>
      <vt:lpstr>Acondicionamiento de señales</vt:lpstr>
      <vt:lpstr>Introducción </vt:lpstr>
      <vt:lpstr>Introducción </vt:lpstr>
      <vt:lpstr>Introducción </vt:lpstr>
      <vt:lpstr>Introducción </vt:lpstr>
      <vt:lpstr>Introducción </vt:lpstr>
      <vt:lpstr>Introducción </vt:lpstr>
      <vt:lpstr>Introducción </vt:lpstr>
      <vt:lpstr>Introducción </vt:lpstr>
      <vt:lpstr>Introducción </vt:lpstr>
      <vt:lpstr>Introducción </vt:lpstr>
      <vt:lpstr>Amplificación </vt:lpstr>
      <vt:lpstr>Amplificación </vt:lpstr>
      <vt:lpstr>Amplificación </vt:lpstr>
      <vt:lpstr>Amplificación </vt:lpstr>
      <vt:lpstr>Amplificación </vt:lpstr>
      <vt:lpstr>Amplificación </vt:lpstr>
      <vt:lpstr>Amplificación </vt:lpstr>
      <vt:lpstr>Amplificación </vt:lpstr>
      <vt:lpstr>Amplificación </vt:lpstr>
      <vt:lpstr>Amplificación </vt:lpstr>
      <vt:lpstr>Amplificación </vt:lpstr>
      <vt:lpstr>Amplificación </vt:lpstr>
      <vt:lpstr>Amplificación </vt:lpstr>
      <vt:lpstr>Amplificación </vt:lpstr>
      <vt:lpstr>Amplificación </vt:lpstr>
      <vt:lpstr>Amplificación </vt:lpstr>
      <vt:lpstr>FILTRADO</vt:lpstr>
      <vt:lpstr>¿Qué es el filtrado? </vt:lpstr>
      <vt:lpstr>¿Principios y Métodos de Filtrado? </vt:lpstr>
      <vt:lpstr>¿Principios y Métodos de Filtrado? </vt:lpstr>
      <vt:lpstr>FILTRADO</vt:lpstr>
      <vt:lpstr>FILTRADO</vt:lpstr>
      <vt:lpstr>Clasificación de Filtros</vt:lpstr>
      <vt:lpstr>Ejercicio</vt:lpstr>
      <vt:lpstr>Ejercicio</vt:lpstr>
      <vt:lpstr>Filtros Pasivos vs. Activos</vt:lpstr>
      <vt:lpstr>Filtros Pasivos vs. Activos</vt:lpstr>
      <vt:lpstr>Orden y Tipo de Respuesta</vt:lpstr>
      <vt:lpstr>Ejercicio</vt:lpstr>
      <vt:lpstr>Presentación de PowerPoint</vt:lpstr>
      <vt:lpstr>Ejercicio de Reflexión</vt:lpstr>
      <vt:lpstr>LINEALIZACIÓN</vt:lpstr>
      <vt:lpstr>LINEALIZACIÓN</vt:lpstr>
      <vt:lpstr>TÉCNICAS DE LINEALIZACIÓN</vt:lpstr>
      <vt:lpstr>TÉCNICAS DE LINEALIZACIÓN</vt:lpstr>
      <vt:lpstr>TÉCNICAS DE LINEALIZACIÓN</vt:lpstr>
      <vt:lpstr>TÉCNICAS DE LINEALIZACIÓN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Hugo</dc:creator>
  <cp:lastModifiedBy>Jheyson Fabian Villavisan Buitrago</cp:lastModifiedBy>
  <cp:revision>9</cp:revision>
  <dcterms:created xsi:type="dcterms:W3CDTF">2008-03-11T21:51:34Z</dcterms:created>
  <dcterms:modified xsi:type="dcterms:W3CDTF">2025-10-02T00:10:10Z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0x0101007A62137D465CE64A8C883A4664514BF8</vt:lpwstr>
  </property>
</Properties>
</file>