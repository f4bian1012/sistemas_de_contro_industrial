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8" r:id="rId4"/>
  </p:sldMasterIdLst>
  <p:notesMasterIdLst>
    <p:notesMasterId r:id="rId43"/>
  </p:notesMasterIdLst>
  <p:handoutMasterIdLst>
    <p:handoutMasterId r:id="rId44"/>
  </p:handoutMasterIdLst>
  <p:sldIdLst>
    <p:sldId id="256" r:id="rId5"/>
    <p:sldId id="275" r:id="rId6"/>
    <p:sldId id="277" r:id="rId7"/>
    <p:sldId id="278" r:id="rId8"/>
    <p:sldId id="280" r:id="rId9"/>
    <p:sldId id="279" r:id="rId10"/>
    <p:sldId id="281" r:id="rId11"/>
    <p:sldId id="305" r:id="rId12"/>
    <p:sldId id="282" r:id="rId13"/>
    <p:sldId id="283" r:id="rId14"/>
    <p:sldId id="306" r:id="rId15"/>
    <p:sldId id="284" r:id="rId16"/>
    <p:sldId id="307" r:id="rId17"/>
    <p:sldId id="285" r:id="rId18"/>
    <p:sldId id="286" r:id="rId19"/>
    <p:sldId id="287" r:id="rId20"/>
    <p:sldId id="288" r:id="rId21"/>
    <p:sldId id="290" r:id="rId22"/>
    <p:sldId id="289" r:id="rId23"/>
    <p:sldId id="291" r:id="rId24"/>
    <p:sldId id="292" r:id="rId25"/>
    <p:sldId id="293" r:id="rId26"/>
    <p:sldId id="294" r:id="rId27"/>
    <p:sldId id="295" r:id="rId28"/>
    <p:sldId id="297" r:id="rId29"/>
    <p:sldId id="296" r:id="rId30"/>
    <p:sldId id="298" r:id="rId31"/>
    <p:sldId id="299" r:id="rId32"/>
    <p:sldId id="300" r:id="rId33"/>
    <p:sldId id="301" r:id="rId34"/>
    <p:sldId id="302" r:id="rId35"/>
    <p:sldId id="303" r:id="rId36"/>
    <p:sldId id="308" r:id="rId37"/>
    <p:sldId id="309" r:id="rId38"/>
    <p:sldId id="310" r:id="rId39"/>
    <p:sldId id="311" r:id="rId40"/>
    <p:sldId id="312" r:id="rId41"/>
    <p:sldId id="304" r:id="rId42"/>
  </p:sldIdLst>
  <p:sldSz cx="9144000" cy="6858000" type="letter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B3080F47-54FE-4674-8A61-9F6C6D97AC09}">
          <p14:sldIdLst>
            <p14:sldId id="256"/>
            <p14:sldId id="275"/>
            <p14:sldId id="277"/>
            <p14:sldId id="278"/>
            <p14:sldId id="280"/>
            <p14:sldId id="279"/>
            <p14:sldId id="281"/>
            <p14:sldId id="305"/>
            <p14:sldId id="282"/>
            <p14:sldId id="283"/>
            <p14:sldId id="306"/>
            <p14:sldId id="284"/>
            <p14:sldId id="307"/>
            <p14:sldId id="285"/>
            <p14:sldId id="286"/>
            <p14:sldId id="287"/>
            <p14:sldId id="288"/>
            <p14:sldId id="290"/>
            <p14:sldId id="289"/>
            <p14:sldId id="291"/>
            <p14:sldId id="292"/>
            <p14:sldId id="293"/>
            <p14:sldId id="294"/>
            <p14:sldId id="295"/>
            <p14:sldId id="297"/>
            <p14:sldId id="296"/>
            <p14:sldId id="298"/>
            <p14:sldId id="299"/>
            <p14:sldId id="300"/>
            <p14:sldId id="301"/>
            <p14:sldId id="302"/>
            <p14:sldId id="303"/>
            <p14:sldId id="308"/>
            <p14:sldId id="309"/>
            <p14:sldId id="310"/>
            <p14:sldId id="311"/>
            <p14:sldId id="312"/>
            <p14:sldId id="30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D5D6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013EA1-7E46-43EF-A489-06AE63D82E38}" v="155" dt="2025-10-18T13:48:00.993"/>
    <p1510:client id="{451B5E40-F67F-C248-A280-5F553DE92EF5}" v="129" dt="2025-10-18T03:01:29.8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59" autoAdjust="0"/>
    <p:restoredTop sz="96286" autoAdjust="0"/>
  </p:normalViewPr>
  <p:slideViewPr>
    <p:cSldViewPr snapToGrid="0">
      <p:cViewPr varScale="1">
        <p:scale>
          <a:sx n="111" d="100"/>
          <a:sy n="111" d="100"/>
        </p:scale>
        <p:origin x="1860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HEYSON FABIAN VILLAVISAN BUITRAGO" userId="e5ced5c2-d787-455d-b115-4f08a699b8c8" providerId="ADAL" clId="{D29F3602-5A42-550B-85C2-F2C884FDDEDE}"/>
    <pc:docChg chg="undo redo custSel modSld sldOrd">
      <pc:chgData name="JHEYSON FABIAN VILLAVISAN BUITRAGO" userId="e5ced5c2-d787-455d-b115-4f08a699b8c8" providerId="ADAL" clId="{D29F3602-5A42-550B-85C2-F2C884FDDEDE}" dt="2025-10-18T03:01:29.807" v="636" actId="20577"/>
      <pc:docMkLst>
        <pc:docMk/>
      </pc:docMkLst>
      <pc:sldChg chg="modSp">
        <pc:chgData name="JHEYSON FABIAN VILLAVISAN BUITRAGO" userId="e5ced5c2-d787-455d-b115-4f08a699b8c8" providerId="ADAL" clId="{D29F3602-5A42-550B-85C2-F2C884FDDEDE}" dt="2025-10-15T21:49:38.625" v="3" actId="1038"/>
        <pc:sldMkLst>
          <pc:docMk/>
          <pc:sldMk cId="2372076187" sldId="285"/>
        </pc:sldMkLst>
        <pc:spChg chg="mod">
          <ac:chgData name="JHEYSON FABIAN VILLAVISAN BUITRAGO" userId="e5ced5c2-d787-455d-b115-4f08a699b8c8" providerId="ADAL" clId="{D29F3602-5A42-550B-85C2-F2C884FDDEDE}" dt="2025-10-15T21:49:38.625" v="3" actId="1038"/>
          <ac:spMkLst>
            <pc:docMk/>
            <pc:sldMk cId="2372076187" sldId="285"/>
            <ac:spMk id="8" creationId="{68965DF3-6F64-5866-4FB1-520D8FB91E26}"/>
          </ac:spMkLst>
        </pc:spChg>
      </pc:sldChg>
      <pc:sldChg chg="addSp modSp mod">
        <pc:chgData name="JHEYSON FABIAN VILLAVISAN BUITRAGO" userId="e5ced5c2-d787-455d-b115-4f08a699b8c8" providerId="ADAL" clId="{D29F3602-5A42-550B-85C2-F2C884FDDEDE}" dt="2025-10-15T21:55:04.224" v="70" actId="122"/>
        <pc:sldMkLst>
          <pc:docMk/>
          <pc:sldMk cId="1441206610" sldId="287"/>
        </pc:sldMkLst>
        <pc:spChg chg="add mod">
          <ac:chgData name="JHEYSON FABIAN VILLAVISAN BUITRAGO" userId="e5ced5c2-d787-455d-b115-4f08a699b8c8" providerId="ADAL" clId="{D29F3602-5A42-550B-85C2-F2C884FDDEDE}" dt="2025-10-15T21:55:04.224" v="70" actId="122"/>
          <ac:spMkLst>
            <pc:docMk/>
            <pc:sldMk cId="1441206610" sldId="287"/>
            <ac:spMk id="2" creationId="{D06AD9C9-C8D1-4169-52CD-C295A481CF34}"/>
          </ac:spMkLst>
        </pc:spChg>
        <pc:spChg chg="mod">
          <ac:chgData name="JHEYSON FABIAN VILLAVISAN BUITRAGO" userId="e5ced5c2-d787-455d-b115-4f08a699b8c8" providerId="ADAL" clId="{D29F3602-5A42-550B-85C2-F2C884FDDEDE}" dt="2025-10-15T21:47:20.550" v="2" actId="20577"/>
          <ac:spMkLst>
            <pc:docMk/>
            <pc:sldMk cId="1441206610" sldId="287"/>
            <ac:spMk id="10" creationId="{D6EA273E-F2BF-8D5A-267C-DF5BB77741B6}"/>
          </ac:spMkLst>
        </pc:spChg>
      </pc:sldChg>
      <pc:sldChg chg="addSp delSp modSp mod">
        <pc:chgData name="JHEYSON FABIAN VILLAVISAN BUITRAGO" userId="e5ced5c2-d787-455d-b115-4f08a699b8c8" providerId="ADAL" clId="{D29F3602-5A42-550B-85C2-F2C884FDDEDE}" dt="2025-10-15T22:08:44.537" v="145" actId="478"/>
        <pc:sldMkLst>
          <pc:docMk/>
          <pc:sldMk cId="1620504128" sldId="288"/>
        </pc:sldMkLst>
        <pc:spChg chg="add mod">
          <ac:chgData name="JHEYSON FABIAN VILLAVISAN BUITRAGO" userId="e5ced5c2-d787-455d-b115-4f08a699b8c8" providerId="ADAL" clId="{D29F3602-5A42-550B-85C2-F2C884FDDEDE}" dt="2025-10-15T22:08:34.869" v="143"/>
          <ac:spMkLst>
            <pc:docMk/>
            <pc:sldMk cId="1620504128" sldId="288"/>
            <ac:spMk id="2" creationId="{D7C919A1-1D65-54FE-12CB-B5F9AAAD9A1F}"/>
          </ac:spMkLst>
        </pc:spChg>
        <pc:spChg chg="mod">
          <ac:chgData name="JHEYSON FABIAN VILLAVISAN BUITRAGO" userId="e5ced5c2-d787-455d-b115-4f08a699b8c8" providerId="ADAL" clId="{D29F3602-5A42-550B-85C2-F2C884FDDEDE}" dt="2025-10-15T22:07:10.816" v="137" actId="20577"/>
          <ac:spMkLst>
            <pc:docMk/>
            <pc:sldMk cId="1620504128" sldId="288"/>
            <ac:spMk id="10" creationId="{E201037E-1DA4-D08F-EF3A-F291F587B5EF}"/>
          </ac:spMkLst>
        </pc:spChg>
      </pc:sldChg>
      <pc:sldChg chg="addSp delSp modSp mod ord">
        <pc:chgData name="JHEYSON FABIAN VILLAVISAN BUITRAGO" userId="e5ced5c2-d787-455d-b115-4f08a699b8c8" providerId="ADAL" clId="{D29F3602-5A42-550B-85C2-F2C884FDDEDE}" dt="2025-10-18T01:59:28.350" v="274" actId="20577"/>
        <pc:sldMkLst>
          <pc:docMk/>
          <pc:sldMk cId="3874451147" sldId="289"/>
        </pc:sldMkLst>
        <pc:spChg chg="add mod">
          <ac:chgData name="JHEYSON FABIAN VILLAVISAN BUITRAGO" userId="e5ced5c2-d787-455d-b115-4f08a699b8c8" providerId="ADAL" clId="{D29F3602-5A42-550B-85C2-F2C884FDDEDE}" dt="2025-10-15T22:44:07.475" v="268" actId="20577"/>
          <ac:spMkLst>
            <pc:docMk/>
            <pc:sldMk cId="3874451147" sldId="289"/>
            <ac:spMk id="2" creationId="{45074FF9-681E-4807-7545-36CF86B84EDB}"/>
          </ac:spMkLst>
        </pc:spChg>
        <pc:spChg chg="mod">
          <ac:chgData name="JHEYSON FABIAN VILLAVISAN BUITRAGO" userId="e5ced5c2-d787-455d-b115-4f08a699b8c8" providerId="ADAL" clId="{D29F3602-5A42-550B-85C2-F2C884FDDEDE}" dt="2025-10-18T01:59:28.350" v="274" actId="20577"/>
          <ac:spMkLst>
            <pc:docMk/>
            <pc:sldMk cId="3874451147" sldId="289"/>
            <ac:spMk id="10" creationId="{E5800FF2-D075-CB4F-38AF-3ECBEAA017A1}"/>
          </ac:spMkLst>
        </pc:spChg>
        <pc:picChg chg="add del mod">
          <ac:chgData name="JHEYSON FABIAN VILLAVISAN BUITRAGO" userId="e5ced5c2-d787-455d-b115-4f08a699b8c8" providerId="ADAL" clId="{D29F3602-5A42-550B-85C2-F2C884FDDEDE}" dt="2025-10-18T01:59:16.881" v="270" actId="478"/>
          <ac:picMkLst>
            <pc:docMk/>
            <pc:sldMk cId="3874451147" sldId="289"/>
            <ac:picMk id="4" creationId="{330FE668-402B-9B99-137C-4B3E2193800E}"/>
          </ac:picMkLst>
        </pc:picChg>
      </pc:sldChg>
      <pc:sldChg chg="addSp modSp mod">
        <pc:chgData name="JHEYSON FABIAN VILLAVISAN BUITRAGO" userId="e5ced5c2-d787-455d-b115-4f08a699b8c8" providerId="ADAL" clId="{D29F3602-5A42-550B-85C2-F2C884FDDEDE}" dt="2025-10-18T01:59:25.432" v="272" actId="20577"/>
        <pc:sldMkLst>
          <pc:docMk/>
          <pc:sldMk cId="1838750615" sldId="290"/>
        </pc:sldMkLst>
        <pc:spChg chg="add mod">
          <ac:chgData name="JHEYSON FABIAN VILLAVISAN BUITRAGO" userId="e5ced5c2-d787-455d-b115-4f08a699b8c8" providerId="ADAL" clId="{D29F3602-5A42-550B-85C2-F2C884FDDEDE}" dt="2025-10-15T22:26:51.763" v="169"/>
          <ac:spMkLst>
            <pc:docMk/>
            <pc:sldMk cId="1838750615" sldId="290"/>
            <ac:spMk id="2" creationId="{C2B32DD9-7216-006A-CC76-DB7BCEFC5C53}"/>
          </ac:spMkLst>
        </pc:spChg>
        <pc:spChg chg="mod">
          <ac:chgData name="JHEYSON FABIAN VILLAVISAN BUITRAGO" userId="e5ced5c2-d787-455d-b115-4f08a699b8c8" providerId="ADAL" clId="{D29F3602-5A42-550B-85C2-F2C884FDDEDE}" dt="2025-10-18T01:59:25.432" v="272" actId="20577"/>
          <ac:spMkLst>
            <pc:docMk/>
            <pc:sldMk cId="1838750615" sldId="290"/>
            <ac:spMk id="10" creationId="{92321D03-824C-B16A-4204-0EF70CD36654}"/>
          </ac:spMkLst>
        </pc:spChg>
      </pc:sldChg>
      <pc:sldChg chg="addSp delSp modSp mod">
        <pc:chgData name="JHEYSON FABIAN VILLAVISAN BUITRAGO" userId="e5ced5c2-d787-455d-b115-4f08a699b8c8" providerId="ADAL" clId="{D29F3602-5A42-550B-85C2-F2C884FDDEDE}" dt="2025-10-18T02:56:21.539" v="600" actId="20577"/>
        <pc:sldMkLst>
          <pc:docMk/>
          <pc:sldMk cId="960353526" sldId="291"/>
        </pc:sldMkLst>
        <pc:spChg chg="add mod">
          <ac:chgData name="JHEYSON FABIAN VILLAVISAN BUITRAGO" userId="e5ced5c2-d787-455d-b115-4f08a699b8c8" providerId="ADAL" clId="{D29F3602-5A42-550B-85C2-F2C884FDDEDE}" dt="2025-10-18T02:53:54.140" v="561" actId="207"/>
          <ac:spMkLst>
            <pc:docMk/>
            <pc:sldMk cId="960353526" sldId="291"/>
            <ac:spMk id="6" creationId="{49F405C7-10A0-7E31-FBBF-1AE597EB45C3}"/>
          </ac:spMkLst>
        </pc:spChg>
        <pc:spChg chg="add del mod">
          <ac:chgData name="JHEYSON FABIAN VILLAVISAN BUITRAGO" userId="e5ced5c2-d787-455d-b115-4f08a699b8c8" providerId="ADAL" clId="{D29F3602-5A42-550B-85C2-F2C884FDDEDE}" dt="2025-10-18T02:51:10.696" v="298" actId="22"/>
          <ac:spMkLst>
            <pc:docMk/>
            <pc:sldMk cId="960353526" sldId="291"/>
            <ac:spMk id="8" creationId="{7EDF2D3D-CF54-6928-6F2B-0C3E4A36BB4A}"/>
          </ac:spMkLst>
        </pc:spChg>
        <pc:spChg chg="add mod">
          <ac:chgData name="JHEYSON FABIAN VILLAVISAN BUITRAGO" userId="e5ced5c2-d787-455d-b115-4f08a699b8c8" providerId="ADAL" clId="{D29F3602-5A42-550B-85C2-F2C884FDDEDE}" dt="2025-10-18T02:52:04.327" v="308" actId="208"/>
          <ac:spMkLst>
            <pc:docMk/>
            <pc:sldMk cId="960353526" sldId="291"/>
            <ac:spMk id="9" creationId="{8F021E61-192C-775F-8A00-E3FECCDF5FBC}"/>
          </ac:spMkLst>
        </pc:spChg>
        <pc:spChg chg="mod">
          <ac:chgData name="JHEYSON FABIAN VILLAVISAN BUITRAGO" userId="e5ced5c2-d787-455d-b115-4f08a699b8c8" providerId="ADAL" clId="{D29F3602-5A42-550B-85C2-F2C884FDDEDE}" dt="2025-10-18T02:49:11.078" v="281" actId="20577"/>
          <ac:spMkLst>
            <pc:docMk/>
            <pc:sldMk cId="960353526" sldId="291"/>
            <ac:spMk id="10" creationId="{3FAEC302-C4CC-50A1-0A98-750F9BEE3884}"/>
          </ac:spMkLst>
        </pc:spChg>
        <pc:spChg chg="add mod">
          <ac:chgData name="JHEYSON FABIAN VILLAVISAN BUITRAGO" userId="e5ced5c2-d787-455d-b115-4f08a699b8c8" providerId="ADAL" clId="{D29F3602-5A42-550B-85C2-F2C884FDDEDE}" dt="2025-10-18T02:53:48.137" v="557" actId="1038"/>
          <ac:spMkLst>
            <pc:docMk/>
            <pc:sldMk cId="960353526" sldId="291"/>
            <ac:spMk id="11" creationId="{6DAF013F-20B9-2B98-20AD-3B6AD61C1CF0}"/>
          </ac:spMkLst>
        </pc:spChg>
        <pc:spChg chg="add mod">
          <ac:chgData name="JHEYSON FABIAN VILLAVISAN BUITRAGO" userId="e5ced5c2-d787-455d-b115-4f08a699b8c8" providerId="ADAL" clId="{D29F3602-5A42-550B-85C2-F2C884FDDEDE}" dt="2025-10-18T02:52:47.101" v="539" actId="1037"/>
          <ac:spMkLst>
            <pc:docMk/>
            <pc:sldMk cId="960353526" sldId="291"/>
            <ac:spMk id="12" creationId="{F822BF6D-307F-747A-05D0-95297798CFBB}"/>
          </ac:spMkLst>
        </pc:spChg>
        <pc:spChg chg="add mod">
          <ac:chgData name="JHEYSON FABIAN VILLAVISAN BUITRAGO" userId="e5ced5c2-d787-455d-b115-4f08a699b8c8" providerId="ADAL" clId="{D29F3602-5A42-550B-85C2-F2C884FDDEDE}" dt="2025-10-18T02:53:16.217" v="542" actId="207"/>
          <ac:spMkLst>
            <pc:docMk/>
            <pc:sldMk cId="960353526" sldId="291"/>
            <ac:spMk id="15" creationId="{8D1E00C9-A69A-180A-2075-BA97BDD55EF1}"/>
          </ac:spMkLst>
        </pc:spChg>
        <pc:spChg chg="add mod">
          <ac:chgData name="JHEYSON FABIAN VILLAVISAN BUITRAGO" userId="e5ced5c2-d787-455d-b115-4f08a699b8c8" providerId="ADAL" clId="{D29F3602-5A42-550B-85C2-F2C884FDDEDE}" dt="2025-10-18T02:53:29.863" v="546" actId="1076"/>
          <ac:spMkLst>
            <pc:docMk/>
            <pc:sldMk cId="960353526" sldId="291"/>
            <ac:spMk id="17" creationId="{E7B8E45F-0433-D68D-7A25-82DBB6E8C50F}"/>
          </ac:spMkLst>
        </pc:spChg>
        <pc:spChg chg="add mod">
          <ac:chgData name="JHEYSON FABIAN VILLAVISAN BUITRAGO" userId="e5ced5c2-d787-455d-b115-4f08a699b8c8" providerId="ADAL" clId="{D29F3602-5A42-550B-85C2-F2C884FDDEDE}" dt="2025-10-18T02:56:21.539" v="600" actId="20577"/>
          <ac:spMkLst>
            <pc:docMk/>
            <pc:sldMk cId="960353526" sldId="291"/>
            <ac:spMk id="19" creationId="{76EBF0A2-375D-708A-B171-34B7F001251C}"/>
          </ac:spMkLst>
        </pc:spChg>
        <pc:picChg chg="add del mod">
          <ac:chgData name="JHEYSON FABIAN VILLAVISAN BUITRAGO" userId="e5ced5c2-d787-455d-b115-4f08a699b8c8" providerId="ADAL" clId="{D29F3602-5A42-550B-85C2-F2C884FDDEDE}" dt="2025-10-18T02:48:48.466" v="278" actId="478"/>
          <ac:picMkLst>
            <pc:docMk/>
            <pc:sldMk cId="960353526" sldId="291"/>
            <ac:picMk id="2" creationId="{546675B3-B8F1-2654-2350-65E267086B07}"/>
          </ac:picMkLst>
        </pc:picChg>
        <pc:picChg chg="add mod">
          <ac:chgData name="JHEYSON FABIAN VILLAVISAN BUITRAGO" userId="e5ced5c2-d787-455d-b115-4f08a699b8c8" providerId="ADAL" clId="{D29F3602-5A42-550B-85C2-F2C884FDDEDE}" dt="2025-10-18T02:53:50.870" v="559" actId="1076"/>
          <ac:picMkLst>
            <pc:docMk/>
            <pc:sldMk cId="960353526" sldId="291"/>
            <ac:picMk id="3" creationId="{4EC4BCFA-3C18-93DB-4340-B2644920ECA8}"/>
          </ac:picMkLst>
        </pc:picChg>
      </pc:sldChg>
      <pc:sldChg chg="addSp delSp modSp mod">
        <pc:chgData name="JHEYSON FABIAN VILLAVISAN BUITRAGO" userId="e5ced5c2-d787-455d-b115-4f08a699b8c8" providerId="ADAL" clId="{D29F3602-5A42-550B-85C2-F2C884FDDEDE}" dt="2025-10-18T03:00:45.548" v="618" actId="20577"/>
        <pc:sldMkLst>
          <pc:docMk/>
          <pc:sldMk cId="1210700863" sldId="292"/>
        </pc:sldMkLst>
        <pc:spChg chg="add mod">
          <ac:chgData name="JHEYSON FABIAN VILLAVISAN BUITRAGO" userId="e5ced5c2-d787-455d-b115-4f08a699b8c8" providerId="ADAL" clId="{D29F3602-5A42-550B-85C2-F2C884FDDEDE}" dt="2025-10-18T02:54:13.046" v="563" actId="20577"/>
          <ac:spMkLst>
            <pc:docMk/>
            <pc:sldMk cId="1210700863" sldId="292"/>
            <ac:spMk id="2" creationId="{AB3C0489-49E2-BA95-EE96-482EDAAD1050}"/>
          </ac:spMkLst>
        </pc:spChg>
        <pc:spChg chg="add mod">
          <ac:chgData name="JHEYSON FABIAN VILLAVISAN BUITRAGO" userId="e5ced5c2-d787-455d-b115-4f08a699b8c8" providerId="ADAL" clId="{D29F3602-5A42-550B-85C2-F2C884FDDEDE}" dt="2025-10-18T02:56:40.447" v="606" actId="1076"/>
          <ac:spMkLst>
            <pc:docMk/>
            <pc:sldMk cId="1210700863" sldId="292"/>
            <ac:spMk id="3" creationId="{34857A0D-6262-1789-1D2C-A537032F403F}"/>
          </ac:spMkLst>
        </pc:spChg>
        <pc:spChg chg="mod">
          <ac:chgData name="JHEYSON FABIAN VILLAVISAN BUITRAGO" userId="e5ced5c2-d787-455d-b115-4f08a699b8c8" providerId="ADAL" clId="{D29F3602-5A42-550B-85C2-F2C884FDDEDE}" dt="2025-10-18T03:00:45.548" v="618" actId="20577"/>
          <ac:spMkLst>
            <pc:docMk/>
            <pc:sldMk cId="1210700863" sldId="292"/>
            <ac:spMk id="10" creationId="{69626540-79CC-5DBB-D872-18D58F202673}"/>
          </ac:spMkLst>
        </pc:spChg>
        <pc:picChg chg="add del mod">
          <ac:chgData name="JHEYSON FABIAN VILLAVISAN BUITRAGO" userId="e5ced5c2-d787-455d-b115-4f08a699b8c8" providerId="ADAL" clId="{D29F3602-5A42-550B-85C2-F2C884FDDEDE}" dt="2025-10-18T02:57:09.383" v="609" actId="478"/>
          <ac:picMkLst>
            <pc:docMk/>
            <pc:sldMk cId="1210700863" sldId="292"/>
            <ac:picMk id="4098" creationId="{784041BA-A5AA-28A3-8777-92C1F012D2B2}"/>
          </ac:picMkLst>
        </pc:picChg>
        <pc:picChg chg="add mod">
          <ac:chgData name="JHEYSON FABIAN VILLAVISAN BUITRAGO" userId="e5ced5c2-d787-455d-b115-4f08a699b8c8" providerId="ADAL" clId="{D29F3602-5A42-550B-85C2-F2C884FDDEDE}" dt="2025-10-18T02:57:31.642" v="611" actId="1076"/>
          <ac:picMkLst>
            <pc:docMk/>
            <pc:sldMk cId="1210700863" sldId="292"/>
            <ac:picMk id="4100" creationId="{1750D406-2CD9-5A1C-AA5A-6EA8A88F6177}"/>
          </ac:picMkLst>
        </pc:picChg>
      </pc:sldChg>
      <pc:sldChg chg="addSp modSp mod">
        <pc:chgData name="JHEYSON FABIAN VILLAVISAN BUITRAGO" userId="e5ced5c2-d787-455d-b115-4f08a699b8c8" providerId="ADAL" clId="{D29F3602-5A42-550B-85C2-F2C884FDDEDE}" dt="2025-10-18T03:01:29.807" v="636" actId="20577"/>
        <pc:sldMkLst>
          <pc:docMk/>
          <pc:sldMk cId="406270927" sldId="293"/>
        </pc:sldMkLst>
        <pc:spChg chg="add mod">
          <ac:chgData name="JHEYSON FABIAN VILLAVISAN BUITRAGO" userId="e5ced5c2-d787-455d-b115-4f08a699b8c8" providerId="ADAL" clId="{D29F3602-5A42-550B-85C2-F2C884FDDEDE}" dt="2025-10-18T03:00:54.899" v="620"/>
          <ac:spMkLst>
            <pc:docMk/>
            <pc:sldMk cId="406270927" sldId="293"/>
            <ac:spMk id="2" creationId="{280D7C2D-62EE-4842-9882-2D290B698531}"/>
          </ac:spMkLst>
        </pc:spChg>
        <pc:spChg chg="add mod">
          <ac:chgData name="JHEYSON FABIAN VILLAVISAN BUITRAGO" userId="e5ced5c2-d787-455d-b115-4f08a699b8c8" providerId="ADAL" clId="{D29F3602-5A42-550B-85C2-F2C884FDDEDE}" dt="2025-10-18T03:01:29.807" v="636" actId="20577"/>
          <ac:spMkLst>
            <pc:docMk/>
            <pc:sldMk cId="406270927" sldId="293"/>
            <ac:spMk id="3" creationId="{8792A2ED-7A7E-B49A-8252-DF99708A6F82}"/>
          </ac:spMkLst>
        </pc:spChg>
        <pc:spChg chg="mod">
          <ac:chgData name="JHEYSON FABIAN VILLAVISAN BUITRAGO" userId="e5ced5c2-d787-455d-b115-4f08a699b8c8" providerId="ADAL" clId="{D29F3602-5A42-550B-85C2-F2C884FDDEDE}" dt="2025-10-18T03:00:47.365" v="619" actId="20577"/>
          <ac:spMkLst>
            <pc:docMk/>
            <pc:sldMk cId="406270927" sldId="293"/>
            <ac:spMk id="10" creationId="{00CF3AA0-B3FF-1D53-ADAB-A70C0BC8D5FD}"/>
          </ac:spMkLst>
        </pc:spChg>
        <pc:picChg chg="add mod">
          <ac:chgData name="JHEYSON FABIAN VILLAVISAN BUITRAGO" userId="e5ced5c2-d787-455d-b115-4f08a699b8c8" providerId="ADAL" clId="{D29F3602-5A42-550B-85C2-F2C884FDDEDE}" dt="2025-10-18T03:00:54.899" v="620"/>
          <ac:picMkLst>
            <pc:docMk/>
            <pc:sldMk cId="406270927" sldId="293"/>
            <ac:picMk id="4" creationId="{380E4104-A079-8919-8E73-24E7BA956545}"/>
          </ac:picMkLst>
        </pc:picChg>
      </pc:sldChg>
      <pc:sldChg chg="modSp">
        <pc:chgData name="JHEYSON FABIAN VILLAVISAN BUITRAGO" userId="e5ced5c2-d787-455d-b115-4f08a699b8c8" providerId="ADAL" clId="{D29F3602-5A42-550B-85C2-F2C884FDDEDE}" dt="2025-09-06T18:02:23.493" v="0" actId="1076"/>
        <pc:sldMkLst>
          <pc:docMk/>
          <pc:sldMk cId="658582679" sldId="303"/>
        </pc:sldMkLst>
      </pc:sldChg>
    </pc:docChg>
  </pc:docChgLst>
  <pc:docChgLst>
    <pc:chgData name="JHEYSON FABIAN VILLAVISAN BUITRAGO" userId="e5ced5c2-d787-455d-b115-4f08a699b8c8" providerId="ADAL" clId="{E3C0E130-1BF7-4D65-875C-E2ABBEC935D8}"/>
    <pc:docChg chg="modSld">
      <pc:chgData name="JHEYSON FABIAN VILLAVISAN BUITRAGO" userId="e5ced5c2-d787-455d-b115-4f08a699b8c8" providerId="ADAL" clId="{E3C0E130-1BF7-4D65-875C-E2ABBEC935D8}" dt="2024-08-12T16:36:29.201" v="24" actId="20577"/>
      <pc:docMkLst>
        <pc:docMk/>
      </pc:docMkLst>
      <pc:sldChg chg="modSp">
        <pc:chgData name="JHEYSON FABIAN VILLAVISAN BUITRAGO" userId="e5ced5c2-d787-455d-b115-4f08a699b8c8" providerId="ADAL" clId="{E3C0E130-1BF7-4D65-875C-E2ABBEC935D8}" dt="2024-08-12T16:30:06.429" v="13" actId="20577"/>
        <pc:sldMkLst>
          <pc:docMk/>
          <pc:sldMk cId="3594096077" sldId="277"/>
        </pc:sldMkLst>
      </pc:sldChg>
      <pc:sldChg chg="modSp">
        <pc:chgData name="JHEYSON FABIAN VILLAVISAN BUITRAGO" userId="e5ced5c2-d787-455d-b115-4f08a699b8c8" providerId="ADAL" clId="{E3C0E130-1BF7-4D65-875C-E2ABBEC935D8}" dt="2024-08-12T16:36:29.201" v="24" actId="20577"/>
        <pc:sldMkLst>
          <pc:docMk/>
          <pc:sldMk cId="58491467" sldId="278"/>
        </pc:sldMkLst>
      </pc:sldChg>
      <pc:sldChg chg="modSp mod">
        <pc:chgData name="JHEYSON FABIAN VILLAVISAN BUITRAGO" userId="e5ced5c2-d787-455d-b115-4f08a699b8c8" providerId="ADAL" clId="{E3C0E130-1BF7-4D65-875C-E2ABBEC935D8}" dt="2024-08-12T16:27:29.058" v="10" actId="20577"/>
        <pc:sldMkLst>
          <pc:docMk/>
          <pc:sldMk cId="185654624" sldId="287"/>
        </pc:sldMkLst>
      </pc:sldChg>
    </pc:docChg>
  </pc:docChgLst>
  <pc:docChgLst>
    <pc:chgData name="JHEYSON FABIAN VILLAVISAN BUITRAGO" userId="e5ced5c2-d787-455d-b115-4f08a699b8c8" providerId="ADAL" clId="{E611AEB0-3E0A-425F-BE9E-C3689EC9C195}"/>
    <pc:docChg chg="undo custSel addSld delSld modSld sldOrd modSection">
      <pc:chgData name="JHEYSON FABIAN VILLAVISAN BUITRAGO" userId="e5ced5c2-d787-455d-b115-4f08a699b8c8" providerId="ADAL" clId="{E611AEB0-3E0A-425F-BE9E-C3689EC9C195}" dt="2023-08-13T23:43:28.742" v="2558" actId="20577"/>
      <pc:docMkLst>
        <pc:docMk/>
      </pc:docMkLst>
      <pc:sldChg chg="modSp mod">
        <pc:chgData name="JHEYSON FABIAN VILLAVISAN BUITRAGO" userId="e5ced5c2-d787-455d-b115-4f08a699b8c8" providerId="ADAL" clId="{E611AEB0-3E0A-425F-BE9E-C3689EC9C195}" dt="2023-08-06T21:21:20.793" v="61" actId="20577"/>
        <pc:sldMkLst>
          <pc:docMk/>
          <pc:sldMk cId="0" sldId="256"/>
        </pc:sldMkLst>
      </pc:sldChg>
      <pc:sldChg chg="del">
        <pc:chgData name="JHEYSON FABIAN VILLAVISAN BUITRAGO" userId="e5ced5c2-d787-455d-b115-4f08a699b8c8" providerId="ADAL" clId="{E611AEB0-3E0A-425F-BE9E-C3689EC9C195}" dt="2023-08-06T21:16:53.114" v="27" actId="47"/>
        <pc:sldMkLst>
          <pc:docMk/>
          <pc:sldMk cId="0" sldId="261"/>
        </pc:sldMkLst>
      </pc:sldChg>
      <pc:sldChg chg="del">
        <pc:chgData name="JHEYSON FABIAN VILLAVISAN BUITRAGO" userId="e5ced5c2-d787-455d-b115-4f08a699b8c8" providerId="ADAL" clId="{E611AEB0-3E0A-425F-BE9E-C3689EC9C195}" dt="2023-08-06T21:16:53.114" v="27" actId="47"/>
        <pc:sldMkLst>
          <pc:docMk/>
          <pc:sldMk cId="0" sldId="264"/>
        </pc:sldMkLst>
      </pc:sldChg>
      <pc:sldChg chg="del">
        <pc:chgData name="JHEYSON FABIAN VILLAVISAN BUITRAGO" userId="e5ced5c2-d787-455d-b115-4f08a699b8c8" providerId="ADAL" clId="{E611AEB0-3E0A-425F-BE9E-C3689EC9C195}" dt="2023-08-06T21:16:53.114" v="27" actId="47"/>
        <pc:sldMkLst>
          <pc:docMk/>
          <pc:sldMk cId="0" sldId="265"/>
        </pc:sldMkLst>
      </pc:sldChg>
      <pc:sldChg chg="del">
        <pc:chgData name="JHEYSON FABIAN VILLAVISAN BUITRAGO" userId="e5ced5c2-d787-455d-b115-4f08a699b8c8" providerId="ADAL" clId="{E611AEB0-3E0A-425F-BE9E-C3689EC9C195}" dt="2023-08-06T21:16:53.114" v="27" actId="47"/>
        <pc:sldMkLst>
          <pc:docMk/>
          <pc:sldMk cId="0" sldId="266"/>
        </pc:sldMkLst>
      </pc:sldChg>
      <pc:sldChg chg="del">
        <pc:chgData name="JHEYSON FABIAN VILLAVISAN BUITRAGO" userId="e5ced5c2-d787-455d-b115-4f08a699b8c8" providerId="ADAL" clId="{E611AEB0-3E0A-425F-BE9E-C3689EC9C195}" dt="2023-08-06T21:16:53.114" v="27" actId="47"/>
        <pc:sldMkLst>
          <pc:docMk/>
          <pc:sldMk cId="0" sldId="268"/>
        </pc:sldMkLst>
      </pc:sldChg>
      <pc:sldChg chg="modSp mod ord">
        <pc:chgData name="JHEYSON FABIAN VILLAVISAN BUITRAGO" userId="e5ced5c2-d787-455d-b115-4f08a699b8c8" providerId="ADAL" clId="{E611AEB0-3E0A-425F-BE9E-C3689EC9C195}" dt="2023-08-06T21:17:51.190" v="33" actId="20577"/>
        <pc:sldMkLst>
          <pc:docMk/>
          <pc:sldMk cId="2505371292" sldId="270"/>
        </pc:sldMkLst>
      </pc:sldChg>
      <pc:sldChg chg="addSp delSp modSp mod">
        <pc:chgData name="JHEYSON FABIAN VILLAVISAN BUITRAGO" userId="e5ced5c2-d787-455d-b115-4f08a699b8c8" providerId="ADAL" clId="{E611AEB0-3E0A-425F-BE9E-C3689EC9C195}" dt="2023-08-06T21:17:54.373" v="34" actId="20577"/>
        <pc:sldMkLst>
          <pc:docMk/>
          <pc:sldMk cId="3709177429" sldId="274"/>
        </pc:sldMkLst>
      </pc:sldChg>
      <pc:sldChg chg="addSp delSp modSp add mod">
        <pc:chgData name="JHEYSON FABIAN VILLAVISAN BUITRAGO" userId="e5ced5c2-d787-455d-b115-4f08a699b8c8" providerId="ADAL" clId="{E611AEB0-3E0A-425F-BE9E-C3689EC9C195}" dt="2023-08-06T21:21:49.016" v="104" actId="1076"/>
        <pc:sldMkLst>
          <pc:docMk/>
          <pc:sldMk cId="616220982" sldId="275"/>
        </pc:sldMkLst>
      </pc:sldChg>
      <pc:sldChg chg="del">
        <pc:chgData name="JHEYSON FABIAN VILLAVISAN BUITRAGO" userId="e5ced5c2-d787-455d-b115-4f08a699b8c8" providerId="ADAL" clId="{E611AEB0-3E0A-425F-BE9E-C3689EC9C195}" dt="2023-08-06T21:16:53.114" v="27" actId="47"/>
        <pc:sldMkLst>
          <pc:docMk/>
          <pc:sldMk cId="2680639377" sldId="275"/>
        </pc:sldMkLst>
      </pc:sldChg>
      <pc:sldChg chg="addSp modSp add mod">
        <pc:chgData name="JHEYSON FABIAN VILLAVISAN BUITRAGO" userId="e5ced5c2-d787-455d-b115-4f08a699b8c8" providerId="ADAL" clId="{E611AEB0-3E0A-425F-BE9E-C3689EC9C195}" dt="2023-08-13T20:06:29.028" v="1843" actId="20577"/>
        <pc:sldMkLst>
          <pc:docMk/>
          <pc:sldMk cId="3873222534" sldId="276"/>
        </pc:sldMkLst>
      </pc:sldChg>
      <pc:sldChg chg="del">
        <pc:chgData name="JHEYSON FABIAN VILLAVISAN BUITRAGO" userId="e5ced5c2-d787-455d-b115-4f08a699b8c8" providerId="ADAL" clId="{E611AEB0-3E0A-425F-BE9E-C3689EC9C195}" dt="2023-08-06T21:16:53.114" v="27" actId="47"/>
        <pc:sldMkLst>
          <pc:docMk/>
          <pc:sldMk cId="1955606898" sldId="277"/>
        </pc:sldMkLst>
      </pc:sldChg>
      <pc:sldChg chg="addSp delSp modSp add mod">
        <pc:chgData name="JHEYSON FABIAN VILLAVISAN BUITRAGO" userId="e5ced5c2-d787-455d-b115-4f08a699b8c8" providerId="ADAL" clId="{E611AEB0-3E0A-425F-BE9E-C3689EC9C195}" dt="2023-08-06T22:38:44.355" v="675" actId="20577"/>
        <pc:sldMkLst>
          <pc:docMk/>
          <pc:sldMk cId="3594096077" sldId="277"/>
        </pc:sldMkLst>
      </pc:sldChg>
      <pc:sldChg chg="addSp delSp modSp add mod">
        <pc:chgData name="JHEYSON FABIAN VILLAVISAN BUITRAGO" userId="e5ced5c2-d787-455d-b115-4f08a699b8c8" providerId="ADAL" clId="{E611AEB0-3E0A-425F-BE9E-C3689EC9C195}" dt="2023-08-13T20:13:55.593" v="1857" actId="20577"/>
        <pc:sldMkLst>
          <pc:docMk/>
          <pc:sldMk cId="58491467" sldId="278"/>
        </pc:sldMkLst>
      </pc:sldChg>
      <pc:sldChg chg="del">
        <pc:chgData name="JHEYSON FABIAN VILLAVISAN BUITRAGO" userId="e5ced5c2-d787-455d-b115-4f08a699b8c8" providerId="ADAL" clId="{E611AEB0-3E0A-425F-BE9E-C3689EC9C195}" dt="2023-08-06T21:16:53.114" v="27" actId="47"/>
        <pc:sldMkLst>
          <pc:docMk/>
          <pc:sldMk cId="214171354" sldId="278"/>
        </pc:sldMkLst>
      </pc:sldChg>
      <pc:sldChg chg="add del">
        <pc:chgData name="JHEYSON FABIAN VILLAVISAN BUITRAGO" userId="e5ced5c2-d787-455d-b115-4f08a699b8c8" providerId="ADAL" clId="{E611AEB0-3E0A-425F-BE9E-C3689EC9C195}" dt="2023-08-06T22:56:20.201" v="962"/>
        <pc:sldMkLst>
          <pc:docMk/>
          <pc:sldMk cId="884874599" sldId="279"/>
        </pc:sldMkLst>
      </pc:sldChg>
      <pc:sldChg chg="modSp add mod">
        <pc:chgData name="JHEYSON FABIAN VILLAVISAN BUITRAGO" userId="e5ced5c2-d787-455d-b115-4f08a699b8c8" providerId="ADAL" clId="{E611AEB0-3E0A-425F-BE9E-C3689EC9C195}" dt="2023-08-06T23:03:02.327" v="1195" actId="20577"/>
        <pc:sldMkLst>
          <pc:docMk/>
          <pc:sldMk cId="1894837781" sldId="279"/>
        </pc:sldMkLst>
      </pc:sldChg>
      <pc:sldChg chg="del">
        <pc:chgData name="JHEYSON FABIAN VILLAVISAN BUITRAGO" userId="e5ced5c2-d787-455d-b115-4f08a699b8c8" providerId="ADAL" clId="{E611AEB0-3E0A-425F-BE9E-C3689EC9C195}" dt="2023-08-06T21:16:53.114" v="27" actId="47"/>
        <pc:sldMkLst>
          <pc:docMk/>
          <pc:sldMk cId="3765501484" sldId="279"/>
        </pc:sldMkLst>
      </pc:sldChg>
      <pc:sldChg chg="addSp modSp add mod">
        <pc:chgData name="JHEYSON FABIAN VILLAVISAN BUITRAGO" userId="e5ced5c2-d787-455d-b115-4f08a699b8c8" providerId="ADAL" clId="{E611AEB0-3E0A-425F-BE9E-C3689EC9C195}" dt="2023-08-13T20:07:21.430" v="1844" actId="313"/>
        <pc:sldMkLst>
          <pc:docMk/>
          <pc:sldMk cId="1064503744" sldId="280"/>
        </pc:sldMkLst>
      </pc:sldChg>
      <pc:sldChg chg="addSp delSp modSp add del mod">
        <pc:chgData name="JHEYSON FABIAN VILLAVISAN BUITRAGO" userId="e5ced5c2-d787-455d-b115-4f08a699b8c8" providerId="ADAL" clId="{E611AEB0-3E0A-425F-BE9E-C3689EC9C195}" dt="2023-08-06T23:02:48.758" v="1193" actId="47"/>
        <pc:sldMkLst>
          <pc:docMk/>
          <pc:sldMk cId="863128466" sldId="281"/>
        </pc:sldMkLst>
      </pc:sldChg>
      <pc:sldChg chg="modSp add mod">
        <pc:chgData name="JHEYSON FABIAN VILLAVISAN BUITRAGO" userId="e5ced5c2-d787-455d-b115-4f08a699b8c8" providerId="ADAL" clId="{E611AEB0-3E0A-425F-BE9E-C3689EC9C195}" dt="2023-08-06T23:50:37.257" v="1760" actId="20577"/>
        <pc:sldMkLst>
          <pc:docMk/>
          <pc:sldMk cId="3279518594" sldId="282"/>
        </pc:sldMkLst>
      </pc:sldChg>
      <pc:sldChg chg="addSp delSp modSp add mod modNotes modNotesTx">
        <pc:chgData name="JHEYSON FABIAN VILLAVISAN BUITRAGO" userId="e5ced5c2-d787-455d-b115-4f08a699b8c8" providerId="ADAL" clId="{E611AEB0-3E0A-425F-BE9E-C3689EC9C195}" dt="2023-08-13T20:54:34.948" v="1936" actId="20577"/>
        <pc:sldMkLst>
          <pc:docMk/>
          <pc:sldMk cId="600911693" sldId="283"/>
        </pc:sldMkLst>
      </pc:sldChg>
      <pc:sldChg chg="add del">
        <pc:chgData name="JHEYSON FABIAN VILLAVISAN BUITRAGO" userId="e5ced5c2-d787-455d-b115-4f08a699b8c8" providerId="ADAL" clId="{E611AEB0-3E0A-425F-BE9E-C3689EC9C195}" dt="2023-08-06T23:14:40.928" v="1476"/>
        <pc:sldMkLst>
          <pc:docMk/>
          <pc:sldMk cId="1235829378" sldId="284"/>
        </pc:sldMkLst>
      </pc:sldChg>
      <pc:sldChg chg="addSp delSp modSp add mod">
        <pc:chgData name="JHEYSON FABIAN VILLAVISAN BUITRAGO" userId="e5ced5c2-d787-455d-b115-4f08a699b8c8" providerId="ADAL" clId="{E611AEB0-3E0A-425F-BE9E-C3689EC9C195}" dt="2023-08-13T23:43:28.742" v="2558" actId="20577"/>
        <pc:sldMkLst>
          <pc:docMk/>
          <pc:sldMk cId="1698574024" sldId="284"/>
        </pc:sldMkLst>
      </pc:sldChg>
      <pc:sldChg chg="addSp delSp modSp add mod">
        <pc:chgData name="JHEYSON FABIAN VILLAVISAN BUITRAGO" userId="e5ced5c2-d787-455d-b115-4f08a699b8c8" providerId="ADAL" clId="{E611AEB0-3E0A-425F-BE9E-C3689EC9C195}" dt="2023-08-13T22:58:27.737" v="2422" actId="20577"/>
        <pc:sldMkLst>
          <pc:docMk/>
          <pc:sldMk cId="1499167107" sldId="285"/>
        </pc:sldMkLst>
      </pc:sldChg>
      <pc:sldChg chg="modSp add mod">
        <pc:chgData name="JHEYSON FABIAN VILLAVISAN BUITRAGO" userId="e5ced5c2-d787-455d-b115-4f08a699b8c8" providerId="ADAL" clId="{E611AEB0-3E0A-425F-BE9E-C3689EC9C195}" dt="2023-08-13T20:54:50.902" v="1941" actId="1076"/>
        <pc:sldMkLst>
          <pc:docMk/>
          <pc:sldMk cId="1001278451" sldId="286"/>
        </pc:sldMkLst>
      </pc:sldChg>
      <pc:sldChg chg="addSp delSp modSp add mod modNotes modNotesTx">
        <pc:chgData name="JHEYSON FABIAN VILLAVISAN BUITRAGO" userId="e5ced5c2-d787-455d-b115-4f08a699b8c8" providerId="ADAL" clId="{E611AEB0-3E0A-425F-BE9E-C3689EC9C195}" dt="2023-08-13T21:49:53.481" v="1959" actId="27636"/>
        <pc:sldMkLst>
          <pc:docMk/>
          <pc:sldMk cId="185654624" sldId="287"/>
        </pc:sldMkLst>
      </pc:sldChg>
      <pc:sldChg chg="addSp delSp modSp add mod ord modNotes modNotesTx">
        <pc:chgData name="JHEYSON FABIAN VILLAVISAN BUITRAGO" userId="e5ced5c2-d787-455d-b115-4f08a699b8c8" providerId="ADAL" clId="{E611AEB0-3E0A-425F-BE9E-C3689EC9C195}" dt="2023-08-13T22:00:57.834" v="2228" actId="20577"/>
        <pc:sldMkLst>
          <pc:docMk/>
          <pc:sldMk cId="1693476339" sldId="288"/>
        </pc:sldMkLst>
      </pc:sldChg>
      <pc:sldChg chg="addSp delSp modSp add mod modNotes modNotesTx">
        <pc:chgData name="JHEYSON FABIAN VILLAVISAN BUITRAGO" userId="e5ced5c2-d787-455d-b115-4f08a699b8c8" providerId="ADAL" clId="{E611AEB0-3E0A-425F-BE9E-C3689EC9C195}" dt="2023-08-13T22:03:21.085" v="2296" actId="20577"/>
        <pc:sldMkLst>
          <pc:docMk/>
          <pc:sldMk cId="2984553591" sldId="289"/>
        </pc:sldMkLst>
      </pc:sldChg>
      <pc:sldChg chg="addSp modSp add mod">
        <pc:chgData name="JHEYSON FABIAN VILLAVISAN BUITRAGO" userId="e5ced5c2-d787-455d-b115-4f08a699b8c8" providerId="ADAL" clId="{E611AEB0-3E0A-425F-BE9E-C3689EC9C195}" dt="2023-08-13T22:14:01.533" v="2343" actId="6549"/>
        <pc:sldMkLst>
          <pc:docMk/>
          <pc:sldMk cId="407945755" sldId="290"/>
        </pc:sldMkLst>
      </pc:sldChg>
      <pc:sldChg chg="addSp delSp modSp add del mod modNotes">
        <pc:chgData name="JHEYSON FABIAN VILLAVISAN BUITRAGO" userId="e5ced5c2-d787-455d-b115-4f08a699b8c8" providerId="ADAL" clId="{E611AEB0-3E0A-425F-BE9E-C3689EC9C195}" dt="2023-08-13T22:02:32.087" v="2251" actId="47"/>
        <pc:sldMkLst>
          <pc:docMk/>
          <pc:sldMk cId="2173391928" sldId="290"/>
        </pc:sldMkLst>
      </pc:sldChg>
      <pc:sldChg chg="addSp delSp modSp add mod modNotes modNotesTx">
        <pc:chgData name="JHEYSON FABIAN VILLAVISAN BUITRAGO" userId="e5ced5c2-d787-455d-b115-4f08a699b8c8" providerId="ADAL" clId="{E611AEB0-3E0A-425F-BE9E-C3689EC9C195}" dt="2023-08-13T22:54:08.046" v="2345" actId="27636"/>
        <pc:sldMkLst>
          <pc:docMk/>
          <pc:sldMk cId="1362307742" sldId="291"/>
        </pc:sldMkLst>
      </pc:sldChg>
      <pc:sldChg chg="addSp delSp modSp add mod modNotes modNotesTx">
        <pc:chgData name="JHEYSON FABIAN VILLAVISAN BUITRAGO" userId="e5ced5c2-d787-455d-b115-4f08a699b8c8" providerId="ADAL" clId="{E611AEB0-3E0A-425F-BE9E-C3689EC9C195}" dt="2023-08-13T23:30:03.823" v="2510" actId="1076"/>
        <pc:sldMkLst>
          <pc:docMk/>
          <pc:sldMk cId="1411283449" sldId="292"/>
        </pc:sldMkLst>
      </pc:sldChg>
    </pc:docChg>
  </pc:docChgLst>
  <pc:docChgLst>
    <pc:chgData name="JHEYSON FABIAN VILLAVISAN BUITRAGO" userId="e5ced5c2-d787-455d-b115-4f08a699b8c8" providerId="ADAL" clId="{697342B5-C775-4770-B0AF-DEB4D22EC967}"/>
    <pc:docChg chg="undo custSel addSld delSld modSld sldOrd modSection">
      <pc:chgData name="JHEYSON FABIAN VILLAVISAN BUITRAGO" userId="e5ced5c2-d787-455d-b115-4f08a699b8c8" providerId="ADAL" clId="{697342B5-C775-4770-B0AF-DEB4D22EC967}" dt="2025-08-28T21:30:03.626" v="1792" actId="1076"/>
      <pc:docMkLst>
        <pc:docMk/>
      </pc:docMkLst>
      <pc:sldChg chg="modSp add del mod">
        <pc:chgData name="JHEYSON FABIAN VILLAVISAN BUITRAGO" userId="e5ced5c2-d787-455d-b115-4f08a699b8c8" providerId="ADAL" clId="{697342B5-C775-4770-B0AF-DEB4D22EC967}" dt="2025-08-28T19:58:36.560" v="111"/>
        <pc:sldMkLst>
          <pc:docMk/>
          <pc:sldMk cId="616220982" sldId="275"/>
        </pc:sldMkLst>
      </pc:sldChg>
      <pc:sldChg chg="modSp add mod">
        <pc:chgData name="JHEYSON FABIAN VILLAVISAN BUITRAGO" userId="e5ced5c2-d787-455d-b115-4f08a699b8c8" providerId="ADAL" clId="{697342B5-C775-4770-B0AF-DEB4D22EC967}" dt="2025-08-28T19:59:38.844" v="161" actId="1076"/>
        <pc:sldMkLst>
          <pc:docMk/>
          <pc:sldMk cId="2780058799" sldId="276"/>
        </pc:sldMkLst>
      </pc:sldChg>
      <pc:sldChg chg="add del">
        <pc:chgData name="JHEYSON FABIAN VILLAVISAN BUITRAGO" userId="e5ced5c2-d787-455d-b115-4f08a699b8c8" providerId="ADAL" clId="{697342B5-C775-4770-B0AF-DEB4D22EC967}" dt="2025-08-28T19:56:32.981" v="2" actId="2696"/>
        <pc:sldMkLst>
          <pc:docMk/>
          <pc:sldMk cId="3873222534" sldId="276"/>
        </pc:sldMkLst>
      </pc:sldChg>
      <pc:sldChg chg="add del">
        <pc:chgData name="JHEYSON FABIAN VILLAVISAN BUITRAGO" userId="e5ced5c2-d787-455d-b115-4f08a699b8c8" providerId="ADAL" clId="{697342B5-C775-4770-B0AF-DEB4D22EC967}" dt="2025-08-28T19:56:33.986" v="3" actId="47"/>
        <pc:sldMkLst>
          <pc:docMk/>
          <pc:sldMk cId="3594096077" sldId="277"/>
        </pc:sldMkLst>
      </pc:sldChg>
      <pc:sldChg chg="modSp add mod">
        <pc:chgData name="JHEYSON FABIAN VILLAVISAN BUITRAGO" userId="e5ced5c2-d787-455d-b115-4f08a699b8c8" providerId="ADAL" clId="{697342B5-C775-4770-B0AF-DEB4D22EC967}" dt="2025-08-28T19:59:33.428" v="159" actId="20577"/>
        <pc:sldMkLst>
          <pc:docMk/>
          <pc:sldMk cId="3945607397" sldId="277"/>
        </pc:sldMkLst>
      </pc:sldChg>
      <pc:sldChg chg="add del">
        <pc:chgData name="JHEYSON FABIAN VILLAVISAN BUITRAGO" userId="e5ced5c2-d787-455d-b115-4f08a699b8c8" providerId="ADAL" clId="{697342B5-C775-4770-B0AF-DEB4D22EC967}" dt="2025-08-28T19:56:34.179" v="4" actId="47"/>
        <pc:sldMkLst>
          <pc:docMk/>
          <pc:sldMk cId="58491467" sldId="278"/>
        </pc:sldMkLst>
      </pc:sldChg>
      <pc:sldChg chg="modSp add mod">
        <pc:chgData name="JHEYSON FABIAN VILLAVISAN BUITRAGO" userId="e5ced5c2-d787-455d-b115-4f08a699b8c8" providerId="ADAL" clId="{697342B5-C775-4770-B0AF-DEB4D22EC967}" dt="2025-08-28T20:07:58.478" v="239" actId="1076"/>
        <pc:sldMkLst>
          <pc:docMk/>
          <pc:sldMk cId="2919251281" sldId="278"/>
        </pc:sldMkLst>
      </pc:sldChg>
      <pc:sldChg chg="addSp modSp add mod">
        <pc:chgData name="JHEYSON FABIAN VILLAVISAN BUITRAGO" userId="e5ced5c2-d787-455d-b115-4f08a699b8c8" providerId="ADAL" clId="{697342B5-C775-4770-B0AF-DEB4D22EC967}" dt="2025-08-28T20:09:30.831" v="369" actId="20577"/>
        <pc:sldMkLst>
          <pc:docMk/>
          <pc:sldMk cId="1436345519" sldId="279"/>
        </pc:sldMkLst>
      </pc:sldChg>
      <pc:sldChg chg="add del">
        <pc:chgData name="JHEYSON FABIAN VILLAVISAN BUITRAGO" userId="e5ced5c2-d787-455d-b115-4f08a699b8c8" providerId="ADAL" clId="{697342B5-C775-4770-B0AF-DEB4D22EC967}" dt="2025-08-28T19:56:35.544" v="10" actId="47"/>
        <pc:sldMkLst>
          <pc:docMk/>
          <pc:sldMk cId="1894837781" sldId="279"/>
        </pc:sldMkLst>
      </pc:sldChg>
      <pc:sldChg chg="add del">
        <pc:chgData name="JHEYSON FABIAN VILLAVISAN BUITRAGO" userId="e5ced5c2-d787-455d-b115-4f08a699b8c8" providerId="ADAL" clId="{697342B5-C775-4770-B0AF-DEB4D22EC967}" dt="2025-08-28T19:56:35.710" v="11" actId="47"/>
        <pc:sldMkLst>
          <pc:docMk/>
          <pc:sldMk cId="1064503744" sldId="280"/>
        </pc:sldMkLst>
      </pc:sldChg>
      <pc:sldChg chg="addSp modSp add mod ord">
        <pc:chgData name="JHEYSON FABIAN VILLAVISAN BUITRAGO" userId="e5ced5c2-d787-455d-b115-4f08a699b8c8" providerId="ADAL" clId="{697342B5-C775-4770-B0AF-DEB4D22EC967}" dt="2025-08-28T20:11:20.325" v="464" actId="1076"/>
        <pc:sldMkLst>
          <pc:docMk/>
          <pc:sldMk cId="2814664192" sldId="280"/>
        </pc:sldMkLst>
      </pc:sldChg>
      <pc:sldChg chg="addSp modSp add mod ord">
        <pc:chgData name="JHEYSON FABIAN VILLAVISAN BUITRAGO" userId="e5ced5c2-d787-455d-b115-4f08a699b8c8" providerId="ADAL" clId="{697342B5-C775-4770-B0AF-DEB4D22EC967}" dt="2025-08-28T20:13:35.808" v="517" actId="1076"/>
        <pc:sldMkLst>
          <pc:docMk/>
          <pc:sldMk cId="3836185615" sldId="281"/>
        </pc:sldMkLst>
      </pc:sldChg>
      <pc:sldChg chg="addSp modSp add mod">
        <pc:chgData name="JHEYSON FABIAN VILLAVISAN BUITRAGO" userId="e5ced5c2-d787-455d-b115-4f08a699b8c8" providerId="ADAL" clId="{697342B5-C775-4770-B0AF-DEB4D22EC967}" dt="2025-08-28T20:16:13.105" v="582" actId="27636"/>
        <pc:sldMkLst>
          <pc:docMk/>
          <pc:sldMk cId="2541286" sldId="282"/>
        </pc:sldMkLst>
      </pc:sldChg>
      <pc:sldChg chg="add del">
        <pc:chgData name="JHEYSON FABIAN VILLAVISAN BUITRAGO" userId="e5ced5c2-d787-455d-b115-4f08a699b8c8" providerId="ADAL" clId="{697342B5-C775-4770-B0AF-DEB4D22EC967}" dt="2025-08-28T19:56:36.024" v="13" actId="47"/>
        <pc:sldMkLst>
          <pc:docMk/>
          <pc:sldMk cId="600911693" sldId="283"/>
        </pc:sldMkLst>
      </pc:sldChg>
      <pc:sldChg chg="addSp modSp add mod">
        <pc:chgData name="JHEYSON FABIAN VILLAVISAN BUITRAGO" userId="e5ced5c2-d787-455d-b115-4f08a699b8c8" providerId="ADAL" clId="{697342B5-C775-4770-B0AF-DEB4D22EC967}" dt="2025-08-28T20:21:15.492" v="646" actId="20577"/>
        <pc:sldMkLst>
          <pc:docMk/>
          <pc:sldMk cId="1249203809" sldId="283"/>
        </pc:sldMkLst>
      </pc:sldChg>
      <pc:sldChg chg="modSp add mod">
        <pc:chgData name="JHEYSON FABIAN VILLAVISAN BUITRAGO" userId="e5ced5c2-d787-455d-b115-4f08a699b8c8" providerId="ADAL" clId="{697342B5-C775-4770-B0AF-DEB4D22EC967}" dt="2025-08-28T20:24:24.106" v="698" actId="20577"/>
        <pc:sldMkLst>
          <pc:docMk/>
          <pc:sldMk cId="834430153" sldId="284"/>
        </pc:sldMkLst>
      </pc:sldChg>
      <pc:sldChg chg="add del">
        <pc:chgData name="JHEYSON FABIAN VILLAVISAN BUITRAGO" userId="e5ced5c2-d787-455d-b115-4f08a699b8c8" providerId="ADAL" clId="{697342B5-C775-4770-B0AF-DEB4D22EC967}" dt="2025-08-28T19:56:38.788" v="21" actId="47"/>
        <pc:sldMkLst>
          <pc:docMk/>
          <pc:sldMk cId="1698574024" sldId="284"/>
        </pc:sldMkLst>
      </pc:sldChg>
      <pc:sldChg chg="modSp add mod">
        <pc:chgData name="JHEYSON FABIAN VILLAVISAN BUITRAGO" userId="e5ced5c2-d787-455d-b115-4f08a699b8c8" providerId="ADAL" clId="{697342B5-C775-4770-B0AF-DEB4D22EC967}" dt="2025-08-28T20:25:53.889" v="743" actId="1076"/>
        <pc:sldMkLst>
          <pc:docMk/>
          <pc:sldMk cId="2871355928" sldId="285"/>
        </pc:sldMkLst>
      </pc:sldChg>
      <pc:sldChg chg="add del">
        <pc:chgData name="JHEYSON FABIAN VILLAVISAN BUITRAGO" userId="e5ced5c2-d787-455d-b115-4f08a699b8c8" providerId="ADAL" clId="{697342B5-C775-4770-B0AF-DEB4D22EC967}" dt="2025-08-28T19:56:36.373" v="15" actId="47"/>
        <pc:sldMkLst>
          <pc:docMk/>
          <pc:sldMk cId="1001278451" sldId="286"/>
        </pc:sldMkLst>
      </pc:sldChg>
      <pc:sldChg chg="addSp delSp modSp add mod">
        <pc:chgData name="JHEYSON FABIAN VILLAVISAN BUITRAGO" userId="e5ced5c2-d787-455d-b115-4f08a699b8c8" providerId="ADAL" clId="{697342B5-C775-4770-B0AF-DEB4D22EC967}" dt="2025-08-28T20:33:54.467" v="764" actId="20577"/>
        <pc:sldMkLst>
          <pc:docMk/>
          <pc:sldMk cId="2664902677" sldId="286"/>
        </pc:sldMkLst>
      </pc:sldChg>
      <pc:sldChg chg="add del">
        <pc:chgData name="JHEYSON FABIAN VILLAVISAN BUITRAGO" userId="e5ced5c2-d787-455d-b115-4f08a699b8c8" providerId="ADAL" clId="{697342B5-C775-4770-B0AF-DEB4D22EC967}" dt="2025-08-28T19:56:35.847" v="12" actId="47"/>
        <pc:sldMkLst>
          <pc:docMk/>
          <pc:sldMk cId="185654624" sldId="287"/>
        </pc:sldMkLst>
      </pc:sldChg>
      <pc:sldChg chg="addSp delSp modSp add mod">
        <pc:chgData name="JHEYSON FABIAN VILLAVISAN BUITRAGO" userId="e5ced5c2-d787-455d-b115-4f08a699b8c8" providerId="ADAL" clId="{697342B5-C775-4770-B0AF-DEB4D22EC967}" dt="2025-08-28T20:42:36.488" v="853" actId="1076"/>
        <pc:sldMkLst>
          <pc:docMk/>
          <pc:sldMk cId="1073089991" sldId="287"/>
        </pc:sldMkLst>
      </pc:sldChg>
      <pc:sldChg chg="add del">
        <pc:chgData name="JHEYSON FABIAN VILLAVISAN BUITRAGO" userId="e5ced5c2-d787-455d-b115-4f08a699b8c8" providerId="ADAL" clId="{697342B5-C775-4770-B0AF-DEB4D22EC967}" dt="2025-08-28T19:56:36.726" v="17" actId="47"/>
        <pc:sldMkLst>
          <pc:docMk/>
          <pc:sldMk cId="1693476339" sldId="288"/>
        </pc:sldMkLst>
      </pc:sldChg>
      <pc:sldChg chg="addSp delSp modSp add mod">
        <pc:chgData name="JHEYSON FABIAN VILLAVISAN BUITRAGO" userId="e5ced5c2-d787-455d-b115-4f08a699b8c8" providerId="ADAL" clId="{697342B5-C775-4770-B0AF-DEB4D22EC967}" dt="2025-08-28T20:51:19.917" v="964" actId="1076"/>
        <pc:sldMkLst>
          <pc:docMk/>
          <pc:sldMk cId="3711119762" sldId="288"/>
        </pc:sldMkLst>
      </pc:sldChg>
      <pc:sldChg chg="addSp modSp add mod">
        <pc:chgData name="JHEYSON FABIAN VILLAVISAN BUITRAGO" userId="e5ced5c2-d787-455d-b115-4f08a699b8c8" providerId="ADAL" clId="{697342B5-C775-4770-B0AF-DEB4D22EC967}" dt="2025-08-28T20:52:17.324" v="975" actId="20577"/>
        <pc:sldMkLst>
          <pc:docMk/>
          <pc:sldMk cId="1844154036" sldId="289"/>
        </pc:sldMkLst>
      </pc:sldChg>
      <pc:sldChg chg="add del">
        <pc:chgData name="JHEYSON FABIAN VILLAVISAN BUITRAGO" userId="e5ced5c2-d787-455d-b115-4f08a699b8c8" providerId="ADAL" clId="{697342B5-C775-4770-B0AF-DEB4D22EC967}" dt="2025-08-28T19:56:37.341" v="18" actId="47"/>
        <pc:sldMkLst>
          <pc:docMk/>
          <pc:sldMk cId="2984553591" sldId="289"/>
        </pc:sldMkLst>
      </pc:sldChg>
      <pc:sldChg chg="add del">
        <pc:chgData name="JHEYSON FABIAN VILLAVISAN BUITRAGO" userId="e5ced5c2-d787-455d-b115-4f08a699b8c8" providerId="ADAL" clId="{697342B5-C775-4770-B0AF-DEB4D22EC967}" dt="2025-08-28T19:56:37.594" v="19" actId="47"/>
        <pc:sldMkLst>
          <pc:docMk/>
          <pc:sldMk cId="407945755" sldId="290"/>
        </pc:sldMkLst>
      </pc:sldChg>
      <pc:sldChg chg="add del">
        <pc:chgData name="JHEYSON FABIAN VILLAVISAN BUITRAGO" userId="e5ced5c2-d787-455d-b115-4f08a699b8c8" providerId="ADAL" clId="{697342B5-C775-4770-B0AF-DEB4D22EC967}" dt="2025-08-28T19:56:37.973" v="20" actId="47"/>
        <pc:sldMkLst>
          <pc:docMk/>
          <pc:sldMk cId="1362307742" sldId="291"/>
        </pc:sldMkLst>
      </pc:sldChg>
      <pc:sldChg chg="add del">
        <pc:chgData name="JHEYSON FABIAN VILLAVISAN BUITRAGO" userId="e5ced5c2-d787-455d-b115-4f08a699b8c8" providerId="ADAL" clId="{697342B5-C775-4770-B0AF-DEB4D22EC967}" dt="2025-08-28T19:56:34.380" v="5" actId="47"/>
        <pc:sldMkLst>
          <pc:docMk/>
          <pc:sldMk cId="2448612144" sldId="293"/>
        </pc:sldMkLst>
      </pc:sldChg>
      <pc:sldChg chg="add del">
        <pc:chgData name="JHEYSON FABIAN VILLAVISAN BUITRAGO" userId="e5ced5c2-d787-455d-b115-4f08a699b8c8" providerId="ADAL" clId="{697342B5-C775-4770-B0AF-DEB4D22EC967}" dt="2025-08-28T19:56:36.188" v="14" actId="47"/>
        <pc:sldMkLst>
          <pc:docMk/>
          <pc:sldMk cId="2466407268" sldId="294"/>
        </pc:sldMkLst>
      </pc:sldChg>
      <pc:sldChg chg="add del">
        <pc:chgData name="JHEYSON FABIAN VILLAVISAN BUITRAGO" userId="e5ced5c2-d787-455d-b115-4f08a699b8c8" providerId="ADAL" clId="{697342B5-C775-4770-B0AF-DEB4D22EC967}" dt="2025-08-28T19:56:36.543" v="16" actId="47"/>
        <pc:sldMkLst>
          <pc:docMk/>
          <pc:sldMk cId="2113326980" sldId="295"/>
        </pc:sldMkLst>
      </pc:sldChg>
      <pc:sldChg chg="add del">
        <pc:chgData name="JHEYSON FABIAN VILLAVISAN BUITRAGO" userId="e5ced5c2-d787-455d-b115-4f08a699b8c8" providerId="ADAL" clId="{697342B5-C775-4770-B0AF-DEB4D22EC967}" dt="2025-08-28T19:56:34.591" v="6" actId="47"/>
        <pc:sldMkLst>
          <pc:docMk/>
          <pc:sldMk cId="291105608" sldId="296"/>
        </pc:sldMkLst>
      </pc:sldChg>
      <pc:sldChg chg="add del">
        <pc:chgData name="JHEYSON FABIAN VILLAVISAN BUITRAGO" userId="e5ced5c2-d787-455d-b115-4f08a699b8c8" providerId="ADAL" clId="{697342B5-C775-4770-B0AF-DEB4D22EC967}" dt="2025-08-28T19:56:34.798" v="7" actId="47"/>
        <pc:sldMkLst>
          <pc:docMk/>
          <pc:sldMk cId="3819376886" sldId="297"/>
        </pc:sldMkLst>
      </pc:sldChg>
      <pc:sldChg chg="addSp modSp add del mod">
        <pc:chgData name="JHEYSON FABIAN VILLAVISAN BUITRAGO" userId="e5ced5c2-d787-455d-b115-4f08a699b8c8" providerId="ADAL" clId="{697342B5-C775-4770-B0AF-DEB4D22EC967}" dt="2025-08-28T20:54:45.528" v="991" actId="1076"/>
        <pc:sldMkLst>
          <pc:docMk/>
          <pc:sldMk cId="3615389890" sldId="298"/>
        </pc:sldMkLst>
      </pc:sldChg>
      <pc:sldChg chg="addSp modSp add del mod">
        <pc:chgData name="JHEYSON FABIAN VILLAVISAN BUITRAGO" userId="e5ced5c2-d787-455d-b115-4f08a699b8c8" providerId="ADAL" clId="{697342B5-C775-4770-B0AF-DEB4D22EC967}" dt="2025-08-28T20:54:40.094" v="989" actId="1582"/>
        <pc:sldMkLst>
          <pc:docMk/>
          <pc:sldMk cId="3420418071" sldId="299"/>
        </pc:sldMkLst>
      </pc:sldChg>
      <pc:sldChg chg="modSp add del mod">
        <pc:chgData name="JHEYSON FABIAN VILLAVISAN BUITRAGO" userId="e5ced5c2-d787-455d-b115-4f08a699b8c8" providerId="ADAL" clId="{697342B5-C775-4770-B0AF-DEB4D22EC967}" dt="2025-08-28T20:54:03.060" v="983" actId="47"/>
        <pc:sldMkLst>
          <pc:docMk/>
          <pc:sldMk cId="24185597" sldId="300"/>
        </pc:sldMkLst>
      </pc:sldChg>
      <pc:sldChg chg="modSp add mod ord">
        <pc:chgData name="JHEYSON FABIAN VILLAVISAN BUITRAGO" userId="e5ced5c2-d787-455d-b115-4f08a699b8c8" providerId="ADAL" clId="{697342B5-C775-4770-B0AF-DEB4D22EC967}" dt="2025-08-28T20:57:01.603" v="1027" actId="1076"/>
        <pc:sldMkLst>
          <pc:docMk/>
          <pc:sldMk cId="3504482196" sldId="300"/>
        </pc:sldMkLst>
      </pc:sldChg>
      <pc:sldChg chg="modSp add mod">
        <pc:chgData name="JHEYSON FABIAN VILLAVISAN BUITRAGO" userId="e5ced5c2-d787-455d-b115-4f08a699b8c8" providerId="ADAL" clId="{697342B5-C775-4770-B0AF-DEB4D22EC967}" dt="2025-08-28T20:59:42.880" v="1039" actId="20577"/>
        <pc:sldMkLst>
          <pc:docMk/>
          <pc:sldMk cId="3238592863" sldId="301"/>
        </pc:sldMkLst>
      </pc:sldChg>
      <pc:sldChg chg="addSp delSp modSp add mod">
        <pc:chgData name="JHEYSON FABIAN VILLAVISAN BUITRAGO" userId="e5ced5c2-d787-455d-b115-4f08a699b8c8" providerId="ADAL" clId="{697342B5-C775-4770-B0AF-DEB4D22EC967}" dt="2025-08-28T21:07:49.498" v="1247" actId="113"/>
        <pc:sldMkLst>
          <pc:docMk/>
          <pc:sldMk cId="1588383939" sldId="302"/>
        </pc:sldMkLst>
      </pc:sldChg>
      <pc:sldChg chg="addSp delSp modSp add mod">
        <pc:chgData name="JHEYSON FABIAN VILLAVISAN BUITRAGO" userId="e5ced5c2-d787-455d-b115-4f08a699b8c8" providerId="ADAL" clId="{697342B5-C775-4770-B0AF-DEB4D22EC967}" dt="2025-08-28T21:30:03.626" v="1792" actId="1076"/>
        <pc:sldMkLst>
          <pc:docMk/>
          <pc:sldMk cId="658582679" sldId="303"/>
        </pc:sldMkLst>
      </pc:sldChg>
    </pc:docChg>
  </pc:docChgLst>
  <pc:docChgLst>
    <pc:chgData name="JHEYSON FABIAN VILLAVISAN BUITRAGO" userId="S::jfvillavisanb@itc.edu.co::e5ced5c2-d787-455d-b115-4f08a699b8c8" providerId="AD" clId="Web-{15AE415D-BC42-1952-4D2A-BF7A6F4B0271}"/>
    <pc:docChg chg="modSld">
      <pc:chgData name="JHEYSON FABIAN VILLAVISAN BUITRAGO" userId="S::jfvillavisanb@itc.edu.co::e5ced5c2-d787-455d-b115-4f08a699b8c8" providerId="AD" clId="Web-{15AE415D-BC42-1952-4D2A-BF7A6F4B0271}" dt="2024-08-14T00:34:54.133" v="4" actId="1076"/>
      <pc:docMkLst>
        <pc:docMk/>
      </pc:docMkLst>
      <pc:sldChg chg="modSp">
        <pc:chgData name="JHEYSON FABIAN VILLAVISAN BUITRAGO" userId="S::jfvillavisanb@itc.edu.co::e5ced5c2-d787-455d-b115-4f08a699b8c8" providerId="AD" clId="Web-{15AE415D-BC42-1952-4D2A-BF7A6F4B0271}" dt="2024-08-14T00:34:54.133" v="4" actId="1076"/>
        <pc:sldMkLst>
          <pc:docMk/>
          <pc:sldMk cId="185654624" sldId="287"/>
        </pc:sldMkLst>
      </pc:sldChg>
      <pc:sldChg chg="addSp delSp modSp">
        <pc:chgData name="JHEYSON FABIAN VILLAVISAN BUITRAGO" userId="S::jfvillavisanb@itc.edu.co::e5ced5c2-d787-455d-b115-4f08a699b8c8" providerId="AD" clId="Web-{15AE415D-BC42-1952-4D2A-BF7A6F4B0271}" dt="2024-08-13T22:53:33.079" v="2" actId="1076"/>
        <pc:sldMkLst>
          <pc:docMk/>
          <pc:sldMk cId="407945755" sldId="290"/>
        </pc:sldMkLst>
      </pc:sldChg>
    </pc:docChg>
  </pc:docChgLst>
  <pc:docChgLst>
    <pc:chgData name="DIEGO ALEJANDRO RODRIGUEZ GOMEZ" userId="S::darodriguezgo@itc.edu.co::1e2337d8-8fab-437d-a653-fa453b036901" providerId="AD" clId="Web-{ED068615-2687-A8F8-DB88-E3E4C92E219D}"/>
    <pc:docChg chg="sldOrd">
      <pc:chgData name="DIEGO ALEJANDRO RODRIGUEZ GOMEZ" userId="S::darodriguezgo@itc.edu.co::1e2337d8-8fab-437d-a653-fa453b036901" providerId="AD" clId="Web-{ED068615-2687-A8F8-DB88-E3E4C92E219D}" dt="2024-10-03T00:40:14.879" v="0"/>
      <pc:docMkLst>
        <pc:docMk/>
      </pc:docMkLst>
      <pc:sldChg chg="ord">
        <pc:chgData name="DIEGO ALEJANDRO RODRIGUEZ GOMEZ" userId="S::darodriguezgo@itc.edu.co::1e2337d8-8fab-437d-a653-fa453b036901" providerId="AD" clId="Web-{ED068615-2687-A8F8-DB88-E3E4C92E219D}" dt="2024-10-03T00:40:14.879" v="0"/>
        <pc:sldMkLst>
          <pc:docMk/>
          <pc:sldMk cId="1894837781" sldId="279"/>
        </pc:sldMkLst>
      </pc:sldChg>
    </pc:docChg>
  </pc:docChgLst>
  <pc:docChgLst>
    <pc:chgData name="CESAR ANDRES CARDENAS CHITIVA" userId="S::cacardenasc@itc.edu.co::7141082e-f5bc-48e1-a733-4ff10f1b4670" providerId="AD" clId="Web-{466D600D-8185-DC2E-AD7B-C958F5CFFF3E}"/>
    <pc:docChg chg="delSld modSection">
      <pc:chgData name="CESAR ANDRES CARDENAS CHITIVA" userId="S::cacardenasc@itc.edu.co::7141082e-f5bc-48e1-a733-4ff10f1b4670" providerId="AD" clId="Web-{466D600D-8185-DC2E-AD7B-C958F5CFFF3E}" dt="2023-09-10T19:32:45.392" v="0"/>
      <pc:docMkLst>
        <pc:docMk/>
      </pc:docMkLst>
      <pc:sldChg chg="del">
        <pc:chgData name="CESAR ANDRES CARDENAS CHITIVA" userId="S::cacardenasc@itc.edu.co::7141082e-f5bc-48e1-a733-4ff10f1b4670" providerId="AD" clId="Web-{466D600D-8185-DC2E-AD7B-C958F5CFFF3E}" dt="2023-09-10T19:32:45.392" v="0"/>
        <pc:sldMkLst>
          <pc:docMk/>
          <pc:sldMk cId="3279518594" sldId="282"/>
        </pc:sldMkLst>
      </pc:sldChg>
    </pc:docChg>
  </pc:docChgLst>
  <pc:docChgLst>
    <pc:chgData name="JHEYSON FABIAN VILLAVISAN BUITRAGO" userId="S::jfvillavisanb@itc.edu.co::e5ced5c2-d787-455d-b115-4f08a699b8c8" providerId="AD" clId="Web-{50FA6DDA-E351-DBE3-AA80-3D7A525F08AF}"/>
    <pc:docChg chg="modSld">
      <pc:chgData name="JHEYSON FABIAN VILLAVISAN BUITRAGO" userId="S::jfvillavisanb@itc.edu.co::e5ced5c2-d787-455d-b115-4f08a699b8c8" providerId="AD" clId="Web-{50FA6DDA-E351-DBE3-AA80-3D7A525F08AF}" dt="2024-08-28T00:49:28.227" v="0"/>
      <pc:docMkLst>
        <pc:docMk/>
      </pc:docMkLst>
      <pc:sldChg chg="delSp">
        <pc:chgData name="JHEYSON FABIAN VILLAVISAN BUITRAGO" userId="S::jfvillavisanb@itc.edu.co::e5ced5c2-d787-455d-b115-4f08a699b8c8" providerId="AD" clId="Web-{50FA6DDA-E351-DBE3-AA80-3D7A525F08AF}" dt="2024-08-28T00:49:28.227" v="0"/>
        <pc:sldMkLst>
          <pc:docMk/>
          <pc:sldMk cId="407945755" sldId="290"/>
        </pc:sldMkLst>
      </pc:sldChg>
    </pc:docChg>
  </pc:docChgLst>
  <pc:docChgLst>
    <pc:chgData name="JHEYSON FABIAN VILLAVISAN BUITRAGO" userId="e5ced5c2-d787-455d-b115-4f08a699b8c8" providerId="ADAL" clId="{83D57D63-D11F-4A5C-AF47-0F7B7BC46677}"/>
    <pc:docChg chg="custSel delSld modSld sldOrd modSection">
      <pc:chgData name="JHEYSON FABIAN VILLAVISAN BUITRAGO" userId="e5ced5c2-d787-455d-b115-4f08a699b8c8" providerId="ADAL" clId="{83D57D63-D11F-4A5C-AF47-0F7B7BC46677}" dt="2025-01-09T15:40:52.938" v="52" actId="1076"/>
      <pc:docMkLst>
        <pc:docMk/>
      </pc:docMkLst>
      <pc:sldChg chg="addSp delSp modSp mod">
        <pc:chgData name="JHEYSON FABIAN VILLAVISAN BUITRAGO" userId="e5ced5c2-d787-455d-b115-4f08a699b8c8" providerId="ADAL" clId="{83D57D63-D11F-4A5C-AF47-0F7B7BC46677}" dt="2025-01-04T23:16:10.811" v="4" actId="478"/>
        <pc:sldMkLst>
          <pc:docMk/>
          <pc:sldMk cId="2505371292" sldId="270"/>
        </pc:sldMkLst>
      </pc:sldChg>
      <pc:sldChg chg="modSp">
        <pc:chgData name="JHEYSON FABIAN VILLAVISAN BUITRAGO" userId="e5ced5c2-d787-455d-b115-4f08a699b8c8" providerId="ADAL" clId="{83D57D63-D11F-4A5C-AF47-0F7B7BC46677}" dt="2025-01-09T15:36:47.768" v="40"/>
        <pc:sldMkLst>
          <pc:docMk/>
          <pc:sldMk cId="1064503744" sldId="280"/>
        </pc:sldMkLst>
      </pc:sldChg>
      <pc:sldChg chg="modSp">
        <pc:chgData name="JHEYSON FABIAN VILLAVISAN BUITRAGO" userId="e5ced5c2-d787-455d-b115-4f08a699b8c8" providerId="ADAL" clId="{83D57D63-D11F-4A5C-AF47-0F7B7BC46677}" dt="2025-01-09T15:36:58.875" v="44"/>
        <pc:sldMkLst>
          <pc:docMk/>
          <pc:sldMk cId="600911693" sldId="283"/>
        </pc:sldMkLst>
      </pc:sldChg>
      <pc:sldChg chg="modSp mod">
        <pc:chgData name="JHEYSON FABIAN VILLAVISAN BUITRAGO" userId="e5ced5c2-d787-455d-b115-4f08a699b8c8" providerId="ADAL" clId="{83D57D63-D11F-4A5C-AF47-0F7B7BC46677}" dt="2025-01-09T15:38:47.438" v="48" actId="113"/>
        <pc:sldMkLst>
          <pc:docMk/>
          <pc:sldMk cId="1001278451" sldId="286"/>
        </pc:sldMkLst>
      </pc:sldChg>
      <pc:sldChg chg="modSp mod">
        <pc:chgData name="JHEYSON FABIAN VILLAVISAN BUITRAGO" userId="e5ced5c2-d787-455d-b115-4f08a699b8c8" providerId="ADAL" clId="{83D57D63-D11F-4A5C-AF47-0F7B7BC46677}" dt="2025-01-09T15:36:53.429" v="42"/>
        <pc:sldMkLst>
          <pc:docMk/>
          <pc:sldMk cId="185654624" sldId="287"/>
        </pc:sldMkLst>
      </pc:sldChg>
      <pc:sldChg chg="modSp mod">
        <pc:chgData name="JHEYSON FABIAN VILLAVISAN BUITRAGO" userId="e5ced5c2-d787-455d-b115-4f08a699b8c8" providerId="ADAL" clId="{83D57D63-D11F-4A5C-AF47-0F7B7BC46677}" dt="2025-01-09T15:40:52.938" v="52" actId="1076"/>
        <pc:sldMkLst>
          <pc:docMk/>
          <pc:sldMk cId="407945755" sldId="290"/>
        </pc:sldMkLst>
      </pc:sldChg>
      <pc:sldChg chg="modSp mod">
        <pc:chgData name="JHEYSON FABIAN VILLAVISAN BUITRAGO" userId="e5ced5c2-d787-455d-b115-4f08a699b8c8" providerId="ADAL" clId="{83D57D63-D11F-4A5C-AF47-0F7B7BC46677}" dt="2025-01-09T15:35:54.806" v="38" actId="20577"/>
        <pc:sldMkLst>
          <pc:docMk/>
          <pc:sldMk cId="2448612144" sldId="293"/>
        </pc:sldMkLst>
      </pc:sldChg>
      <pc:sldChg chg="addSp modSp mod ord">
        <pc:chgData name="JHEYSON FABIAN VILLAVISAN BUITRAGO" userId="e5ced5c2-d787-455d-b115-4f08a699b8c8" providerId="ADAL" clId="{83D57D63-D11F-4A5C-AF47-0F7B7BC46677}" dt="2025-01-09T15:37:20.119" v="47" actId="113"/>
        <pc:sldMkLst>
          <pc:docMk/>
          <pc:sldMk cId="2466407268" sldId="294"/>
        </pc:sldMkLst>
      </pc:sldChg>
      <pc:sldChg chg="modSp">
        <pc:chgData name="JHEYSON FABIAN VILLAVISAN BUITRAGO" userId="e5ced5c2-d787-455d-b115-4f08a699b8c8" providerId="ADAL" clId="{83D57D63-D11F-4A5C-AF47-0F7B7BC46677}" dt="2025-01-08T17:02:49.348" v="17" actId="20577"/>
        <pc:sldMkLst>
          <pc:docMk/>
          <pc:sldMk cId="2113326980" sldId="295"/>
        </pc:sldMkLst>
      </pc:sldChg>
      <pc:sldChg chg="del">
        <pc:chgData name="JHEYSON FABIAN VILLAVISAN BUITRAGO" userId="e5ced5c2-d787-455d-b115-4f08a699b8c8" providerId="ADAL" clId="{83D57D63-D11F-4A5C-AF47-0F7B7BC46677}" dt="2025-01-03T19:53:35.355" v="1" actId="47"/>
        <pc:sldMkLst>
          <pc:docMk/>
          <pc:sldMk cId="3981299200" sldId="296"/>
        </pc:sldMkLst>
      </pc:sldChg>
      <pc:sldChg chg="del">
        <pc:chgData name="JHEYSON FABIAN VILLAVISAN BUITRAGO" userId="e5ced5c2-d787-455d-b115-4f08a699b8c8" providerId="ADAL" clId="{83D57D63-D11F-4A5C-AF47-0F7B7BC46677}" dt="2025-01-03T19:53:19.807" v="0" actId="47"/>
        <pc:sldMkLst>
          <pc:docMk/>
          <pc:sldMk cId="1439744647" sldId="297"/>
        </pc:sldMkLst>
      </pc:sldChg>
    </pc:docChg>
  </pc:docChgLst>
  <pc:docChgLst>
    <pc:chgData name="JHEYSON FABIAN VILLAVISAN BUITRAGO" userId="e5ced5c2-d787-455d-b115-4f08a699b8c8" providerId="ADAL" clId="{346ECE53-D0EE-4664-97A2-EE5ED4BD15CE}"/>
    <pc:docChg chg="undo custSel addSld delSld modSld sldOrd modSection">
      <pc:chgData name="JHEYSON FABIAN VILLAVISAN BUITRAGO" userId="e5ced5c2-d787-455d-b115-4f08a699b8c8" providerId="ADAL" clId="{346ECE53-D0EE-4664-97A2-EE5ED4BD15CE}" dt="2025-10-18T13:49:15.946" v="5102" actId="20577"/>
      <pc:docMkLst>
        <pc:docMk/>
      </pc:docMkLst>
      <pc:sldChg chg="addSp delSp modSp mod">
        <pc:chgData name="JHEYSON FABIAN VILLAVISAN BUITRAGO" userId="e5ced5c2-d787-455d-b115-4f08a699b8c8" providerId="ADAL" clId="{346ECE53-D0EE-4664-97A2-EE5ED4BD15CE}" dt="2025-10-15T13:59:43.843" v="3939" actId="14100"/>
        <pc:sldMkLst>
          <pc:docMk/>
          <pc:sldMk cId="616220982" sldId="275"/>
        </pc:sldMkLst>
        <pc:spChg chg="add mod">
          <ac:chgData name="JHEYSON FABIAN VILLAVISAN BUITRAGO" userId="e5ced5c2-d787-455d-b115-4f08a699b8c8" providerId="ADAL" clId="{346ECE53-D0EE-4664-97A2-EE5ED4BD15CE}" dt="2025-10-15T13:59:43.843" v="3939" actId="14100"/>
          <ac:spMkLst>
            <pc:docMk/>
            <pc:sldMk cId="616220982" sldId="275"/>
            <ac:spMk id="6" creationId="{D38447B5-9270-DECF-B695-F07B49DCC0EF}"/>
          </ac:spMkLst>
        </pc:spChg>
      </pc:sldChg>
      <pc:sldChg chg="del">
        <pc:chgData name="JHEYSON FABIAN VILLAVISAN BUITRAGO" userId="e5ced5c2-d787-455d-b115-4f08a699b8c8" providerId="ADAL" clId="{346ECE53-D0EE-4664-97A2-EE5ED4BD15CE}" dt="2025-09-12T14:39:17.290" v="15" actId="47"/>
        <pc:sldMkLst>
          <pc:docMk/>
          <pc:sldMk cId="2780058799" sldId="276"/>
        </pc:sldMkLst>
      </pc:sldChg>
      <pc:sldChg chg="addSp delSp modSp mod">
        <pc:chgData name="JHEYSON FABIAN VILLAVISAN BUITRAGO" userId="e5ced5c2-d787-455d-b115-4f08a699b8c8" providerId="ADAL" clId="{346ECE53-D0EE-4664-97A2-EE5ED4BD15CE}" dt="2025-10-15T14:03:43.052" v="3963" actId="113"/>
        <pc:sldMkLst>
          <pc:docMk/>
          <pc:sldMk cId="3945607397" sldId="277"/>
        </pc:sldMkLst>
        <pc:spChg chg="add mod">
          <ac:chgData name="JHEYSON FABIAN VILLAVISAN BUITRAGO" userId="e5ced5c2-d787-455d-b115-4f08a699b8c8" providerId="ADAL" clId="{346ECE53-D0EE-4664-97A2-EE5ED4BD15CE}" dt="2025-10-15T14:03:43.052" v="3963" actId="113"/>
          <ac:spMkLst>
            <pc:docMk/>
            <pc:sldMk cId="3945607397" sldId="277"/>
            <ac:spMk id="8" creationId="{F3B47291-84C4-137A-34BB-E26B45B45702}"/>
          </ac:spMkLst>
        </pc:spChg>
        <pc:picChg chg="add mod">
          <ac:chgData name="JHEYSON FABIAN VILLAVISAN BUITRAGO" userId="e5ced5c2-d787-455d-b115-4f08a699b8c8" providerId="ADAL" clId="{346ECE53-D0EE-4664-97A2-EE5ED4BD15CE}" dt="2025-10-15T14:03:30.842" v="3962" actId="1076"/>
          <ac:picMkLst>
            <pc:docMk/>
            <pc:sldMk cId="3945607397" sldId="277"/>
            <ac:picMk id="7" creationId="{A88A3965-E5CF-FB31-D60B-CE1DD356B38B}"/>
          </ac:picMkLst>
        </pc:picChg>
      </pc:sldChg>
      <pc:sldChg chg="del">
        <pc:chgData name="JHEYSON FABIAN VILLAVISAN BUITRAGO" userId="e5ced5c2-d787-455d-b115-4f08a699b8c8" providerId="ADAL" clId="{346ECE53-D0EE-4664-97A2-EE5ED4BD15CE}" dt="2025-09-12T14:39:17.290" v="15" actId="47"/>
        <pc:sldMkLst>
          <pc:docMk/>
          <pc:sldMk cId="2919251281" sldId="278"/>
        </pc:sldMkLst>
      </pc:sldChg>
      <pc:sldChg chg="addSp delSp modSp add mod">
        <pc:chgData name="JHEYSON FABIAN VILLAVISAN BUITRAGO" userId="e5ced5c2-d787-455d-b115-4f08a699b8c8" providerId="ADAL" clId="{346ECE53-D0EE-4664-97A2-EE5ED4BD15CE}" dt="2025-10-15T14:05:28.774" v="3971" actId="1076"/>
        <pc:sldMkLst>
          <pc:docMk/>
          <pc:sldMk cId="3746561078" sldId="278"/>
        </pc:sldMkLst>
        <pc:spChg chg="add mod">
          <ac:chgData name="JHEYSON FABIAN VILLAVISAN BUITRAGO" userId="e5ced5c2-d787-455d-b115-4f08a699b8c8" providerId="ADAL" clId="{346ECE53-D0EE-4664-97A2-EE5ED4BD15CE}" dt="2025-10-15T14:04:38.683" v="3968" actId="20577"/>
          <ac:spMkLst>
            <pc:docMk/>
            <pc:sldMk cId="3746561078" sldId="278"/>
            <ac:spMk id="8" creationId="{576C4D93-B2BB-CEE4-27BF-F34EE29782A7}"/>
          </ac:spMkLst>
        </pc:spChg>
        <pc:picChg chg="add mod">
          <ac:chgData name="JHEYSON FABIAN VILLAVISAN BUITRAGO" userId="e5ced5c2-d787-455d-b115-4f08a699b8c8" providerId="ADAL" clId="{346ECE53-D0EE-4664-97A2-EE5ED4BD15CE}" dt="2025-10-15T14:05:28.774" v="3971" actId="1076"/>
          <ac:picMkLst>
            <pc:docMk/>
            <pc:sldMk cId="3746561078" sldId="278"/>
            <ac:picMk id="11" creationId="{9E2648B2-ABD7-ED47-7B2E-E24F4344CDFB}"/>
          </ac:picMkLst>
        </pc:picChg>
      </pc:sldChg>
      <pc:sldChg chg="addSp delSp modSp add mod ord">
        <pc:chgData name="JHEYSON FABIAN VILLAVISAN BUITRAGO" userId="e5ced5c2-d787-455d-b115-4f08a699b8c8" providerId="ADAL" clId="{346ECE53-D0EE-4664-97A2-EE5ED4BD15CE}" dt="2025-10-15T14:12:22.591" v="4038" actId="113"/>
        <pc:sldMkLst>
          <pc:docMk/>
          <pc:sldMk cId="1148687951" sldId="279"/>
        </pc:sldMkLst>
        <pc:spChg chg="add del mod">
          <ac:chgData name="JHEYSON FABIAN VILLAVISAN BUITRAGO" userId="e5ced5c2-d787-455d-b115-4f08a699b8c8" providerId="ADAL" clId="{346ECE53-D0EE-4664-97A2-EE5ED4BD15CE}" dt="2025-10-15T14:12:22.591" v="4038" actId="113"/>
          <ac:spMkLst>
            <pc:docMk/>
            <pc:sldMk cId="1148687951" sldId="279"/>
            <ac:spMk id="7" creationId="{F764A31A-2242-4DF3-23A5-5594DC0E4F8A}"/>
          </ac:spMkLst>
        </pc:spChg>
      </pc:sldChg>
      <pc:sldChg chg="del">
        <pc:chgData name="JHEYSON FABIAN VILLAVISAN BUITRAGO" userId="e5ced5c2-d787-455d-b115-4f08a699b8c8" providerId="ADAL" clId="{346ECE53-D0EE-4664-97A2-EE5ED4BD15CE}" dt="2025-09-12T14:39:17.290" v="15" actId="47"/>
        <pc:sldMkLst>
          <pc:docMk/>
          <pc:sldMk cId="1436345519" sldId="279"/>
        </pc:sldMkLst>
      </pc:sldChg>
      <pc:sldChg chg="addSp delSp modSp add mod">
        <pc:chgData name="JHEYSON FABIAN VILLAVISAN BUITRAGO" userId="e5ced5c2-d787-455d-b115-4f08a699b8c8" providerId="ADAL" clId="{346ECE53-D0EE-4664-97A2-EE5ED4BD15CE}" dt="2025-10-15T14:11:25.135" v="4002" actId="20577"/>
        <pc:sldMkLst>
          <pc:docMk/>
          <pc:sldMk cId="1131463220" sldId="280"/>
        </pc:sldMkLst>
        <pc:spChg chg="add mod">
          <ac:chgData name="JHEYSON FABIAN VILLAVISAN BUITRAGO" userId="e5ced5c2-d787-455d-b115-4f08a699b8c8" providerId="ADAL" clId="{346ECE53-D0EE-4664-97A2-EE5ED4BD15CE}" dt="2025-10-15T14:11:25.135" v="4002" actId="20577"/>
          <ac:spMkLst>
            <pc:docMk/>
            <pc:sldMk cId="1131463220" sldId="280"/>
            <ac:spMk id="8" creationId="{690C3ADC-59C4-B4D4-1E23-D833B69EEF37}"/>
          </ac:spMkLst>
        </pc:spChg>
      </pc:sldChg>
      <pc:sldChg chg="del">
        <pc:chgData name="JHEYSON FABIAN VILLAVISAN BUITRAGO" userId="e5ced5c2-d787-455d-b115-4f08a699b8c8" providerId="ADAL" clId="{346ECE53-D0EE-4664-97A2-EE5ED4BD15CE}" dt="2025-09-12T14:39:17.290" v="15" actId="47"/>
        <pc:sldMkLst>
          <pc:docMk/>
          <pc:sldMk cId="2814664192" sldId="280"/>
        </pc:sldMkLst>
      </pc:sldChg>
      <pc:sldChg chg="addSp delSp modSp add mod ord">
        <pc:chgData name="JHEYSON FABIAN VILLAVISAN BUITRAGO" userId="e5ced5c2-d787-455d-b115-4f08a699b8c8" providerId="ADAL" clId="{346ECE53-D0EE-4664-97A2-EE5ED4BD15CE}" dt="2025-10-15T14:13:29.731" v="4082" actId="20577"/>
        <pc:sldMkLst>
          <pc:docMk/>
          <pc:sldMk cId="2986019163" sldId="281"/>
        </pc:sldMkLst>
        <pc:spChg chg="add mod">
          <ac:chgData name="JHEYSON FABIAN VILLAVISAN BUITRAGO" userId="e5ced5c2-d787-455d-b115-4f08a699b8c8" providerId="ADAL" clId="{346ECE53-D0EE-4664-97A2-EE5ED4BD15CE}" dt="2025-10-15T14:13:29.731" v="4082" actId="20577"/>
          <ac:spMkLst>
            <pc:docMk/>
            <pc:sldMk cId="2986019163" sldId="281"/>
            <ac:spMk id="8" creationId="{499CBD34-3AA2-4A33-3884-48E3BEA7F3B8}"/>
          </ac:spMkLst>
        </pc:spChg>
      </pc:sldChg>
      <pc:sldChg chg="del">
        <pc:chgData name="JHEYSON FABIAN VILLAVISAN BUITRAGO" userId="e5ced5c2-d787-455d-b115-4f08a699b8c8" providerId="ADAL" clId="{346ECE53-D0EE-4664-97A2-EE5ED4BD15CE}" dt="2025-09-12T14:39:17.290" v="15" actId="47"/>
        <pc:sldMkLst>
          <pc:docMk/>
          <pc:sldMk cId="3836185615" sldId="281"/>
        </pc:sldMkLst>
      </pc:sldChg>
      <pc:sldChg chg="del">
        <pc:chgData name="JHEYSON FABIAN VILLAVISAN BUITRAGO" userId="e5ced5c2-d787-455d-b115-4f08a699b8c8" providerId="ADAL" clId="{346ECE53-D0EE-4664-97A2-EE5ED4BD15CE}" dt="2025-09-12T14:39:17.290" v="15" actId="47"/>
        <pc:sldMkLst>
          <pc:docMk/>
          <pc:sldMk cId="2541286" sldId="282"/>
        </pc:sldMkLst>
      </pc:sldChg>
      <pc:sldChg chg="addSp delSp modSp add mod ord">
        <pc:chgData name="JHEYSON FABIAN VILLAVISAN BUITRAGO" userId="e5ced5c2-d787-455d-b115-4f08a699b8c8" providerId="ADAL" clId="{346ECE53-D0EE-4664-97A2-EE5ED4BD15CE}" dt="2025-10-15T15:22:44.774" v="4205" actId="20577"/>
        <pc:sldMkLst>
          <pc:docMk/>
          <pc:sldMk cId="494517937" sldId="282"/>
        </pc:sldMkLst>
        <pc:spChg chg="add mod">
          <ac:chgData name="JHEYSON FABIAN VILLAVISAN BUITRAGO" userId="e5ced5c2-d787-455d-b115-4f08a699b8c8" providerId="ADAL" clId="{346ECE53-D0EE-4664-97A2-EE5ED4BD15CE}" dt="2025-10-15T15:19:07.154" v="4176" actId="20577"/>
          <ac:spMkLst>
            <pc:docMk/>
            <pc:sldMk cId="494517937" sldId="282"/>
            <ac:spMk id="7" creationId="{8D1E4A1B-A4EF-3349-4D69-93DA88895DB2}"/>
          </ac:spMkLst>
        </pc:spChg>
        <pc:spChg chg="mod">
          <ac:chgData name="JHEYSON FABIAN VILLAVISAN BUITRAGO" userId="e5ced5c2-d787-455d-b115-4f08a699b8c8" providerId="ADAL" clId="{346ECE53-D0EE-4664-97A2-EE5ED4BD15CE}" dt="2025-10-15T15:22:44.774" v="4205" actId="20577"/>
          <ac:spMkLst>
            <pc:docMk/>
            <pc:sldMk cId="494517937" sldId="282"/>
            <ac:spMk id="10" creationId="{36245763-A174-DCFD-F6D2-623CAB23B62B}"/>
          </ac:spMkLst>
        </pc:spChg>
        <pc:picChg chg="add mod">
          <ac:chgData name="JHEYSON FABIAN VILLAVISAN BUITRAGO" userId="e5ced5c2-d787-455d-b115-4f08a699b8c8" providerId="ADAL" clId="{346ECE53-D0EE-4664-97A2-EE5ED4BD15CE}" dt="2025-10-15T15:20:29.719" v="4189" actId="14100"/>
          <ac:picMkLst>
            <pc:docMk/>
            <pc:sldMk cId="494517937" sldId="282"/>
            <ac:picMk id="13" creationId="{9AF29311-8448-75FF-2D16-0B419D24ACAD}"/>
          </ac:picMkLst>
        </pc:picChg>
      </pc:sldChg>
      <pc:sldChg chg="del">
        <pc:chgData name="JHEYSON FABIAN VILLAVISAN BUITRAGO" userId="e5ced5c2-d787-455d-b115-4f08a699b8c8" providerId="ADAL" clId="{346ECE53-D0EE-4664-97A2-EE5ED4BD15CE}" dt="2025-09-12T14:39:17.290" v="15" actId="47"/>
        <pc:sldMkLst>
          <pc:docMk/>
          <pc:sldMk cId="1249203809" sldId="283"/>
        </pc:sldMkLst>
      </pc:sldChg>
      <pc:sldChg chg="addSp delSp modSp add mod">
        <pc:chgData name="JHEYSON FABIAN VILLAVISAN BUITRAGO" userId="e5ced5c2-d787-455d-b115-4f08a699b8c8" providerId="ADAL" clId="{346ECE53-D0EE-4664-97A2-EE5ED4BD15CE}" dt="2025-10-15T15:22:47.224" v="4207" actId="20577"/>
        <pc:sldMkLst>
          <pc:docMk/>
          <pc:sldMk cId="3663197592" sldId="283"/>
        </pc:sldMkLst>
        <pc:spChg chg="add mod">
          <ac:chgData name="JHEYSON FABIAN VILLAVISAN BUITRAGO" userId="e5ced5c2-d787-455d-b115-4f08a699b8c8" providerId="ADAL" clId="{346ECE53-D0EE-4664-97A2-EE5ED4BD15CE}" dt="2025-10-15T14:45:48.027" v="4136" actId="20577"/>
          <ac:spMkLst>
            <pc:docMk/>
            <pc:sldMk cId="3663197592" sldId="283"/>
            <ac:spMk id="7" creationId="{5300D2E7-5318-A4E2-371B-0BB5D516EBEF}"/>
          </ac:spMkLst>
        </pc:spChg>
        <pc:spChg chg="mod">
          <ac:chgData name="JHEYSON FABIAN VILLAVISAN BUITRAGO" userId="e5ced5c2-d787-455d-b115-4f08a699b8c8" providerId="ADAL" clId="{346ECE53-D0EE-4664-97A2-EE5ED4BD15CE}" dt="2025-10-15T15:22:47.224" v="4207" actId="20577"/>
          <ac:spMkLst>
            <pc:docMk/>
            <pc:sldMk cId="3663197592" sldId="283"/>
            <ac:spMk id="10" creationId="{10ADF9DA-FBCD-36FD-AF1E-36FEE49C35F1}"/>
          </ac:spMkLst>
        </pc:spChg>
      </pc:sldChg>
      <pc:sldChg chg="del">
        <pc:chgData name="JHEYSON FABIAN VILLAVISAN BUITRAGO" userId="e5ced5c2-d787-455d-b115-4f08a699b8c8" providerId="ADAL" clId="{346ECE53-D0EE-4664-97A2-EE5ED4BD15CE}" dt="2025-09-12T14:39:17.290" v="15" actId="47"/>
        <pc:sldMkLst>
          <pc:docMk/>
          <pc:sldMk cId="834430153" sldId="284"/>
        </pc:sldMkLst>
      </pc:sldChg>
      <pc:sldChg chg="addSp delSp modSp add mod">
        <pc:chgData name="JHEYSON FABIAN VILLAVISAN BUITRAGO" userId="e5ced5c2-d787-455d-b115-4f08a699b8c8" providerId="ADAL" clId="{346ECE53-D0EE-4664-97A2-EE5ED4BD15CE}" dt="2025-10-15T15:22:50.075" v="4211" actId="20577"/>
        <pc:sldMkLst>
          <pc:docMk/>
          <pc:sldMk cId="3099760383" sldId="284"/>
        </pc:sldMkLst>
        <pc:spChg chg="add mod">
          <ac:chgData name="JHEYSON FABIAN VILLAVISAN BUITRAGO" userId="e5ced5c2-d787-455d-b115-4f08a699b8c8" providerId="ADAL" clId="{346ECE53-D0EE-4664-97A2-EE5ED4BD15CE}" dt="2025-10-15T14:57:12.878" v="4169" actId="20577"/>
          <ac:spMkLst>
            <pc:docMk/>
            <pc:sldMk cId="3099760383" sldId="284"/>
            <ac:spMk id="9" creationId="{C1D699C6-8055-766F-308A-1FE66134C694}"/>
          </ac:spMkLst>
        </pc:spChg>
        <pc:spChg chg="mod">
          <ac:chgData name="JHEYSON FABIAN VILLAVISAN BUITRAGO" userId="e5ced5c2-d787-455d-b115-4f08a699b8c8" providerId="ADAL" clId="{346ECE53-D0EE-4664-97A2-EE5ED4BD15CE}" dt="2025-10-15T15:22:50.075" v="4211" actId="20577"/>
          <ac:spMkLst>
            <pc:docMk/>
            <pc:sldMk cId="3099760383" sldId="284"/>
            <ac:spMk id="10" creationId="{02B75607-D9BC-7EB7-434D-8ACF9F24D784}"/>
          </ac:spMkLst>
        </pc:spChg>
      </pc:sldChg>
      <pc:sldChg chg="new del">
        <pc:chgData name="JHEYSON FABIAN VILLAVISAN BUITRAGO" userId="e5ced5c2-d787-455d-b115-4f08a699b8c8" providerId="ADAL" clId="{346ECE53-D0EE-4664-97A2-EE5ED4BD15CE}" dt="2025-09-13T03:19:13.259" v="1415" actId="680"/>
        <pc:sldMkLst>
          <pc:docMk/>
          <pc:sldMk cId="1480763866" sldId="285"/>
        </pc:sldMkLst>
      </pc:sldChg>
      <pc:sldChg chg="addSp delSp modSp add mod">
        <pc:chgData name="JHEYSON FABIAN VILLAVISAN BUITRAGO" userId="e5ced5c2-d787-455d-b115-4f08a699b8c8" providerId="ADAL" clId="{346ECE53-D0EE-4664-97A2-EE5ED4BD15CE}" dt="2025-10-15T15:27:57.124" v="4269" actId="1076"/>
        <pc:sldMkLst>
          <pc:docMk/>
          <pc:sldMk cId="2372076187" sldId="285"/>
        </pc:sldMkLst>
        <pc:spChg chg="add mod">
          <ac:chgData name="JHEYSON FABIAN VILLAVISAN BUITRAGO" userId="e5ced5c2-d787-455d-b115-4f08a699b8c8" providerId="ADAL" clId="{346ECE53-D0EE-4664-97A2-EE5ED4BD15CE}" dt="2025-10-15T15:26:08.720" v="4263" actId="20577"/>
          <ac:spMkLst>
            <pc:docMk/>
            <pc:sldMk cId="2372076187" sldId="285"/>
            <ac:spMk id="8" creationId="{68965DF3-6F64-5866-4FB1-520D8FB91E26}"/>
          </ac:spMkLst>
        </pc:spChg>
        <pc:spChg chg="mod">
          <ac:chgData name="JHEYSON FABIAN VILLAVISAN BUITRAGO" userId="e5ced5c2-d787-455d-b115-4f08a699b8c8" providerId="ADAL" clId="{346ECE53-D0EE-4664-97A2-EE5ED4BD15CE}" dt="2025-10-15T15:22:53.433" v="4215" actId="20577"/>
          <ac:spMkLst>
            <pc:docMk/>
            <pc:sldMk cId="2372076187" sldId="285"/>
            <ac:spMk id="10" creationId="{4CDBFCD3-73B9-47A1-36AE-A1CFCAF4C576}"/>
          </ac:spMkLst>
        </pc:spChg>
        <pc:picChg chg="add mod">
          <ac:chgData name="JHEYSON FABIAN VILLAVISAN BUITRAGO" userId="e5ced5c2-d787-455d-b115-4f08a699b8c8" providerId="ADAL" clId="{346ECE53-D0EE-4664-97A2-EE5ED4BD15CE}" dt="2025-10-15T15:27:57.124" v="4269" actId="1076"/>
          <ac:picMkLst>
            <pc:docMk/>
            <pc:sldMk cId="2372076187" sldId="285"/>
            <ac:picMk id="11" creationId="{E63243E3-507B-70E4-501B-45A940D6C885}"/>
          </ac:picMkLst>
        </pc:picChg>
      </pc:sldChg>
      <pc:sldChg chg="del">
        <pc:chgData name="JHEYSON FABIAN VILLAVISAN BUITRAGO" userId="e5ced5c2-d787-455d-b115-4f08a699b8c8" providerId="ADAL" clId="{346ECE53-D0EE-4664-97A2-EE5ED4BD15CE}" dt="2025-09-12T14:39:17.290" v="15" actId="47"/>
        <pc:sldMkLst>
          <pc:docMk/>
          <pc:sldMk cId="2871355928" sldId="285"/>
        </pc:sldMkLst>
      </pc:sldChg>
      <pc:sldChg chg="addSp delSp modSp add mod">
        <pc:chgData name="JHEYSON FABIAN VILLAVISAN BUITRAGO" userId="e5ced5c2-d787-455d-b115-4f08a699b8c8" providerId="ADAL" clId="{346ECE53-D0EE-4664-97A2-EE5ED4BD15CE}" dt="2025-10-15T15:41:59.510" v="4623" actId="113"/>
        <pc:sldMkLst>
          <pc:docMk/>
          <pc:sldMk cId="884579945" sldId="286"/>
        </pc:sldMkLst>
        <pc:spChg chg="add mod">
          <ac:chgData name="JHEYSON FABIAN VILLAVISAN BUITRAGO" userId="e5ced5c2-d787-455d-b115-4f08a699b8c8" providerId="ADAL" clId="{346ECE53-D0EE-4664-97A2-EE5ED4BD15CE}" dt="2025-10-15T15:41:59.510" v="4623" actId="113"/>
          <ac:spMkLst>
            <pc:docMk/>
            <pc:sldMk cId="884579945" sldId="286"/>
            <ac:spMk id="9" creationId="{EEB8AEE5-9BBA-7062-74ED-08DE45D126B4}"/>
          </ac:spMkLst>
        </pc:spChg>
        <pc:spChg chg="mod">
          <ac:chgData name="JHEYSON FABIAN VILLAVISAN BUITRAGO" userId="e5ced5c2-d787-455d-b115-4f08a699b8c8" providerId="ADAL" clId="{346ECE53-D0EE-4664-97A2-EE5ED4BD15CE}" dt="2025-10-15T15:34:42.182" v="4271" actId="20577"/>
          <ac:spMkLst>
            <pc:docMk/>
            <pc:sldMk cId="884579945" sldId="286"/>
            <ac:spMk id="10" creationId="{C5C577E2-63E3-56E8-BB1E-314F4866D684}"/>
          </ac:spMkLst>
        </pc:spChg>
      </pc:sldChg>
      <pc:sldChg chg="del">
        <pc:chgData name="JHEYSON FABIAN VILLAVISAN BUITRAGO" userId="e5ced5c2-d787-455d-b115-4f08a699b8c8" providerId="ADAL" clId="{346ECE53-D0EE-4664-97A2-EE5ED4BD15CE}" dt="2025-09-12T14:39:17.290" v="15" actId="47"/>
        <pc:sldMkLst>
          <pc:docMk/>
          <pc:sldMk cId="2664902677" sldId="286"/>
        </pc:sldMkLst>
      </pc:sldChg>
      <pc:sldChg chg="del">
        <pc:chgData name="JHEYSON FABIAN VILLAVISAN BUITRAGO" userId="e5ced5c2-d787-455d-b115-4f08a699b8c8" providerId="ADAL" clId="{346ECE53-D0EE-4664-97A2-EE5ED4BD15CE}" dt="2025-09-12T14:39:17.290" v="15" actId="47"/>
        <pc:sldMkLst>
          <pc:docMk/>
          <pc:sldMk cId="1073089991" sldId="287"/>
        </pc:sldMkLst>
      </pc:sldChg>
      <pc:sldChg chg="addSp delSp modSp add mod">
        <pc:chgData name="JHEYSON FABIAN VILLAVISAN BUITRAGO" userId="e5ced5c2-d787-455d-b115-4f08a699b8c8" providerId="ADAL" clId="{346ECE53-D0EE-4664-97A2-EE5ED4BD15CE}" dt="2025-10-15T13:26:02.205" v="3855" actId="478"/>
        <pc:sldMkLst>
          <pc:docMk/>
          <pc:sldMk cId="1441206610" sldId="287"/>
        </pc:sldMkLst>
      </pc:sldChg>
      <pc:sldChg chg="addSp delSp modSp add mod">
        <pc:chgData name="JHEYSON FABIAN VILLAVISAN BUITRAGO" userId="e5ced5c2-d787-455d-b115-4f08a699b8c8" providerId="ADAL" clId="{346ECE53-D0EE-4664-97A2-EE5ED4BD15CE}" dt="2025-10-15T13:26:06.423" v="3858" actId="478"/>
        <pc:sldMkLst>
          <pc:docMk/>
          <pc:sldMk cId="1620504128" sldId="288"/>
        </pc:sldMkLst>
      </pc:sldChg>
      <pc:sldChg chg="del">
        <pc:chgData name="JHEYSON FABIAN VILLAVISAN BUITRAGO" userId="e5ced5c2-d787-455d-b115-4f08a699b8c8" providerId="ADAL" clId="{346ECE53-D0EE-4664-97A2-EE5ED4BD15CE}" dt="2025-09-12T14:39:17.290" v="15" actId="47"/>
        <pc:sldMkLst>
          <pc:docMk/>
          <pc:sldMk cId="3711119762" sldId="288"/>
        </pc:sldMkLst>
      </pc:sldChg>
      <pc:sldChg chg="del">
        <pc:chgData name="JHEYSON FABIAN VILLAVISAN BUITRAGO" userId="e5ced5c2-d787-455d-b115-4f08a699b8c8" providerId="ADAL" clId="{346ECE53-D0EE-4664-97A2-EE5ED4BD15CE}" dt="2025-09-12T14:39:17.290" v="15" actId="47"/>
        <pc:sldMkLst>
          <pc:docMk/>
          <pc:sldMk cId="1844154036" sldId="289"/>
        </pc:sldMkLst>
      </pc:sldChg>
      <pc:sldChg chg="addSp delSp modSp add mod">
        <pc:chgData name="JHEYSON FABIAN VILLAVISAN BUITRAGO" userId="e5ced5c2-d787-455d-b115-4f08a699b8c8" providerId="ADAL" clId="{346ECE53-D0EE-4664-97A2-EE5ED4BD15CE}" dt="2025-10-15T13:26:10.692" v="3863" actId="478"/>
        <pc:sldMkLst>
          <pc:docMk/>
          <pc:sldMk cId="3874451147" sldId="289"/>
        </pc:sldMkLst>
      </pc:sldChg>
      <pc:sldChg chg="addSp delSp modSp add mod">
        <pc:chgData name="JHEYSON FABIAN VILLAVISAN BUITRAGO" userId="e5ced5c2-d787-455d-b115-4f08a699b8c8" providerId="ADAL" clId="{346ECE53-D0EE-4664-97A2-EE5ED4BD15CE}" dt="2025-10-15T13:26:15.549" v="3867" actId="478"/>
        <pc:sldMkLst>
          <pc:docMk/>
          <pc:sldMk cId="1838750615" sldId="290"/>
        </pc:sldMkLst>
      </pc:sldChg>
      <pc:sldChg chg="add del">
        <pc:chgData name="JHEYSON FABIAN VILLAVISAN BUITRAGO" userId="e5ced5c2-d787-455d-b115-4f08a699b8c8" providerId="ADAL" clId="{346ECE53-D0EE-4664-97A2-EE5ED4BD15CE}" dt="2025-09-13T03:44:30.970" v="2262" actId="2696"/>
        <pc:sldMkLst>
          <pc:docMk/>
          <pc:sldMk cId="2920125484" sldId="290"/>
        </pc:sldMkLst>
      </pc:sldChg>
      <pc:sldChg chg="addSp delSp modSp add mod">
        <pc:chgData name="JHEYSON FABIAN VILLAVISAN BUITRAGO" userId="e5ced5c2-d787-455d-b115-4f08a699b8c8" providerId="ADAL" clId="{346ECE53-D0EE-4664-97A2-EE5ED4BD15CE}" dt="2025-10-15T13:26:19.349" v="3871" actId="478"/>
        <pc:sldMkLst>
          <pc:docMk/>
          <pc:sldMk cId="960353526" sldId="291"/>
        </pc:sldMkLst>
      </pc:sldChg>
      <pc:sldChg chg="addSp delSp modSp add mod">
        <pc:chgData name="JHEYSON FABIAN VILLAVISAN BUITRAGO" userId="e5ced5c2-d787-455d-b115-4f08a699b8c8" providerId="ADAL" clId="{346ECE53-D0EE-4664-97A2-EE5ED4BD15CE}" dt="2025-10-15T13:26:24.730" v="3876" actId="478"/>
        <pc:sldMkLst>
          <pc:docMk/>
          <pc:sldMk cId="1210700863" sldId="292"/>
        </pc:sldMkLst>
      </pc:sldChg>
      <pc:sldChg chg="addSp delSp modSp add mod">
        <pc:chgData name="JHEYSON FABIAN VILLAVISAN BUITRAGO" userId="e5ced5c2-d787-455d-b115-4f08a699b8c8" providerId="ADAL" clId="{346ECE53-D0EE-4664-97A2-EE5ED4BD15CE}" dt="2025-10-15T13:26:29.944" v="3879" actId="478"/>
        <pc:sldMkLst>
          <pc:docMk/>
          <pc:sldMk cId="406270927" sldId="293"/>
        </pc:sldMkLst>
      </pc:sldChg>
      <pc:sldChg chg="addSp delSp modSp add mod ord">
        <pc:chgData name="JHEYSON FABIAN VILLAVISAN BUITRAGO" userId="e5ced5c2-d787-455d-b115-4f08a699b8c8" providerId="ADAL" clId="{346ECE53-D0EE-4664-97A2-EE5ED4BD15CE}" dt="2025-10-18T12:22:02.551" v="4661" actId="20577"/>
        <pc:sldMkLst>
          <pc:docMk/>
          <pc:sldMk cId="1152748006" sldId="294"/>
        </pc:sldMkLst>
        <pc:spChg chg="add mod">
          <ac:chgData name="JHEYSON FABIAN VILLAVISAN BUITRAGO" userId="e5ced5c2-d787-455d-b115-4f08a699b8c8" providerId="ADAL" clId="{346ECE53-D0EE-4664-97A2-EE5ED4BD15CE}" dt="2025-10-18T12:17:13.509" v="4624"/>
          <ac:spMkLst>
            <pc:docMk/>
            <pc:sldMk cId="1152748006" sldId="294"/>
            <ac:spMk id="2" creationId="{18A8735E-B435-220C-ABF4-E917FD6B4B72}"/>
          </ac:spMkLst>
        </pc:spChg>
        <pc:spChg chg="add mod">
          <ac:chgData name="JHEYSON FABIAN VILLAVISAN BUITRAGO" userId="e5ced5c2-d787-455d-b115-4f08a699b8c8" providerId="ADAL" clId="{346ECE53-D0EE-4664-97A2-EE5ED4BD15CE}" dt="2025-10-18T12:17:39.310" v="4626" actId="1076"/>
          <ac:spMkLst>
            <pc:docMk/>
            <pc:sldMk cId="1152748006" sldId="294"/>
            <ac:spMk id="4" creationId="{46555045-0E8D-36D0-A724-A4BEC1AE0447}"/>
          </ac:spMkLst>
        </pc:spChg>
        <pc:spChg chg="add mod">
          <ac:chgData name="JHEYSON FABIAN VILLAVISAN BUITRAGO" userId="e5ced5c2-d787-455d-b115-4f08a699b8c8" providerId="ADAL" clId="{346ECE53-D0EE-4664-97A2-EE5ED4BD15CE}" dt="2025-10-18T12:18:11.840" v="4648" actId="20577"/>
          <ac:spMkLst>
            <pc:docMk/>
            <pc:sldMk cId="1152748006" sldId="294"/>
            <ac:spMk id="6" creationId="{DFDC2B46-548F-7001-2280-4FD43BB197BC}"/>
          </ac:spMkLst>
        </pc:spChg>
        <pc:spChg chg="mod">
          <ac:chgData name="JHEYSON FABIAN VILLAVISAN BUITRAGO" userId="e5ced5c2-d787-455d-b115-4f08a699b8c8" providerId="ADAL" clId="{346ECE53-D0EE-4664-97A2-EE5ED4BD15CE}" dt="2025-10-18T12:22:02.551" v="4661" actId="20577"/>
          <ac:spMkLst>
            <pc:docMk/>
            <pc:sldMk cId="1152748006" sldId="294"/>
            <ac:spMk id="10" creationId="{DBBA2A39-7469-A89E-5A50-682B4419A56D}"/>
          </ac:spMkLst>
        </pc:spChg>
        <pc:picChg chg="add mod">
          <ac:chgData name="JHEYSON FABIAN VILLAVISAN BUITRAGO" userId="e5ced5c2-d787-455d-b115-4f08a699b8c8" providerId="ADAL" clId="{346ECE53-D0EE-4664-97A2-EE5ED4BD15CE}" dt="2025-10-18T12:17:13.509" v="4624"/>
          <ac:picMkLst>
            <pc:docMk/>
            <pc:sldMk cId="1152748006" sldId="294"/>
            <ac:picMk id="3" creationId="{B4758372-A3B6-A683-042A-83DAB29081CE}"/>
          </ac:picMkLst>
        </pc:picChg>
      </pc:sldChg>
      <pc:sldChg chg="addSp delSp modSp add mod">
        <pc:chgData name="JHEYSON FABIAN VILLAVISAN BUITRAGO" userId="e5ced5c2-d787-455d-b115-4f08a699b8c8" providerId="ADAL" clId="{346ECE53-D0EE-4664-97A2-EE5ED4BD15CE}" dt="2025-10-18T12:22:05.636" v="4663" actId="20577"/>
        <pc:sldMkLst>
          <pc:docMk/>
          <pc:sldMk cId="2860410823" sldId="295"/>
        </pc:sldMkLst>
        <pc:spChg chg="add mod">
          <ac:chgData name="JHEYSON FABIAN VILLAVISAN BUITRAGO" userId="e5ced5c2-d787-455d-b115-4f08a699b8c8" providerId="ADAL" clId="{346ECE53-D0EE-4664-97A2-EE5ED4BD15CE}" dt="2025-10-18T12:21:18.934" v="4649"/>
          <ac:spMkLst>
            <pc:docMk/>
            <pc:sldMk cId="2860410823" sldId="295"/>
            <ac:spMk id="2" creationId="{6D714091-AFF6-87AD-4A9B-4DE26371C12C}"/>
          </ac:spMkLst>
        </pc:spChg>
        <pc:spChg chg="add mod">
          <ac:chgData name="JHEYSON FABIAN VILLAVISAN BUITRAGO" userId="e5ced5c2-d787-455d-b115-4f08a699b8c8" providerId="ADAL" clId="{346ECE53-D0EE-4664-97A2-EE5ED4BD15CE}" dt="2025-10-18T12:21:23.086" v="4650"/>
          <ac:spMkLst>
            <pc:docMk/>
            <pc:sldMk cId="2860410823" sldId="295"/>
            <ac:spMk id="4" creationId="{7EDC2FA8-4CD5-AC55-C2A0-4F9AC76CABE2}"/>
          </ac:spMkLst>
        </pc:spChg>
        <pc:spChg chg="add mod">
          <ac:chgData name="JHEYSON FABIAN VILLAVISAN BUITRAGO" userId="e5ced5c2-d787-455d-b115-4f08a699b8c8" providerId="ADAL" clId="{346ECE53-D0EE-4664-97A2-EE5ED4BD15CE}" dt="2025-10-18T12:21:57.517" v="4659" actId="1076"/>
          <ac:spMkLst>
            <pc:docMk/>
            <pc:sldMk cId="2860410823" sldId="295"/>
            <ac:spMk id="6" creationId="{C6D7B8FC-3722-03B0-4E53-7B1B19A843DF}"/>
          </ac:spMkLst>
        </pc:spChg>
        <pc:spChg chg="mod">
          <ac:chgData name="JHEYSON FABIAN VILLAVISAN BUITRAGO" userId="e5ced5c2-d787-455d-b115-4f08a699b8c8" providerId="ADAL" clId="{346ECE53-D0EE-4664-97A2-EE5ED4BD15CE}" dt="2025-10-18T12:22:05.636" v="4663" actId="20577"/>
          <ac:spMkLst>
            <pc:docMk/>
            <pc:sldMk cId="2860410823" sldId="295"/>
            <ac:spMk id="10" creationId="{1BF5CBD4-31D0-7A47-5E22-9215620D4D23}"/>
          </ac:spMkLst>
        </pc:spChg>
        <pc:picChg chg="add mod">
          <ac:chgData name="JHEYSON FABIAN VILLAVISAN BUITRAGO" userId="e5ced5c2-d787-455d-b115-4f08a699b8c8" providerId="ADAL" clId="{346ECE53-D0EE-4664-97A2-EE5ED4BD15CE}" dt="2025-10-18T12:21:18.934" v="4649"/>
          <ac:picMkLst>
            <pc:docMk/>
            <pc:sldMk cId="2860410823" sldId="295"/>
            <ac:picMk id="3" creationId="{E3CAD94D-B69B-BEC9-F81D-3C6389162CAD}"/>
          </ac:picMkLst>
        </pc:picChg>
      </pc:sldChg>
      <pc:sldChg chg="addSp delSp modSp add mod">
        <pc:chgData name="JHEYSON FABIAN VILLAVISAN BUITRAGO" userId="e5ced5c2-d787-455d-b115-4f08a699b8c8" providerId="ADAL" clId="{346ECE53-D0EE-4664-97A2-EE5ED4BD15CE}" dt="2025-10-18T12:31:52.425" v="4692" actId="1076"/>
        <pc:sldMkLst>
          <pc:docMk/>
          <pc:sldMk cId="1584679968" sldId="296"/>
        </pc:sldMkLst>
        <pc:spChg chg="add mod">
          <ac:chgData name="JHEYSON FABIAN VILLAVISAN BUITRAGO" userId="e5ced5c2-d787-455d-b115-4f08a699b8c8" providerId="ADAL" clId="{346ECE53-D0EE-4664-97A2-EE5ED4BD15CE}" dt="2025-10-18T12:29:07.534" v="4678"/>
          <ac:spMkLst>
            <pc:docMk/>
            <pc:sldMk cId="1584679968" sldId="296"/>
            <ac:spMk id="2" creationId="{05D5EEFA-0BB9-09B7-DE16-04506B7794A9}"/>
          </ac:spMkLst>
        </pc:spChg>
        <pc:spChg chg="mod">
          <ac:chgData name="JHEYSON FABIAN VILLAVISAN BUITRAGO" userId="e5ced5c2-d787-455d-b115-4f08a699b8c8" providerId="ADAL" clId="{346ECE53-D0EE-4664-97A2-EE5ED4BD15CE}" dt="2025-10-18T12:29:51.776" v="4686" actId="20577"/>
          <ac:spMkLst>
            <pc:docMk/>
            <pc:sldMk cId="1584679968" sldId="296"/>
            <ac:spMk id="10" creationId="{9948FBD5-4969-62BE-F940-5DD9840958F7}"/>
          </ac:spMkLst>
        </pc:spChg>
        <pc:picChg chg="add del mod">
          <ac:chgData name="JHEYSON FABIAN VILLAVISAN BUITRAGO" userId="e5ced5c2-d787-455d-b115-4f08a699b8c8" providerId="ADAL" clId="{346ECE53-D0EE-4664-97A2-EE5ED4BD15CE}" dt="2025-10-18T12:31:35.261" v="4687" actId="478"/>
          <ac:picMkLst>
            <pc:docMk/>
            <pc:sldMk cId="1584679968" sldId="296"/>
            <ac:picMk id="4" creationId="{40DC64AE-D38C-BC65-ABA1-344B9466489B}"/>
          </ac:picMkLst>
        </pc:picChg>
        <pc:picChg chg="add mod">
          <ac:chgData name="JHEYSON FABIAN VILLAVISAN BUITRAGO" userId="e5ced5c2-d787-455d-b115-4f08a699b8c8" providerId="ADAL" clId="{346ECE53-D0EE-4664-97A2-EE5ED4BD15CE}" dt="2025-10-18T12:31:52.425" v="4692" actId="1076"/>
          <ac:picMkLst>
            <pc:docMk/>
            <pc:sldMk cId="1584679968" sldId="296"/>
            <ac:picMk id="7" creationId="{A8089A00-5FE4-CCFA-AC5A-6B35E5C36B1B}"/>
          </ac:picMkLst>
        </pc:picChg>
      </pc:sldChg>
      <pc:sldChg chg="addSp delSp modSp add mod ord">
        <pc:chgData name="JHEYSON FABIAN VILLAVISAN BUITRAGO" userId="e5ced5c2-d787-455d-b115-4f08a699b8c8" providerId="ADAL" clId="{346ECE53-D0EE-4664-97A2-EE5ED4BD15CE}" dt="2025-10-18T12:29:48.128" v="4684" actId="20577"/>
        <pc:sldMkLst>
          <pc:docMk/>
          <pc:sldMk cId="1419936985" sldId="297"/>
        </pc:sldMkLst>
        <pc:spChg chg="add mod">
          <ac:chgData name="JHEYSON FABIAN VILLAVISAN BUITRAGO" userId="e5ced5c2-d787-455d-b115-4f08a699b8c8" providerId="ADAL" clId="{346ECE53-D0EE-4664-97A2-EE5ED4BD15CE}" dt="2025-10-18T12:22:38.139" v="4664"/>
          <ac:spMkLst>
            <pc:docMk/>
            <pc:sldMk cId="1419936985" sldId="297"/>
            <ac:spMk id="2" creationId="{514C47BC-C5F0-DB22-7A83-6CEA9B80BA28}"/>
          </ac:spMkLst>
        </pc:spChg>
        <pc:spChg chg="add mod">
          <ac:chgData name="JHEYSON FABIAN VILLAVISAN BUITRAGO" userId="e5ced5c2-d787-455d-b115-4f08a699b8c8" providerId="ADAL" clId="{346ECE53-D0EE-4664-97A2-EE5ED4BD15CE}" dt="2025-10-18T12:24:46.926" v="4677" actId="1076"/>
          <ac:spMkLst>
            <pc:docMk/>
            <pc:sldMk cId="1419936985" sldId="297"/>
            <ac:spMk id="3" creationId="{80C5AB12-21EF-85AC-597D-081FC22559FB}"/>
          </ac:spMkLst>
        </pc:spChg>
        <pc:spChg chg="add mod">
          <ac:chgData name="JHEYSON FABIAN VILLAVISAN BUITRAGO" userId="e5ced5c2-d787-455d-b115-4f08a699b8c8" providerId="ADAL" clId="{346ECE53-D0EE-4664-97A2-EE5ED4BD15CE}" dt="2025-10-18T12:22:50.535" v="4666" actId="167"/>
          <ac:spMkLst>
            <pc:docMk/>
            <pc:sldMk cId="1419936985" sldId="297"/>
            <ac:spMk id="4" creationId="{302376D0-AFA2-DDA8-3787-4DF26DAEC53B}"/>
          </ac:spMkLst>
        </pc:spChg>
        <pc:spChg chg="mod">
          <ac:chgData name="JHEYSON FABIAN VILLAVISAN BUITRAGO" userId="e5ced5c2-d787-455d-b115-4f08a699b8c8" providerId="ADAL" clId="{346ECE53-D0EE-4664-97A2-EE5ED4BD15CE}" dt="2025-10-18T12:29:48.128" v="4684" actId="20577"/>
          <ac:spMkLst>
            <pc:docMk/>
            <pc:sldMk cId="1419936985" sldId="297"/>
            <ac:spMk id="10" creationId="{15FA4C49-B1DE-4900-9A7E-EFFC1B406D55}"/>
          </ac:spMkLst>
        </pc:spChg>
        <pc:picChg chg="add mod">
          <ac:chgData name="JHEYSON FABIAN VILLAVISAN BUITRAGO" userId="e5ced5c2-d787-455d-b115-4f08a699b8c8" providerId="ADAL" clId="{346ECE53-D0EE-4664-97A2-EE5ED4BD15CE}" dt="2025-10-18T12:22:42.668" v="4665"/>
          <ac:picMkLst>
            <pc:docMk/>
            <pc:sldMk cId="1419936985" sldId="297"/>
            <ac:picMk id="6" creationId="{60411D06-6411-D2DA-3AFC-7C132C94EAE4}"/>
          </ac:picMkLst>
        </pc:picChg>
      </pc:sldChg>
      <pc:sldChg chg="addSp delSp modSp add mod">
        <pc:chgData name="JHEYSON FABIAN VILLAVISAN BUITRAGO" userId="e5ced5c2-d787-455d-b115-4f08a699b8c8" providerId="ADAL" clId="{346ECE53-D0EE-4664-97A2-EE5ED4BD15CE}" dt="2025-10-18T12:34:45.198" v="4706" actId="1076"/>
        <pc:sldMkLst>
          <pc:docMk/>
          <pc:sldMk cId="467175700" sldId="298"/>
        </pc:sldMkLst>
        <pc:spChg chg="add mod">
          <ac:chgData name="JHEYSON FABIAN VILLAVISAN BUITRAGO" userId="e5ced5c2-d787-455d-b115-4f08a699b8c8" providerId="ADAL" clId="{346ECE53-D0EE-4664-97A2-EE5ED4BD15CE}" dt="2025-10-18T12:32:45.668" v="4695"/>
          <ac:spMkLst>
            <pc:docMk/>
            <pc:sldMk cId="467175700" sldId="298"/>
            <ac:spMk id="2" creationId="{991676F8-55E7-DB15-5EC3-A63315B3E9C9}"/>
          </ac:spMkLst>
        </pc:spChg>
        <pc:spChg chg="mod">
          <ac:chgData name="JHEYSON FABIAN VILLAVISAN BUITRAGO" userId="e5ced5c2-d787-455d-b115-4f08a699b8c8" providerId="ADAL" clId="{346ECE53-D0EE-4664-97A2-EE5ED4BD15CE}" dt="2025-10-18T12:32:41.591" v="4694" actId="20577"/>
          <ac:spMkLst>
            <pc:docMk/>
            <pc:sldMk cId="467175700" sldId="298"/>
            <ac:spMk id="10" creationId="{FA391DAE-D014-6EB6-0AAA-C4EBDDC57A2D}"/>
          </ac:spMkLst>
        </pc:spChg>
        <pc:picChg chg="add del mod">
          <ac:chgData name="JHEYSON FABIAN VILLAVISAN BUITRAGO" userId="e5ced5c2-d787-455d-b115-4f08a699b8c8" providerId="ADAL" clId="{346ECE53-D0EE-4664-97A2-EE5ED4BD15CE}" dt="2025-10-18T12:34:41.806" v="4703" actId="478"/>
          <ac:picMkLst>
            <pc:docMk/>
            <pc:sldMk cId="467175700" sldId="298"/>
            <ac:picMk id="4" creationId="{C809D3DD-F256-02E4-7A35-5E9F7EEAE23F}"/>
          </ac:picMkLst>
        </pc:picChg>
        <pc:picChg chg="add mod">
          <ac:chgData name="JHEYSON FABIAN VILLAVISAN BUITRAGO" userId="e5ced5c2-d787-455d-b115-4f08a699b8c8" providerId="ADAL" clId="{346ECE53-D0EE-4664-97A2-EE5ED4BD15CE}" dt="2025-10-18T12:34:45.198" v="4706" actId="1076"/>
          <ac:picMkLst>
            <pc:docMk/>
            <pc:sldMk cId="467175700" sldId="298"/>
            <ac:picMk id="7" creationId="{7BDC0058-8F91-E2AC-BB1E-3160667CA8AB}"/>
          </ac:picMkLst>
        </pc:picChg>
      </pc:sldChg>
      <pc:sldChg chg="del">
        <pc:chgData name="JHEYSON FABIAN VILLAVISAN BUITRAGO" userId="e5ced5c2-d787-455d-b115-4f08a699b8c8" providerId="ADAL" clId="{346ECE53-D0EE-4664-97A2-EE5ED4BD15CE}" dt="2025-09-12T14:39:17.290" v="15" actId="47"/>
        <pc:sldMkLst>
          <pc:docMk/>
          <pc:sldMk cId="3615389890" sldId="298"/>
        </pc:sldMkLst>
      </pc:sldChg>
      <pc:sldChg chg="addSp delSp modSp add mod">
        <pc:chgData name="JHEYSON FABIAN VILLAVISAN BUITRAGO" userId="e5ced5c2-d787-455d-b115-4f08a699b8c8" providerId="ADAL" clId="{346ECE53-D0EE-4664-97A2-EE5ED4BD15CE}" dt="2025-10-18T12:42:59.314" v="4736" actId="20577"/>
        <pc:sldMkLst>
          <pc:docMk/>
          <pc:sldMk cId="3294748194" sldId="299"/>
        </pc:sldMkLst>
        <pc:spChg chg="add mod">
          <ac:chgData name="JHEYSON FABIAN VILLAVISAN BUITRAGO" userId="e5ced5c2-d787-455d-b115-4f08a699b8c8" providerId="ADAL" clId="{346ECE53-D0EE-4664-97A2-EE5ED4BD15CE}" dt="2025-10-18T12:35:33.481" v="4710"/>
          <ac:spMkLst>
            <pc:docMk/>
            <pc:sldMk cId="3294748194" sldId="299"/>
            <ac:spMk id="4" creationId="{13BB5165-FBB9-8294-61D1-0FCB7E9189EE}"/>
          </ac:spMkLst>
        </pc:spChg>
        <pc:spChg chg="add mod">
          <ac:chgData name="JHEYSON FABIAN VILLAVISAN BUITRAGO" userId="e5ced5c2-d787-455d-b115-4f08a699b8c8" providerId="ADAL" clId="{346ECE53-D0EE-4664-97A2-EE5ED4BD15CE}" dt="2025-10-18T12:42:59.314" v="4736" actId="20577"/>
          <ac:spMkLst>
            <pc:docMk/>
            <pc:sldMk cId="3294748194" sldId="299"/>
            <ac:spMk id="6" creationId="{058881A0-5D1C-F9C6-A9E4-10D9F7BCDC4A}"/>
          </ac:spMkLst>
        </pc:spChg>
        <pc:spChg chg="mod">
          <ac:chgData name="JHEYSON FABIAN VILLAVISAN BUITRAGO" userId="e5ced5c2-d787-455d-b115-4f08a699b8c8" providerId="ADAL" clId="{346ECE53-D0EE-4664-97A2-EE5ED4BD15CE}" dt="2025-10-18T12:36:29.552" v="4722" actId="20577"/>
          <ac:spMkLst>
            <pc:docMk/>
            <pc:sldMk cId="3294748194" sldId="299"/>
            <ac:spMk id="10" creationId="{FA64C5A6-5D58-EC48-782E-0F6BB7B4880C}"/>
          </ac:spMkLst>
        </pc:spChg>
        <pc:picChg chg="add mod ord">
          <ac:chgData name="JHEYSON FABIAN VILLAVISAN BUITRAGO" userId="e5ced5c2-d787-455d-b115-4f08a699b8c8" providerId="ADAL" clId="{346ECE53-D0EE-4664-97A2-EE5ED4BD15CE}" dt="2025-10-18T12:35:41.255" v="4714" actId="1076"/>
          <ac:picMkLst>
            <pc:docMk/>
            <pc:sldMk cId="3294748194" sldId="299"/>
            <ac:picMk id="3" creationId="{D9A2B9FB-5DA4-F639-2AF6-7D7524DDBE40}"/>
          </ac:picMkLst>
        </pc:picChg>
      </pc:sldChg>
      <pc:sldChg chg="del">
        <pc:chgData name="JHEYSON FABIAN VILLAVISAN BUITRAGO" userId="e5ced5c2-d787-455d-b115-4f08a699b8c8" providerId="ADAL" clId="{346ECE53-D0EE-4664-97A2-EE5ED4BD15CE}" dt="2025-09-12T14:39:17.290" v="15" actId="47"/>
        <pc:sldMkLst>
          <pc:docMk/>
          <pc:sldMk cId="3420418071" sldId="299"/>
        </pc:sldMkLst>
      </pc:sldChg>
      <pc:sldChg chg="addSp delSp modSp add del mod delAnim modAnim">
        <pc:chgData name="JHEYSON FABIAN VILLAVISAN BUITRAGO" userId="e5ced5c2-d787-455d-b115-4f08a699b8c8" providerId="ADAL" clId="{346ECE53-D0EE-4664-97A2-EE5ED4BD15CE}" dt="2025-10-18T12:45:09.170" v="4745" actId="1076"/>
        <pc:sldMkLst>
          <pc:docMk/>
          <pc:sldMk cId="2042207119" sldId="300"/>
        </pc:sldMkLst>
        <pc:spChg chg="add mod">
          <ac:chgData name="JHEYSON FABIAN VILLAVISAN BUITRAGO" userId="e5ced5c2-d787-455d-b115-4f08a699b8c8" providerId="ADAL" clId="{346ECE53-D0EE-4664-97A2-EE5ED4BD15CE}" dt="2025-10-18T12:42:39.996" v="4730" actId="1076"/>
          <ac:spMkLst>
            <pc:docMk/>
            <pc:sldMk cId="2042207119" sldId="300"/>
            <ac:spMk id="2" creationId="{53C1EDD2-5185-EDCA-2D6E-602DE742117D}"/>
          </ac:spMkLst>
        </pc:spChg>
        <pc:spChg chg="add mod">
          <ac:chgData name="JHEYSON FABIAN VILLAVISAN BUITRAGO" userId="e5ced5c2-d787-455d-b115-4f08a699b8c8" providerId="ADAL" clId="{346ECE53-D0EE-4664-97A2-EE5ED4BD15CE}" dt="2025-10-18T12:43:03.584" v="4737" actId="1076"/>
          <ac:spMkLst>
            <pc:docMk/>
            <pc:sldMk cId="2042207119" sldId="300"/>
            <ac:spMk id="3" creationId="{1FEBB96D-A39F-B9B1-AEBE-B949CD065130}"/>
          </ac:spMkLst>
        </pc:spChg>
        <pc:spChg chg="add mod">
          <ac:chgData name="JHEYSON FABIAN VILLAVISAN BUITRAGO" userId="e5ced5c2-d787-455d-b115-4f08a699b8c8" providerId="ADAL" clId="{346ECE53-D0EE-4664-97A2-EE5ED4BD15CE}" dt="2025-10-18T12:45:06.499" v="4744" actId="1076"/>
          <ac:spMkLst>
            <pc:docMk/>
            <pc:sldMk cId="2042207119" sldId="300"/>
            <ac:spMk id="4" creationId="{60DC1F23-53B3-8B39-7B7D-597E0BFBD26B}"/>
          </ac:spMkLst>
        </pc:spChg>
        <pc:spChg chg="add mod">
          <ac:chgData name="JHEYSON FABIAN VILLAVISAN BUITRAGO" userId="e5ced5c2-d787-455d-b115-4f08a699b8c8" providerId="ADAL" clId="{346ECE53-D0EE-4664-97A2-EE5ED4BD15CE}" dt="2025-10-18T12:45:09.170" v="4745" actId="1076"/>
          <ac:spMkLst>
            <pc:docMk/>
            <pc:sldMk cId="2042207119" sldId="300"/>
            <ac:spMk id="6" creationId="{B3715B9D-EC4C-5268-5630-8ACED291D31D}"/>
          </ac:spMkLst>
        </pc:spChg>
        <pc:spChg chg="mod">
          <ac:chgData name="JHEYSON FABIAN VILLAVISAN BUITRAGO" userId="e5ced5c2-d787-455d-b115-4f08a699b8c8" providerId="ADAL" clId="{346ECE53-D0EE-4664-97A2-EE5ED4BD15CE}" dt="2025-10-18T12:44:58.802" v="4740" actId="20577"/>
          <ac:spMkLst>
            <pc:docMk/>
            <pc:sldMk cId="2042207119" sldId="300"/>
            <ac:spMk id="10" creationId="{D0C7E204-6B4D-5DCD-1F20-A06FB1CE361A}"/>
          </ac:spMkLst>
        </pc:spChg>
      </pc:sldChg>
      <pc:sldChg chg="del">
        <pc:chgData name="JHEYSON FABIAN VILLAVISAN BUITRAGO" userId="e5ced5c2-d787-455d-b115-4f08a699b8c8" providerId="ADAL" clId="{346ECE53-D0EE-4664-97A2-EE5ED4BD15CE}" dt="2025-09-12T14:39:17.290" v="15" actId="47"/>
        <pc:sldMkLst>
          <pc:docMk/>
          <pc:sldMk cId="3504482196" sldId="300"/>
        </pc:sldMkLst>
      </pc:sldChg>
      <pc:sldChg chg="addSp delSp modSp add mod delAnim">
        <pc:chgData name="JHEYSON FABIAN VILLAVISAN BUITRAGO" userId="e5ced5c2-d787-455d-b115-4f08a699b8c8" providerId="ADAL" clId="{346ECE53-D0EE-4664-97A2-EE5ED4BD15CE}" dt="2025-10-18T13:00:17.029" v="4748" actId="20577"/>
        <pc:sldMkLst>
          <pc:docMk/>
          <pc:sldMk cId="45021175" sldId="301"/>
        </pc:sldMkLst>
        <pc:spChg chg="mod">
          <ac:chgData name="JHEYSON FABIAN VILLAVISAN BUITRAGO" userId="e5ced5c2-d787-455d-b115-4f08a699b8c8" providerId="ADAL" clId="{346ECE53-D0EE-4664-97A2-EE5ED4BD15CE}" dt="2025-10-18T13:00:17.029" v="4748" actId="20577"/>
          <ac:spMkLst>
            <pc:docMk/>
            <pc:sldMk cId="45021175" sldId="301"/>
            <ac:spMk id="10" creationId="{D0C7E204-6B4D-5DCD-1F20-A06FB1CE361A}"/>
          </ac:spMkLst>
        </pc:spChg>
        <pc:picChg chg="add">
          <ac:chgData name="JHEYSON FABIAN VILLAVISAN BUITRAGO" userId="e5ced5c2-d787-455d-b115-4f08a699b8c8" providerId="ADAL" clId="{346ECE53-D0EE-4664-97A2-EE5ED4BD15CE}" dt="2025-10-18T12:45:20.809" v="4746" actId="22"/>
          <ac:picMkLst>
            <pc:docMk/>
            <pc:sldMk cId="45021175" sldId="301"/>
            <ac:picMk id="3" creationId="{18FC57C3-EA28-2907-DF16-CAD8273389F4}"/>
          </ac:picMkLst>
        </pc:picChg>
      </pc:sldChg>
      <pc:sldChg chg="del">
        <pc:chgData name="JHEYSON FABIAN VILLAVISAN BUITRAGO" userId="e5ced5c2-d787-455d-b115-4f08a699b8c8" providerId="ADAL" clId="{346ECE53-D0EE-4664-97A2-EE5ED4BD15CE}" dt="2025-09-12T14:39:17.290" v="15" actId="47"/>
        <pc:sldMkLst>
          <pc:docMk/>
          <pc:sldMk cId="3238592863" sldId="301"/>
        </pc:sldMkLst>
      </pc:sldChg>
      <pc:sldChg chg="del">
        <pc:chgData name="JHEYSON FABIAN VILLAVISAN BUITRAGO" userId="e5ced5c2-d787-455d-b115-4f08a699b8c8" providerId="ADAL" clId="{346ECE53-D0EE-4664-97A2-EE5ED4BD15CE}" dt="2025-09-12T14:39:17.290" v="15" actId="47"/>
        <pc:sldMkLst>
          <pc:docMk/>
          <pc:sldMk cId="1588383939" sldId="302"/>
        </pc:sldMkLst>
      </pc:sldChg>
      <pc:sldChg chg="addSp delSp modSp add mod">
        <pc:chgData name="JHEYSON FABIAN VILLAVISAN BUITRAGO" userId="e5ced5c2-d787-455d-b115-4f08a699b8c8" providerId="ADAL" clId="{346ECE53-D0EE-4664-97A2-EE5ED4BD15CE}" dt="2025-10-18T13:12:40.867" v="4866" actId="20577"/>
        <pc:sldMkLst>
          <pc:docMk/>
          <pc:sldMk cId="1696375848" sldId="302"/>
        </pc:sldMkLst>
        <pc:spChg chg="add mod">
          <ac:chgData name="JHEYSON FABIAN VILLAVISAN BUITRAGO" userId="e5ced5c2-d787-455d-b115-4f08a699b8c8" providerId="ADAL" clId="{346ECE53-D0EE-4664-97A2-EE5ED4BD15CE}" dt="2025-10-18T13:12:40.867" v="4866" actId="20577"/>
          <ac:spMkLst>
            <pc:docMk/>
            <pc:sldMk cId="1696375848" sldId="302"/>
            <ac:spMk id="2" creationId="{14EA4A13-ADDF-33F2-C1D6-9434D22E429C}"/>
          </ac:spMkLst>
        </pc:spChg>
        <pc:spChg chg="add">
          <ac:chgData name="JHEYSON FABIAN VILLAVISAN BUITRAGO" userId="e5ced5c2-d787-455d-b115-4f08a699b8c8" providerId="ADAL" clId="{346ECE53-D0EE-4664-97A2-EE5ED4BD15CE}" dt="2025-10-18T13:06:12.511" v="4784"/>
          <ac:spMkLst>
            <pc:docMk/>
            <pc:sldMk cId="1696375848" sldId="302"/>
            <ac:spMk id="3" creationId="{F1F8DBF8-8F57-0C33-C4ED-1F9F8D3725D7}"/>
          </ac:spMkLst>
        </pc:spChg>
        <pc:spChg chg="mod">
          <ac:chgData name="JHEYSON FABIAN VILLAVISAN BUITRAGO" userId="e5ced5c2-d787-455d-b115-4f08a699b8c8" providerId="ADAL" clId="{346ECE53-D0EE-4664-97A2-EE5ED4BD15CE}" dt="2025-10-18T13:02:25.126" v="4761" actId="20577"/>
          <ac:spMkLst>
            <pc:docMk/>
            <pc:sldMk cId="1696375848" sldId="302"/>
            <ac:spMk id="10" creationId="{219FF730-CC58-350A-E4EC-0DCD5994825A}"/>
          </ac:spMkLst>
        </pc:spChg>
      </pc:sldChg>
      <pc:sldChg chg="del">
        <pc:chgData name="JHEYSON FABIAN VILLAVISAN BUITRAGO" userId="e5ced5c2-d787-455d-b115-4f08a699b8c8" providerId="ADAL" clId="{346ECE53-D0EE-4664-97A2-EE5ED4BD15CE}" dt="2025-09-12T14:39:17.290" v="15" actId="47"/>
        <pc:sldMkLst>
          <pc:docMk/>
          <pc:sldMk cId="658582679" sldId="303"/>
        </pc:sldMkLst>
      </pc:sldChg>
      <pc:sldChg chg="addSp delSp modSp add mod">
        <pc:chgData name="JHEYSON FABIAN VILLAVISAN BUITRAGO" userId="e5ced5c2-d787-455d-b115-4f08a699b8c8" providerId="ADAL" clId="{346ECE53-D0EE-4664-97A2-EE5ED4BD15CE}" dt="2025-10-18T13:39:05.843" v="5041" actId="1076"/>
        <pc:sldMkLst>
          <pc:docMk/>
          <pc:sldMk cId="2881167433" sldId="303"/>
        </pc:sldMkLst>
        <pc:spChg chg="add mod">
          <ac:chgData name="JHEYSON FABIAN VILLAVISAN BUITRAGO" userId="e5ced5c2-d787-455d-b115-4f08a699b8c8" providerId="ADAL" clId="{346ECE53-D0EE-4664-97A2-EE5ED4BD15CE}" dt="2025-10-18T13:39:03.550" v="5040" actId="1076"/>
          <ac:spMkLst>
            <pc:docMk/>
            <pc:sldMk cId="2881167433" sldId="303"/>
            <ac:spMk id="7" creationId="{F64B6FC2-5ABF-1E3B-0368-B6EAD5684F28}"/>
          </ac:spMkLst>
        </pc:spChg>
        <pc:spChg chg="add mod">
          <ac:chgData name="JHEYSON FABIAN VILLAVISAN BUITRAGO" userId="e5ced5c2-d787-455d-b115-4f08a699b8c8" providerId="ADAL" clId="{346ECE53-D0EE-4664-97A2-EE5ED4BD15CE}" dt="2025-10-18T13:39:05.843" v="5041" actId="1076"/>
          <ac:spMkLst>
            <pc:docMk/>
            <pc:sldMk cId="2881167433" sldId="303"/>
            <ac:spMk id="8" creationId="{DFF1C511-87E6-A31D-E89A-A2C871D99931}"/>
          </ac:spMkLst>
        </pc:spChg>
        <pc:spChg chg="mod">
          <ac:chgData name="JHEYSON FABIAN VILLAVISAN BUITRAGO" userId="e5ced5c2-d787-455d-b115-4f08a699b8c8" providerId="ADAL" clId="{346ECE53-D0EE-4664-97A2-EE5ED4BD15CE}" dt="2025-10-18T13:14:19.682" v="4869" actId="20577"/>
          <ac:spMkLst>
            <pc:docMk/>
            <pc:sldMk cId="2881167433" sldId="303"/>
            <ac:spMk id="10" creationId="{60465CDE-CE01-291E-4163-2C90186D153F}"/>
          </ac:spMkLst>
        </pc:spChg>
        <pc:picChg chg="add del">
          <ac:chgData name="JHEYSON FABIAN VILLAVISAN BUITRAGO" userId="e5ced5c2-d787-455d-b115-4f08a699b8c8" providerId="ADAL" clId="{346ECE53-D0EE-4664-97A2-EE5ED4BD15CE}" dt="2025-10-18T13:16:30.963" v="4884" actId="478"/>
          <ac:picMkLst>
            <pc:docMk/>
            <pc:sldMk cId="2881167433" sldId="303"/>
            <ac:picMk id="3" creationId="{53DBFF78-4C61-F743-9125-A96D5EA04232}"/>
          </ac:picMkLst>
        </pc:picChg>
        <pc:picChg chg="add mod">
          <ac:chgData name="JHEYSON FABIAN VILLAVISAN BUITRAGO" userId="e5ced5c2-d787-455d-b115-4f08a699b8c8" providerId="ADAL" clId="{346ECE53-D0EE-4664-97A2-EE5ED4BD15CE}" dt="2025-10-18T13:38:57.323" v="5039" actId="1076"/>
          <ac:picMkLst>
            <pc:docMk/>
            <pc:sldMk cId="2881167433" sldId="303"/>
            <ac:picMk id="6" creationId="{E857ED0A-CB08-3BDD-E18C-240C5AD22D46}"/>
          </ac:picMkLst>
        </pc:picChg>
        <pc:picChg chg="add mod">
          <ac:chgData name="JHEYSON FABIAN VILLAVISAN BUITRAGO" userId="e5ced5c2-d787-455d-b115-4f08a699b8c8" providerId="ADAL" clId="{346ECE53-D0EE-4664-97A2-EE5ED4BD15CE}" dt="2025-10-18T13:38:50.329" v="5037" actId="1076"/>
          <ac:picMkLst>
            <pc:docMk/>
            <pc:sldMk cId="2881167433" sldId="303"/>
            <ac:picMk id="11" creationId="{2717736E-FFA5-1823-9908-FC811866814E}"/>
          </ac:picMkLst>
        </pc:picChg>
        <pc:cxnChg chg="add">
          <ac:chgData name="JHEYSON FABIAN VILLAVISAN BUITRAGO" userId="e5ced5c2-d787-455d-b115-4f08a699b8c8" providerId="ADAL" clId="{346ECE53-D0EE-4664-97A2-EE5ED4BD15CE}" dt="2025-10-18T13:38:56.394" v="5038" actId="11529"/>
          <ac:cxnSpMkLst>
            <pc:docMk/>
            <pc:sldMk cId="2881167433" sldId="303"/>
            <ac:cxnSpMk id="13" creationId="{AAB3A3BD-A5CC-5542-4760-D1057DF5AD27}"/>
          </ac:cxnSpMkLst>
        </pc:cxnChg>
      </pc:sldChg>
      <pc:sldChg chg="delSp modSp add mod">
        <pc:chgData name="JHEYSON FABIAN VILLAVISAN BUITRAGO" userId="e5ced5c2-d787-455d-b115-4f08a699b8c8" providerId="ADAL" clId="{346ECE53-D0EE-4664-97A2-EE5ED4BD15CE}" dt="2025-10-18T13:43:15.776" v="5067" actId="20577"/>
        <pc:sldMkLst>
          <pc:docMk/>
          <pc:sldMk cId="3882822646" sldId="304"/>
        </pc:sldMkLst>
        <pc:spChg chg="mod">
          <ac:chgData name="JHEYSON FABIAN VILLAVISAN BUITRAGO" userId="e5ced5c2-d787-455d-b115-4f08a699b8c8" providerId="ADAL" clId="{346ECE53-D0EE-4664-97A2-EE5ED4BD15CE}" dt="2025-10-18T13:43:15.776" v="5067" actId="20577"/>
          <ac:spMkLst>
            <pc:docMk/>
            <pc:sldMk cId="3882822646" sldId="304"/>
            <ac:spMk id="10" creationId="{25C0BFCC-1297-9A5E-A3A6-9E982ED1E620}"/>
          </ac:spMkLst>
        </pc:spChg>
      </pc:sldChg>
      <pc:sldChg chg="delSp add mod">
        <pc:chgData name="JHEYSON FABIAN VILLAVISAN BUITRAGO" userId="e5ced5c2-d787-455d-b115-4f08a699b8c8" providerId="ADAL" clId="{346ECE53-D0EE-4664-97A2-EE5ED4BD15CE}" dt="2025-10-15T15:19:22.063" v="4180" actId="478"/>
        <pc:sldMkLst>
          <pc:docMk/>
          <pc:sldMk cId="3279837230" sldId="305"/>
        </pc:sldMkLst>
      </pc:sldChg>
      <pc:sldChg chg="addSp modSp add mod">
        <pc:chgData name="JHEYSON FABIAN VILLAVISAN BUITRAGO" userId="e5ced5c2-d787-455d-b115-4f08a699b8c8" providerId="ADAL" clId="{346ECE53-D0EE-4664-97A2-EE5ED4BD15CE}" dt="2025-10-15T15:22:48.664" v="4209" actId="20577"/>
        <pc:sldMkLst>
          <pc:docMk/>
          <pc:sldMk cId="507483996" sldId="306"/>
        </pc:sldMkLst>
        <pc:spChg chg="mod">
          <ac:chgData name="JHEYSON FABIAN VILLAVISAN BUITRAGO" userId="e5ced5c2-d787-455d-b115-4f08a699b8c8" providerId="ADAL" clId="{346ECE53-D0EE-4664-97A2-EE5ED4BD15CE}" dt="2025-10-15T15:20:21.516" v="4185" actId="20577"/>
          <ac:spMkLst>
            <pc:docMk/>
            <pc:sldMk cId="507483996" sldId="306"/>
            <ac:spMk id="7" creationId="{78C236E0-8C12-7CF7-8673-1853E44C3BA0}"/>
          </ac:spMkLst>
        </pc:spChg>
        <pc:spChg chg="mod">
          <ac:chgData name="JHEYSON FABIAN VILLAVISAN BUITRAGO" userId="e5ced5c2-d787-455d-b115-4f08a699b8c8" providerId="ADAL" clId="{346ECE53-D0EE-4664-97A2-EE5ED4BD15CE}" dt="2025-10-15T15:22:48.664" v="4209" actId="20577"/>
          <ac:spMkLst>
            <pc:docMk/>
            <pc:sldMk cId="507483996" sldId="306"/>
            <ac:spMk id="10" creationId="{B4B6484D-D48C-F5DE-266D-D82B5B830E49}"/>
          </ac:spMkLst>
        </pc:spChg>
        <pc:picChg chg="add mod">
          <ac:chgData name="JHEYSON FABIAN VILLAVISAN BUITRAGO" userId="e5ced5c2-d787-455d-b115-4f08a699b8c8" providerId="ADAL" clId="{346ECE53-D0EE-4664-97A2-EE5ED4BD15CE}" dt="2025-10-15T15:20:37.016" v="4191" actId="1076"/>
          <ac:picMkLst>
            <pc:docMk/>
            <pc:sldMk cId="507483996" sldId="306"/>
            <ac:picMk id="3" creationId="{019D2E39-878D-B90A-153B-A9ED1B94068F}"/>
          </ac:picMkLst>
        </pc:picChg>
      </pc:sldChg>
      <pc:sldChg chg="addSp delSp modSp add mod">
        <pc:chgData name="JHEYSON FABIAN VILLAVISAN BUITRAGO" userId="e5ced5c2-d787-455d-b115-4f08a699b8c8" providerId="ADAL" clId="{346ECE53-D0EE-4664-97A2-EE5ED4BD15CE}" dt="2025-10-15T15:22:51.523" v="4213" actId="20577"/>
        <pc:sldMkLst>
          <pc:docMk/>
          <pc:sldMk cId="3798690235" sldId="307"/>
        </pc:sldMkLst>
        <pc:spChg chg="mod">
          <ac:chgData name="JHEYSON FABIAN VILLAVISAN BUITRAGO" userId="e5ced5c2-d787-455d-b115-4f08a699b8c8" providerId="ADAL" clId="{346ECE53-D0EE-4664-97A2-EE5ED4BD15CE}" dt="2025-10-15T15:20:53.073" v="4193" actId="20577"/>
          <ac:spMkLst>
            <pc:docMk/>
            <pc:sldMk cId="3798690235" sldId="307"/>
            <ac:spMk id="9" creationId="{3B5420CA-718A-129B-6AFD-AD8B8F62BA99}"/>
          </ac:spMkLst>
        </pc:spChg>
        <pc:spChg chg="mod">
          <ac:chgData name="JHEYSON FABIAN VILLAVISAN BUITRAGO" userId="e5ced5c2-d787-455d-b115-4f08a699b8c8" providerId="ADAL" clId="{346ECE53-D0EE-4664-97A2-EE5ED4BD15CE}" dt="2025-10-15T15:22:51.523" v="4213" actId="20577"/>
          <ac:spMkLst>
            <pc:docMk/>
            <pc:sldMk cId="3798690235" sldId="307"/>
            <ac:spMk id="10" creationId="{6CF17226-80C3-7B41-AE4B-93D8F35BAFFB}"/>
          </ac:spMkLst>
        </pc:spChg>
        <pc:picChg chg="add mod">
          <ac:chgData name="JHEYSON FABIAN VILLAVISAN BUITRAGO" userId="e5ced5c2-d787-455d-b115-4f08a699b8c8" providerId="ADAL" clId="{346ECE53-D0EE-4664-97A2-EE5ED4BD15CE}" dt="2025-10-15T15:22:18.041" v="4204" actId="1076"/>
          <ac:picMkLst>
            <pc:docMk/>
            <pc:sldMk cId="3798690235" sldId="307"/>
            <ac:picMk id="6" creationId="{B44A599B-9E6D-E449-CFC6-81B7811B40EF}"/>
          </ac:picMkLst>
        </pc:picChg>
      </pc:sldChg>
      <pc:sldChg chg="addSp modSp add mod">
        <pc:chgData name="JHEYSON FABIAN VILLAVISAN BUITRAGO" userId="e5ced5c2-d787-455d-b115-4f08a699b8c8" providerId="ADAL" clId="{346ECE53-D0EE-4664-97A2-EE5ED4BD15CE}" dt="2025-10-18T13:15:18.084" v="4883" actId="20577"/>
        <pc:sldMkLst>
          <pc:docMk/>
          <pc:sldMk cId="3377909080" sldId="308"/>
        </pc:sldMkLst>
        <pc:spChg chg="add mod">
          <ac:chgData name="JHEYSON FABIAN VILLAVISAN BUITRAGO" userId="e5ced5c2-d787-455d-b115-4f08a699b8c8" providerId="ADAL" clId="{346ECE53-D0EE-4664-97A2-EE5ED4BD15CE}" dt="2025-10-18T13:15:18.084" v="4883" actId="20577"/>
          <ac:spMkLst>
            <pc:docMk/>
            <pc:sldMk cId="3377909080" sldId="308"/>
            <ac:spMk id="2" creationId="{F1F070A6-2CF1-0A0B-BE2A-1280C72A44B7}"/>
          </ac:spMkLst>
        </pc:spChg>
        <pc:spChg chg="mod">
          <ac:chgData name="JHEYSON FABIAN VILLAVISAN BUITRAGO" userId="e5ced5c2-d787-455d-b115-4f08a699b8c8" providerId="ADAL" clId="{346ECE53-D0EE-4664-97A2-EE5ED4BD15CE}" dt="2025-10-18T13:14:51.542" v="4872" actId="20577"/>
          <ac:spMkLst>
            <pc:docMk/>
            <pc:sldMk cId="3377909080" sldId="308"/>
            <ac:spMk id="10" creationId="{6E8334A8-128D-C8FA-8EB6-F49528078C3F}"/>
          </ac:spMkLst>
        </pc:spChg>
      </pc:sldChg>
      <pc:sldChg chg="addSp modSp add mod">
        <pc:chgData name="JHEYSON FABIAN VILLAVISAN BUITRAGO" userId="e5ced5c2-d787-455d-b115-4f08a699b8c8" providerId="ADAL" clId="{346ECE53-D0EE-4664-97A2-EE5ED4BD15CE}" dt="2025-10-18T13:43:08.360" v="5065" actId="20577"/>
        <pc:sldMkLst>
          <pc:docMk/>
          <pc:sldMk cId="1749793618" sldId="309"/>
        </pc:sldMkLst>
        <pc:spChg chg="add mod">
          <ac:chgData name="JHEYSON FABIAN VILLAVISAN BUITRAGO" userId="e5ced5c2-d787-455d-b115-4f08a699b8c8" providerId="ADAL" clId="{346ECE53-D0EE-4664-97A2-EE5ED4BD15CE}" dt="2025-10-18T13:18:45.689" v="4905" actId="20577"/>
          <ac:spMkLst>
            <pc:docMk/>
            <pc:sldMk cId="1749793618" sldId="309"/>
            <ac:spMk id="4" creationId="{2F14E6A2-38A4-143D-CDD0-20F2364D76B9}"/>
          </ac:spMkLst>
        </pc:spChg>
        <pc:spChg chg="mod">
          <ac:chgData name="JHEYSON FABIAN VILLAVISAN BUITRAGO" userId="e5ced5c2-d787-455d-b115-4f08a699b8c8" providerId="ADAL" clId="{346ECE53-D0EE-4664-97A2-EE5ED4BD15CE}" dt="2025-10-18T13:43:08.360" v="5065" actId="20577"/>
          <ac:spMkLst>
            <pc:docMk/>
            <pc:sldMk cId="1749793618" sldId="309"/>
            <ac:spMk id="10" creationId="{16F20C91-EC08-2FA0-3DE8-7EF9B1EC981B}"/>
          </ac:spMkLst>
        </pc:spChg>
        <pc:picChg chg="add">
          <ac:chgData name="JHEYSON FABIAN VILLAVISAN BUITRAGO" userId="e5ced5c2-d787-455d-b115-4f08a699b8c8" providerId="ADAL" clId="{346ECE53-D0EE-4664-97A2-EE5ED4BD15CE}" dt="2025-10-18T13:17:22.614" v="4886" actId="22"/>
          <ac:picMkLst>
            <pc:docMk/>
            <pc:sldMk cId="1749793618" sldId="309"/>
            <ac:picMk id="3" creationId="{F43355DC-91F4-A95F-3F58-4B7B86A2F383}"/>
          </ac:picMkLst>
        </pc:picChg>
      </pc:sldChg>
      <pc:sldChg chg="addSp delSp modSp add mod">
        <pc:chgData name="JHEYSON FABIAN VILLAVISAN BUITRAGO" userId="e5ced5c2-d787-455d-b115-4f08a699b8c8" providerId="ADAL" clId="{346ECE53-D0EE-4664-97A2-EE5ED4BD15CE}" dt="2025-10-18T13:36:49.015" v="4988" actId="20577"/>
        <pc:sldMkLst>
          <pc:docMk/>
          <pc:sldMk cId="2061997336" sldId="310"/>
        </pc:sldMkLst>
        <pc:spChg chg="mod">
          <ac:chgData name="JHEYSON FABIAN VILLAVISAN BUITRAGO" userId="e5ced5c2-d787-455d-b115-4f08a699b8c8" providerId="ADAL" clId="{346ECE53-D0EE-4664-97A2-EE5ED4BD15CE}" dt="2025-10-18T13:36:49.015" v="4988" actId="20577"/>
          <ac:spMkLst>
            <pc:docMk/>
            <pc:sldMk cId="2061997336" sldId="310"/>
            <ac:spMk id="10" creationId="{AC5D18D8-93ED-4F97-FAE2-87A8A3C7D385}"/>
          </ac:spMkLst>
        </pc:spChg>
        <pc:graphicFrameChg chg="add mod modGraphic">
          <ac:chgData name="JHEYSON FABIAN VILLAVISAN BUITRAGO" userId="e5ced5c2-d787-455d-b115-4f08a699b8c8" providerId="ADAL" clId="{346ECE53-D0EE-4664-97A2-EE5ED4BD15CE}" dt="2025-10-18T13:23:16.657" v="4984" actId="20577"/>
          <ac:graphicFrameMkLst>
            <pc:docMk/>
            <pc:sldMk cId="2061997336" sldId="310"/>
            <ac:graphicFrameMk id="2" creationId="{D0042574-8E16-80AB-BB57-6E84868E0082}"/>
          </ac:graphicFrameMkLst>
        </pc:graphicFrameChg>
        <pc:picChg chg="add del mod">
          <ac:chgData name="JHEYSON FABIAN VILLAVISAN BUITRAGO" userId="e5ced5c2-d787-455d-b115-4f08a699b8c8" providerId="ADAL" clId="{346ECE53-D0EE-4664-97A2-EE5ED4BD15CE}" dt="2025-10-18T13:20:50.672" v="4910" actId="478"/>
          <ac:picMkLst>
            <pc:docMk/>
            <pc:sldMk cId="2061997336" sldId="310"/>
            <ac:picMk id="2050" creationId="{F8FF8844-9E31-406F-52B1-64CF1AE10068}"/>
          </ac:picMkLst>
        </pc:picChg>
      </pc:sldChg>
      <pc:sldChg chg="addSp modSp add mod">
        <pc:chgData name="JHEYSON FABIAN VILLAVISAN BUITRAGO" userId="e5ced5c2-d787-455d-b115-4f08a699b8c8" providerId="ADAL" clId="{346ECE53-D0EE-4664-97A2-EE5ED4BD15CE}" dt="2025-10-18T13:42:29.002" v="5063" actId="1076"/>
        <pc:sldMkLst>
          <pc:docMk/>
          <pc:sldMk cId="154803244" sldId="311"/>
        </pc:sldMkLst>
        <pc:spChg chg="mod">
          <ac:chgData name="JHEYSON FABIAN VILLAVISAN BUITRAGO" userId="e5ced5c2-d787-455d-b115-4f08a699b8c8" providerId="ADAL" clId="{346ECE53-D0EE-4664-97A2-EE5ED4BD15CE}" dt="2025-10-18T13:37:00.973" v="4991" actId="20577"/>
          <ac:spMkLst>
            <pc:docMk/>
            <pc:sldMk cId="154803244" sldId="311"/>
            <ac:spMk id="10" creationId="{0EF43063-8602-FCBA-8B6D-9797ADDABB77}"/>
          </ac:spMkLst>
        </pc:spChg>
        <pc:graphicFrameChg chg="add mod modGraphic">
          <ac:chgData name="JHEYSON FABIAN VILLAVISAN BUITRAGO" userId="e5ced5c2-d787-455d-b115-4f08a699b8c8" providerId="ADAL" clId="{346ECE53-D0EE-4664-97A2-EE5ED4BD15CE}" dt="2025-10-18T13:42:29.002" v="5063" actId="1076"/>
          <ac:graphicFrameMkLst>
            <pc:docMk/>
            <pc:sldMk cId="154803244" sldId="311"/>
            <ac:graphicFrameMk id="4" creationId="{54D509E1-23F7-710F-378D-B124FC81798E}"/>
          </ac:graphicFrameMkLst>
        </pc:graphicFrameChg>
        <pc:picChg chg="add mod">
          <ac:chgData name="JHEYSON FABIAN VILLAVISAN BUITRAGO" userId="e5ced5c2-d787-455d-b115-4f08a699b8c8" providerId="ADAL" clId="{346ECE53-D0EE-4664-97A2-EE5ED4BD15CE}" dt="2025-10-18T13:42:23.921" v="5062" actId="1076"/>
          <ac:picMkLst>
            <pc:docMk/>
            <pc:sldMk cId="154803244" sldId="311"/>
            <ac:picMk id="3" creationId="{F625ED00-4702-2C63-B352-024497278A95}"/>
          </ac:picMkLst>
        </pc:picChg>
        <pc:picChg chg="add mod">
          <ac:chgData name="JHEYSON FABIAN VILLAVISAN BUITRAGO" userId="e5ced5c2-d787-455d-b115-4f08a699b8c8" providerId="ADAL" clId="{346ECE53-D0EE-4664-97A2-EE5ED4BD15CE}" dt="2025-10-18T13:42:15.888" v="5060" actId="1076"/>
          <ac:picMkLst>
            <pc:docMk/>
            <pc:sldMk cId="154803244" sldId="311"/>
            <ac:picMk id="6" creationId="{3124ACD0-CDB3-DD20-A37B-95E4CC56883B}"/>
          </ac:picMkLst>
        </pc:picChg>
        <pc:cxnChg chg="add mod">
          <ac:chgData name="JHEYSON FABIAN VILLAVISAN BUITRAGO" userId="e5ced5c2-d787-455d-b115-4f08a699b8c8" providerId="ADAL" clId="{346ECE53-D0EE-4664-97A2-EE5ED4BD15CE}" dt="2025-10-18T13:42:23.921" v="5062" actId="1076"/>
          <ac:cxnSpMkLst>
            <pc:docMk/>
            <pc:sldMk cId="154803244" sldId="311"/>
            <ac:cxnSpMk id="8" creationId="{5535C46D-A2B0-6273-FFE0-51CD460FCF7F}"/>
          </ac:cxnSpMkLst>
        </pc:cxnChg>
      </pc:sldChg>
      <pc:sldChg chg="addSp delSp modSp add mod">
        <pc:chgData name="JHEYSON FABIAN VILLAVISAN BUITRAGO" userId="e5ced5c2-d787-455d-b115-4f08a699b8c8" providerId="ADAL" clId="{346ECE53-D0EE-4664-97A2-EE5ED4BD15CE}" dt="2025-10-18T13:49:15.946" v="5102" actId="20577"/>
        <pc:sldMkLst>
          <pc:docMk/>
          <pc:sldMk cId="2867183284" sldId="312"/>
        </pc:sldMkLst>
        <pc:spChg chg="add mod">
          <ac:chgData name="JHEYSON FABIAN VILLAVISAN BUITRAGO" userId="e5ced5c2-d787-455d-b115-4f08a699b8c8" providerId="ADAL" clId="{346ECE53-D0EE-4664-97A2-EE5ED4BD15CE}" dt="2025-10-18T13:49:15.946" v="5102" actId="20577"/>
          <ac:spMkLst>
            <pc:docMk/>
            <pc:sldMk cId="2867183284" sldId="312"/>
            <ac:spMk id="2" creationId="{79360D85-040F-EE49-634E-D56C0E456624}"/>
          </ac:spMkLst>
        </pc:spChg>
        <pc:spChg chg="add mod">
          <ac:chgData name="JHEYSON FABIAN VILLAVISAN BUITRAGO" userId="e5ced5c2-d787-455d-b115-4f08a699b8c8" providerId="ADAL" clId="{346ECE53-D0EE-4664-97A2-EE5ED4BD15CE}" dt="2025-10-18T13:45:06.559" v="5085" actId="20577"/>
          <ac:spMkLst>
            <pc:docMk/>
            <pc:sldMk cId="2867183284" sldId="312"/>
            <ac:spMk id="7" creationId="{0E27E389-89E5-B581-CF1B-DD369D545586}"/>
          </ac:spMkLst>
        </pc:spChg>
        <pc:spChg chg="add mod">
          <ac:chgData name="JHEYSON FABIAN VILLAVISAN BUITRAGO" userId="e5ced5c2-d787-455d-b115-4f08a699b8c8" providerId="ADAL" clId="{346ECE53-D0EE-4664-97A2-EE5ED4BD15CE}" dt="2025-10-18T13:48:00.993" v="5097" actId="20577"/>
          <ac:spMkLst>
            <pc:docMk/>
            <pc:sldMk cId="2867183284" sldId="312"/>
            <ac:spMk id="9" creationId="{D2B3CBDC-BD9D-EFD2-FBFD-2EF362539F98}"/>
          </ac:spMkLst>
        </pc:spChg>
        <pc:spChg chg="mod">
          <ac:chgData name="JHEYSON FABIAN VILLAVISAN BUITRAGO" userId="e5ced5c2-d787-455d-b115-4f08a699b8c8" providerId="ADAL" clId="{346ECE53-D0EE-4664-97A2-EE5ED4BD15CE}" dt="2025-10-18T13:44:41.787" v="5073" actId="20577"/>
          <ac:spMkLst>
            <pc:docMk/>
            <pc:sldMk cId="2867183284" sldId="312"/>
            <ac:spMk id="10" creationId="{66C21B2B-E240-7421-54BD-42EF748B5D52}"/>
          </ac:spMkLst>
        </pc:spChg>
        <pc:graphicFrameChg chg="del">
          <ac:chgData name="JHEYSON FABIAN VILLAVISAN BUITRAGO" userId="e5ced5c2-d787-455d-b115-4f08a699b8c8" providerId="ADAL" clId="{346ECE53-D0EE-4664-97A2-EE5ED4BD15CE}" dt="2025-10-18T13:44:25.914" v="5069" actId="478"/>
          <ac:graphicFrameMkLst>
            <pc:docMk/>
            <pc:sldMk cId="2867183284" sldId="312"/>
            <ac:graphicFrameMk id="4" creationId="{1E156D64-2AF9-3418-767C-0EE9B667917C}"/>
          </ac:graphicFrameMkLst>
        </pc:graphicFrameChg>
        <pc:picChg chg="del">
          <ac:chgData name="JHEYSON FABIAN VILLAVISAN BUITRAGO" userId="e5ced5c2-d787-455d-b115-4f08a699b8c8" providerId="ADAL" clId="{346ECE53-D0EE-4664-97A2-EE5ED4BD15CE}" dt="2025-10-18T13:44:25.914" v="5069" actId="478"/>
          <ac:picMkLst>
            <pc:docMk/>
            <pc:sldMk cId="2867183284" sldId="312"/>
            <ac:picMk id="3" creationId="{42B214DF-3F48-690D-F40B-2906334FCC9F}"/>
          </ac:picMkLst>
        </pc:picChg>
        <pc:picChg chg="del">
          <ac:chgData name="JHEYSON FABIAN VILLAVISAN BUITRAGO" userId="e5ced5c2-d787-455d-b115-4f08a699b8c8" providerId="ADAL" clId="{346ECE53-D0EE-4664-97A2-EE5ED4BD15CE}" dt="2025-10-18T13:44:25.914" v="5069" actId="478"/>
          <ac:picMkLst>
            <pc:docMk/>
            <pc:sldMk cId="2867183284" sldId="312"/>
            <ac:picMk id="6" creationId="{B4124F79-7D3D-FC3C-94F0-E17700CC7AEA}"/>
          </ac:picMkLst>
        </pc:picChg>
        <pc:cxnChg chg="del mod">
          <ac:chgData name="JHEYSON FABIAN VILLAVISAN BUITRAGO" userId="e5ced5c2-d787-455d-b115-4f08a699b8c8" providerId="ADAL" clId="{346ECE53-D0EE-4664-97A2-EE5ED4BD15CE}" dt="2025-10-18T13:44:27.823" v="5070" actId="478"/>
          <ac:cxnSpMkLst>
            <pc:docMk/>
            <pc:sldMk cId="2867183284" sldId="312"/>
            <ac:cxnSpMk id="8" creationId="{54592D1F-AE58-5BFE-6667-7177966152A7}"/>
          </ac:cxnSpMkLst>
        </pc:cxnChg>
      </pc:sldChg>
    </pc:docChg>
  </pc:docChgLst>
  <pc:docChgLst>
    <pc:chgData name="DIEGO ALEJANDRO RODRIGUEZ GOMEZ" userId="S::darodriguezgo@itc.edu.co::1e2337d8-8fab-437d-a653-fa453b036901" providerId="AD" clId="Web-{C13E926A-233F-0F61-E50D-8A8162AF14F2}"/>
    <pc:docChg chg="addSld modSld sldOrd modSection">
      <pc:chgData name="DIEGO ALEJANDRO RODRIGUEZ GOMEZ" userId="S::darodriguezgo@itc.edu.co::1e2337d8-8fab-437d-a653-fa453b036901" providerId="AD" clId="Web-{C13E926A-233F-0F61-E50D-8A8162AF14F2}" dt="2024-08-28T01:30:14.005" v="6"/>
      <pc:docMkLst>
        <pc:docMk/>
      </pc:docMkLst>
      <pc:sldChg chg="ord">
        <pc:chgData name="DIEGO ALEJANDRO RODRIGUEZ GOMEZ" userId="S::darodriguezgo@itc.edu.co::1e2337d8-8fab-437d-a653-fa453b036901" providerId="AD" clId="Web-{C13E926A-233F-0F61-E50D-8A8162AF14F2}" dt="2024-08-28T00:47:08.796" v="0"/>
        <pc:sldMkLst>
          <pc:docMk/>
          <pc:sldMk cId="2984553591" sldId="289"/>
        </pc:sldMkLst>
      </pc:sldChg>
      <pc:sldChg chg="addSp delSp modSp ord">
        <pc:chgData name="DIEGO ALEJANDRO RODRIGUEZ GOMEZ" userId="S::darodriguezgo@itc.edu.co::1e2337d8-8fab-437d-a653-fa453b036901" providerId="AD" clId="Web-{C13E926A-233F-0F61-E50D-8A8162AF14F2}" dt="2024-08-28T01:30:14.005" v="6"/>
        <pc:sldMkLst>
          <pc:docMk/>
          <pc:sldMk cId="407945755" sldId="290"/>
        </pc:sldMkLst>
      </pc:sldChg>
      <pc:sldChg chg="new">
        <pc:chgData name="DIEGO ALEJANDRO RODRIGUEZ GOMEZ" userId="S::darodriguezgo@itc.edu.co::1e2337d8-8fab-437d-a653-fa453b036901" providerId="AD" clId="Web-{C13E926A-233F-0F61-E50D-8A8162AF14F2}" dt="2024-08-28T00:48:28.626" v="1"/>
        <pc:sldMkLst>
          <pc:docMk/>
          <pc:sldMk cId="3981299200" sldId="296"/>
        </pc:sldMkLst>
      </pc:sldChg>
    </pc:docChg>
  </pc:docChgLst>
  <pc:docChgLst>
    <pc:chgData name="DIEGO ALEJANDRO RODRIGUEZ GOMEZ" userId="S::darodriguezgo@itc.edu.co::1e2337d8-8fab-437d-a653-fa453b036901" providerId="AD" clId="Web-{538D1E32-CF57-9A4D-28E3-F76089058522}"/>
    <pc:docChg chg="addSld modSection">
      <pc:chgData name="DIEGO ALEJANDRO RODRIGUEZ GOMEZ" userId="S::darodriguezgo@itc.edu.co::1e2337d8-8fab-437d-a653-fa453b036901" providerId="AD" clId="Web-{538D1E32-CF57-9A4D-28E3-F76089058522}" dt="2024-08-28T02:04:32.248" v="0"/>
      <pc:docMkLst>
        <pc:docMk/>
      </pc:docMkLst>
      <pc:sldChg chg="new">
        <pc:chgData name="DIEGO ALEJANDRO RODRIGUEZ GOMEZ" userId="S::darodriguezgo@itc.edu.co::1e2337d8-8fab-437d-a653-fa453b036901" providerId="AD" clId="Web-{538D1E32-CF57-9A4D-28E3-F76089058522}" dt="2024-08-28T02:04:32.248" v="0"/>
        <pc:sldMkLst>
          <pc:docMk/>
          <pc:sldMk cId="1439744647" sldId="297"/>
        </pc:sldMkLst>
      </pc:sldChg>
    </pc:docChg>
  </pc:docChgLst>
  <pc:docChgLst>
    <pc:chgData name="JHEYSON FABIAN VILLAVISAN BUITRAGO" userId="e5ced5c2-d787-455d-b115-4f08a699b8c8" providerId="ADAL" clId="{1E2E911B-7E72-4E39-98E0-2C0EB388CD7F}"/>
    <pc:docChg chg="custSel addSld modSld modSection">
      <pc:chgData name="JHEYSON FABIAN VILLAVISAN BUITRAGO" userId="e5ced5c2-d787-455d-b115-4f08a699b8c8" providerId="ADAL" clId="{1E2E911B-7E72-4E39-98E0-2C0EB388CD7F}" dt="2024-09-03T14:29:29.165" v="211" actId="20577"/>
      <pc:docMkLst>
        <pc:docMk/>
      </pc:docMkLst>
      <pc:sldChg chg="addSp delSp modSp mod">
        <pc:chgData name="JHEYSON FABIAN VILLAVISAN BUITRAGO" userId="e5ced5c2-d787-455d-b115-4f08a699b8c8" providerId="ADAL" clId="{1E2E911B-7E72-4E39-98E0-2C0EB388CD7F}" dt="2024-08-12T16:39:02.340" v="18" actId="20577"/>
        <pc:sldMkLst>
          <pc:docMk/>
          <pc:sldMk cId="2505371292" sldId="270"/>
        </pc:sldMkLst>
      </pc:sldChg>
      <pc:sldChg chg="modSp">
        <pc:chgData name="JHEYSON FABIAN VILLAVISAN BUITRAGO" userId="e5ced5c2-d787-455d-b115-4f08a699b8c8" providerId="ADAL" clId="{1E2E911B-7E72-4E39-98E0-2C0EB388CD7F}" dt="2024-08-12T16:39:14.175" v="19" actId="20577"/>
        <pc:sldMkLst>
          <pc:docMk/>
          <pc:sldMk cId="3873222534" sldId="276"/>
        </pc:sldMkLst>
      </pc:sldChg>
      <pc:sldChg chg="modSp">
        <pc:chgData name="JHEYSON FABIAN VILLAVISAN BUITRAGO" userId="e5ced5c2-d787-455d-b115-4f08a699b8c8" providerId="ADAL" clId="{1E2E911B-7E72-4E39-98E0-2C0EB388CD7F}" dt="2024-08-12T16:39:51.260" v="22" actId="20577"/>
        <pc:sldMkLst>
          <pc:docMk/>
          <pc:sldMk cId="58491467" sldId="278"/>
        </pc:sldMkLst>
      </pc:sldChg>
      <pc:sldChg chg="modSp mod">
        <pc:chgData name="JHEYSON FABIAN VILLAVISAN BUITRAGO" userId="e5ced5c2-d787-455d-b115-4f08a699b8c8" providerId="ADAL" clId="{1E2E911B-7E72-4E39-98E0-2C0EB388CD7F}" dt="2024-08-12T16:50:01.767" v="28" actId="20577"/>
        <pc:sldMkLst>
          <pc:docMk/>
          <pc:sldMk cId="1894837781" sldId="279"/>
        </pc:sldMkLst>
      </pc:sldChg>
      <pc:sldChg chg="addSp modSp mod">
        <pc:chgData name="JHEYSON FABIAN VILLAVISAN BUITRAGO" userId="e5ced5c2-d787-455d-b115-4f08a699b8c8" providerId="ADAL" clId="{1E2E911B-7E72-4E39-98E0-2C0EB388CD7F}" dt="2024-08-12T16:58:55.987" v="53" actId="20577"/>
        <pc:sldMkLst>
          <pc:docMk/>
          <pc:sldMk cId="1064503744" sldId="280"/>
        </pc:sldMkLst>
      </pc:sldChg>
      <pc:sldChg chg="modSp mod">
        <pc:chgData name="JHEYSON FABIAN VILLAVISAN BUITRAGO" userId="e5ced5c2-d787-455d-b115-4f08a699b8c8" providerId="ADAL" clId="{1E2E911B-7E72-4E39-98E0-2C0EB388CD7F}" dt="2024-08-12T16:58:45.549" v="51" actId="20577"/>
        <pc:sldMkLst>
          <pc:docMk/>
          <pc:sldMk cId="600911693" sldId="283"/>
        </pc:sldMkLst>
      </pc:sldChg>
      <pc:sldChg chg="modSp mod">
        <pc:chgData name="JHEYSON FABIAN VILLAVISAN BUITRAGO" userId="e5ced5c2-d787-455d-b115-4f08a699b8c8" providerId="ADAL" clId="{1E2E911B-7E72-4E39-98E0-2C0EB388CD7F}" dt="2024-08-12T17:58:30.651" v="204" actId="20577"/>
        <pc:sldMkLst>
          <pc:docMk/>
          <pc:sldMk cId="1698574024" sldId="284"/>
        </pc:sldMkLst>
      </pc:sldChg>
      <pc:sldChg chg="modSp mod">
        <pc:chgData name="JHEYSON FABIAN VILLAVISAN BUITRAGO" userId="e5ced5c2-d787-455d-b115-4f08a699b8c8" providerId="ADAL" clId="{1E2E911B-7E72-4E39-98E0-2C0EB388CD7F}" dt="2024-08-12T17:58:36.581" v="208" actId="20577"/>
        <pc:sldMkLst>
          <pc:docMk/>
          <pc:sldMk cId="1499167107" sldId="285"/>
        </pc:sldMkLst>
      </pc:sldChg>
      <pc:sldChg chg="addSp modSp mod">
        <pc:chgData name="JHEYSON FABIAN VILLAVISAN BUITRAGO" userId="e5ced5c2-d787-455d-b115-4f08a699b8c8" providerId="ADAL" clId="{1E2E911B-7E72-4E39-98E0-2C0EB388CD7F}" dt="2024-08-12T17:05:04.214" v="64" actId="20577"/>
        <pc:sldMkLst>
          <pc:docMk/>
          <pc:sldMk cId="1001278451" sldId="286"/>
        </pc:sldMkLst>
      </pc:sldChg>
      <pc:sldChg chg="addSp modSp mod">
        <pc:chgData name="JHEYSON FABIAN VILLAVISAN BUITRAGO" userId="e5ced5c2-d787-455d-b115-4f08a699b8c8" providerId="ADAL" clId="{1E2E911B-7E72-4E39-98E0-2C0EB388CD7F}" dt="2024-08-20T21:47:44.001" v="209" actId="1076"/>
        <pc:sldMkLst>
          <pc:docMk/>
          <pc:sldMk cId="185654624" sldId="287"/>
        </pc:sldMkLst>
      </pc:sldChg>
      <pc:sldChg chg="modSp mod">
        <pc:chgData name="JHEYSON FABIAN VILLAVISAN BUITRAGO" userId="e5ced5c2-d787-455d-b115-4f08a699b8c8" providerId="ADAL" clId="{1E2E911B-7E72-4E39-98E0-2C0EB388CD7F}" dt="2024-08-12T17:45:05.182" v="187" actId="20577"/>
        <pc:sldMkLst>
          <pc:docMk/>
          <pc:sldMk cId="1693476339" sldId="288"/>
        </pc:sldMkLst>
      </pc:sldChg>
      <pc:sldChg chg="modSp mod">
        <pc:chgData name="JHEYSON FABIAN VILLAVISAN BUITRAGO" userId="e5ced5c2-d787-455d-b115-4f08a699b8c8" providerId="ADAL" clId="{1E2E911B-7E72-4E39-98E0-2C0EB388CD7F}" dt="2024-08-12T17:45:07.724" v="189" actId="20577"/>
        <pc:sldMkLst>
          <pc:docMk/>
          <pc:sldMk cId="2984553591" sldId="289"/>
        </pc:sldMkLst>
      </pc:sldChg>
      <pc:sldChg chg="modSp mod">
        <pc:chgData name="JHEYSON FABIAN VILLAVISAN BUITRAGO" userId="e5ced5c2-d787-455d-b115-4f08a699b8c8" providerId="ADAL" clId="{1E2E911B-7E72-4E39-98E0-2C0EB388CD7F}" dt="2024-08-12T17:45:40.642" v="199" actId="1076"/>
        <pc:sldMkLst>
          <pc:docMk/>
          <pc:sldMk cId="407945755" sldId="290"/>
        </pc:sldMkLst>
      </pc:sldChg>
      <pc:sldChg chg="modSp mod">
        <pc:chgData name="JHEYSON FABIAN VILLAVISAN BUITRAGO" userId="e5ced5c2-d787-455d-b115-4f08a699b8c8" providerId="ADAL" clId="{1E2E911B-7E72-4E39-98E0-2C0EB388CD7F}" dt="2024-09-03T14:29:29.165" v="211" actId="20577"/>
        <pc:sldMkLst>
          <pc:docMk/>
          <pc:sldMk cId="1362307742" sldId="291"/>
        </pc:sldMkLst>
      </pc:sldChg>
      <pc:sldChg chg="modSp mod">
        <pc:chgData name="JHEYSON FABIAN VILLAVISAN BUITRAGO" userId="e5ced5c2-d787-455d-b115-4f08a699b8c8" providerId="ADAL" clId="{1E2E911B-7E72-4E39-98E0-2C0EB388CD7F}" dt="2024-08-12T17:58:34.241" v="206" actId="20577"/>
        <pc:sldMkLst>
          <pc:docMk/>
          <pc:sldMk cId="1411283449" sldId="292"/>
        </pc:sldMkLst>
      </pc:sldChg>
      <pc:sldChg chg="modSp add mod">
        <pc:chgData name="JHEYSON FABIAN VILLAVISAN BUITRAGO" userId="e5ced5c2-d787-455d-b115-4f08a699b8c8" providerId="ADAL" clId="{1E2E911B-7E72-4E39-98E0-2C0EB388CD7F}" dt="2024-08-12T16:49:47.251" v="27" actId="20577"/>
        <pc:sldMkLst>
          <pc:docMk/>
          <pc:sldMk cId="2448612144" sldId="293"/>
        </pc:sldMkLst>
      </pc:sldChg>
      <pc:sldChg chg="addSp delSp modSp add mod">
        <pc:chgData name="JHEYSON FABIAN VILLAVISAN BUITRAGO" userId="e5ced5c2-d787-455d-b115-4f08a699b8c8" providerId="ADAL" clId="{1E2E911B-7E72-4E39-98E0-2C0EB388CD7F}" dt="2024-08-12T17:44:59.584" v="183" actId="20577"/>
        <pc:sldMkLst>
          <pc:docMk/>
          <pc:sldMk cId="2466407268" sldId="294"/>
        </pc:sldMkLst>
      </pc:sldChg>
      <pc:sldChg chg="addSp modSp add mod">
        <pc:chgData name="JHEYSON FABIAN VILLAVISAN BUITRAGO" userId="e5ced5c2-d787-455d-b115-4f08a699b8c8" providerId="ADAL" clId="{1E2E911B-7E72-4E39-98E0-2C0EB388CD7F}" dt="2024-08-12T17:45:02.067" v="185" actId="20577"/>
        <pc:sldMkLst>
          <pc:docMk/>
          <pc:sldMk cId="2113326980" sldId="295"/>
        </pc:sldMkLst>
      </pc:sldChg>
    </pc:docChg>
  </pc:docChgLst>
  <pc:docChgLst>
    <pc:chgData name="JHEYSON FABIAN VILLAVISAN BUITRAGO" userId="e5ced5c2-d787-455d-b115-4f08a699b8c8" providerId="ADAL" clId="{6D4E4387-A8B5-4EAB-B129-13D0102C3393}"/>
    <pc:docChg chg="undo custSel addSld modSld modSection">
      <pc:chgData name="JHEYSON FABIAN VILLAVISAN BUITRAGO" userId="e5ced5c2-d787-455d-b115-4f08a699b8c8" providerId="ADAL" clId="{6D4E4387-A8B5-4EAB-B129-13D0102C3393}" dt="2023-08-02T00:01:03.382" v="783" actId="20577"/>
      <pc:docMkLst>
        <pc:docMk/>
      </pc:docMkLst>
      <pc:sldChg chg="delSp modSp mod">
        <pc:chgData name="JHEYSON FABIAN VILLAVISAN BUITRAGO" userId="e5ced5c2-d787-455d-b115-4f08a699b8c8" providerId="ADAL" clId="{6D4E4387-A8B5-4EAB-B129-13D0102C3393}" dt="2023-08-01T18:38:51.331" v="37" actId="1076"/>
        <pc:sldMkLst>
          <pc:docMk/>
          <pc:sldMk cId="0" sldId="256"/>
        </pc:sldMkLst>
      </pc:sldChg>
      <pc:sldChg chg="addSp delSp modSp">
        <pc:chgData name="JHEYSON FABIAN VILLAVISAN BUITRAGO" userId="e5ced5c2-d787-455d-b115-4f08a699b8c8" providerId="ADAL" clId="{6D4E4387-A8B5-4EAB-B129-13D0102C3393}" dt="2023-08-01T18:50:11.591" v="691" actId="20577"/>
        <pc:sldMkLst>
          <pc:docMk/>
          <pc:sldMk cId="0" sldId="261"/>
        </pc:sldMkLst>
      </pc:sldChg>
      <pc:sldChg chg="delSp">
        <pc:chgData name="JHEYSON FABIAN VILLAVISAN BUITRAGO" userId="e5ced5c2-d787-455d-b115-4f08a699b8c8" providerId="ADAL" clId="{6D4E4387-A8B5-4EAB-B129-13D0102C3393}" dt="2023-08-01T18:39:15.327" v="44" actId="478"/>
        <pc:sldMkLst>
          <pc:docMk/>
          <pc:sldMk cId="0" sldId="264"/>
        </pc:sldMkLst>
      </pc:sldChg>
      <pc:sldChg chg="addSp delSp modSp">
        <pc:chgData name="JHEYSON FABIAN VILLAVISAN BUITRAGO" userId="e5ced5c2-d787-455d-b115-4f08a699b8c8" providerId="ADAL" clId="{6D4E4387-A8B5-4EAB-B129-13D0102C3393}" dt="2023-08-01T18:40:30.551" v="89"/>
        <pc:sldMkLst>
          <pc:docMk/>
          <pc:sldMk cId="0" sldId="265"/>
        </pc:sldMkLst>
      </pc:sldChg>
      <pc:sldChg chg="addSp delSp modSp">
        <pc:chgData name="JHEYSON FABIAN VILLAVISAN BUITRAGO" userId="e5ced5c2-d787-455d-b115-4f08a699b8c8" providerId="ADAL" clId="{6D4E4387-A8B5-4EAB-B129-13D0102C3393}" dt="2023-08-01T18:40:32.003" v="90"/>
        <pc:sldMkLst>
          <pc:docMk/>
          <pc:sldMk cId="0" sldId="266"/>
        </pc:sldMkLst>
      </pc:sldChg>
      <pc:sldChg chg="addSp delSp modSp">
        <pc:chgData name="JHEYSON FABIAN VILLAVISAN BUITRAGO" userId="e5ced5c2-d787-455d-b115-4f08a699b8c8" providerId="ADAL" clId="{6D4E4387-A8B5-4EAB-B129-13D0102C3393}" dt="2023-08-01T18:40:35.454" v="93"/>
        <pc:sldMkLst>
          <pc:docMk/>
          <pc:sldMk cId="0" sldId="268"/>
        </pc:sldMkLst>
      </pc:sldChg>
      <pc:sldChg chg="addSp delSp modSp mod">
        <pc:chgData name="JHEYSON FABIAN VILLAVISAN BUITRAGO" userId="e5ced5c2-d787-455d-b115-4f08a699b8c8" providerId="ADAL" clId="{6D4E4387-A8B5-4EAB-B129-13D0102C3393}" dt="2023-08-02T00:01:03.382" v="783" actId="20577"/>
        <pc:sldMkLst>
          <pc:docMk/>
          <pc:sldMk cId="2505371292" sldId="270"/>
        </pc:sldMkLst>
      </pc:sldChg>
      <pc:sldChg chg="addSp delSp modSp mod">
        <pc:chgData name="JHEYSON FABIAN VILLAVISAN BUITRAGO" userId="e5ced5c2-d787-455d-b115-4f08a699b8c8" providerId="ADAL" clId="{6D4E4387-A8B5-4EAB-B129-13D0102C3393}" dt="2023-08-01T19:03:12.469" v="724" actId="20577"/>
        <pc:sldMkLst>
          <pc:docMk/>
          <pc:sldMk cId="3709177429" sldId="274"/>
        </pc:sldMkLst>
      </pc:sldChg>
      <pc:sldChg chg="addSp delSp modSp">
        <pc:chgData name="JHEYSON FABIAN VILLAVISAN BUITRAGO" userId="e5ced5c2-d787-455d-b115-4f08a699b8c8" providerId="ADAL" clId="{6D4E4387-A8B5-4EAB-B129-13D0102C3393}" dt="2023-08-01T18:40:33.092" v="91"/>
        <pc:sldMkLst>
          <pc:docMk/>
          <pc:sldMk cId="2680639377" sldId="275"/>
        </pc:sldMkLst>
      </pc:sldChg>
      <pc:sldChg chg="addSp delSp modSp">
        <pc:chgData name="JHEYSON FABIAN VILLAVISAN BUITRAGO" userId="e5ced5c2-d787-455d-b115-4f08a699b8c8" providerId="ADAL" clId="{6D4E4387-A8B5-4EAB-B129-13D0102C3393}" dt="2023-08-01T18:40:34.096" v="92"/>
        <pc:sldMkLst>
          <pc:docMk/>
          <pc:sldMk cId="1955606898" sldId="277"/>
        </pc:sldMkLst>
      </pc:sldChg>
      <pc:sldChg chg="addSp delSp modSp">
        <pc:chgData name="JHEYSON FABIAN VILLAVISAN BUITRAGO" userId="e5ced5c2-d787-455d-b115-4f08a699b8c8" providerId="ADAL" clId="{6D4E4387-A8B5-4EAB-B129-13D0102C3393}" dt="2023-08-01T18:40:19.901" v="86"/>
        <pc:sldMkLst>
          <pc:docMk/>
          <pc:sldMk cId="214171354" sldId="278"/>
        </pc:sldMkLst>
      </pc:sldChg>
      <pc:sldChg chg="addSp delSp modSp add mod">
        <pc:chgData name="JHEYSON FABIAN VILLAVISAN BUITRAGO" userId="e5ced5c2-d787-455d-b115-4f08a699b8c8" providerId="ADAL" clId="{6D4E4387-A8B5-4EAB-B129-13D0102C3393}" dt="2023-08-01T19:21:09.537" v="739" actId="1076"/>
        <pc:sldMkLst>
          <pc:docMk/>
          <pc:sldMk cId="3765501484" sldId="279"/>
        </pc:sldMkLst>
      </pc:sldChg>
    </pc:docChg>
  </pc:docChgLst>
  <pc:docChgLst>
    <pc:chgData name="JHEYSON FABIAN VILLAVISAN BUITRAGO" userId="e5ced5c2-d787-455d-b115-4f08a699b8c8" providerId="ADAL" clId="{FE57EBB9-7AE9-4756-9485-EE2269EC4231}"/>
    <pc:docChg chg="custSel addSld delSld modSld modSection">
      <pc:chgData name="JHEYSON FABIAN VILLAVISAN BUITRAGO" userId="e5ced5c2-d787-455d-b115-4f08a699b8c8" providerId="ADAL" clId="{FE57EBB9-7AE9-4756-9485-EE2269EC4231}" dt="2025-08-22T17:25:29.623" v="290" actId="47"/>
      <pc:docMkLst>
        <pc:docMk/>
      </pc:docMkLst>
      <pc:sldChg chg="modSp mod">
        <pc:chgData name="JHEYSON FABIAN VILLAVISAN BUITRAGO" userId="e5ced5c2-d787-455d-b115-4f08a699b8c8" providerId="ADAL" clId="{FE57EBB9-7AE9-4756-9485-EE2269EC4231}" dt="2025-08-22T16:54:38.773" v="1" actId="20577"/>
        <pc:sldMkLst>
          <pc:docMk/>
          <pc:sldMk cId="0" sldId="256"/>
        </pc:sldMkLst>
      </pc:sldChg>
      <pc:sldChg chg="del">
        <pc:chgData name="JHEYSON FABIAN VILLAVISAN BUITRAGO" userId="e5ced5c2-d787-455d-b115-4f08a699b8c8" providerId="ADAL" clId="{FE57EBB9-7AE9-4756-9485-EE2269EC4231}" dt="2025-08-22T16:54:41.694" v="2" actId="47"/>
        <pc:sldMkLst>
          <pc:docMk/>
          <pc:sldMk cId="2505371292" sldId="270"/>
        </pc:sldMkLst>
      </pc:sldChg>
      <pc:sldChg chg="modSp del mod">
        <pc:chgData name="JHEYSON FABIAN VILLAVISAN BUITRAGO" userId="e5ced5c2-d787-455d-b115-4f08a699b8c8" providerId="ADAL" clId="{FE57EBB9-7AE9-4756-9485-EE2269EC4231}" dt="2025-08-22T16:54:48.581" v="5" actId="47"/>
        <pc:sldMkLst>
          <pc:docMk/>
          <pc:sldMk cId="3709177429" sldId="274"/>
        </pc:sldMkLst>
      </pc:sldChg>
      <pc:sldChg chg="modSp mod">
        <pc:chgData name="JHEYSON FABIAN VILLAVISAN BUITRAGO" userId="e5ced5c2-d787-455d-b115-4f08a699b8c8" providerId="ADAL" clId="{FE57EBB9-7AE9-4756-9485-EE2269EC4231}" dt="2025-08-22T17:04:52.794" v="12"/>
        <pc:sldMkLst>
          <pc:docMk/>
          <pc:sldMk cId="616220982" sldId="275"/>
        </pc:sldMkLst>
      </pc:sldChg>
      <pc:sldChg chg="modSp mod">
        <pc:chgData name="JHEYSON FABIAN VILLAVISAN BUITRAGO" userId="e5ced5c2-d787-455d-b115-4f08a699b8c8" providerId="ADAL" clId="{FE57EBB9-7AE9-4756-9485-EE2269EC4231}" dt="2025-08-22T17:04:54.271" v="13"/>
        <pc:sldMkLst>
          <pc:docMk/>
          <pc:sldMk cId="3873222534" sldId="276"/>
        </pc:sldMkLst>
      </pc:sldChg>
      <pc:sldChg chg="modSp mod">
        <pc:chgData name="JHEYSON FABIAN VILLAVISAN BUITRAGO" userId="e5ced5c2-d787-455d-b115-4f08a699b8c8" providerId="ADAL" clId="{FE57EBB9-7AE9-4756-9485-EE2269EC4231}" dt="2025-08-22T17:04:55.720" v="14"/>
        <pc:sldMkLst>
          <pc:docMk/>
          <pc:sldMk cId="3594096077" sldId="277"/>
        </pc:sldMkLst>
      </pc:sldChg>
      <pc:sldChg chg="modSp mod">
        <pc:chgData name="JHEYSON FABIAN VILLAVISAN BUITRAGO" userId="e5ced5c2-d787-455d-b115-4f08a699b8c8" providerId="ADAL" clId="{FE57EBB9-7AE9-4756-9485-EE2269EC4231}" dt="2025-08-22T17:06:55.254" v="40" actId="20577"/>
        <pc:sldMkLst>
          <pc:docMk/>
          <pc:sldMk cId="58491467" sldId="278"/>
        </pc:sldMkLst>
      </pc:sldChg>
      <pc:sldChg chg="modSp mod">
        <pc:chgData name="JHEYSON FABIAN VILLAVISAN BUITRAGO" userId="e5ced5c2-d787-455d-b115-4f08a699b8c8" providerId="ADAL" clId="{FE57EBB9-7AE9-4756-9485-EE2269EC4231}" dt="2025-08-22T17:23:31.498" v="253" actId="20577"/>
        <pc:sldMkLst>
          <pc:docMk/>
          <pc:sldMk cId="1894837781" sldId="279"/>
        </pc:sldMkLst>
      </pc:sldChg>
      <pc:sldChg chg="modSp mod">
        <pc:chgData name="JHEYSON FABIAN VILLAVISAN BUITRAGO" userId="e5ced5c2-d787-455d-b115-4f08a699b8c8" providerId="ADAL" clId="{FE57EBB9-7AE9-4756-9485-EE2269EC4231}" dt="2025-08-22T17:23:36.591" v="255" actId="20577"/>
        <pc:sldMkLst>
          <pc:docMk/>
          <pc:sldMk cId="1064503744" sldId="280"/>
        </pc:sldMkLst>
      </pc:sldChg>
      <pc:sldChg chg="modSp mod modNotesTx">
        <pc:chgData name="JHEYSON FABIAN VILLAVISAN BUITRAGO" userId="e5ced5c2-d787-455d-b115-4f08a699b8c8" providerId="ADAL" clId="{FE57EBB9-7AE9-4756-9485-EE2269EC4231}" dt="2025-08-22T17:24:02.583" v="260" actId="20577"/>
        <pc:sldMkLst>
          <pc:docMk/>
          <pc:sldMk cId="600911693" sldId="283"/>
        </pc:sldMkLst>
      </pc:sldChg>
      <pc:sldChg chg="modSp mod">
        <pc:chgData name="JHEYSON FABIAN VILLAVISAN BUITRAGO" userId="e5ced5c2-d787-455d-b115-4f08a699b8c8" providerId="ADAL" clId="{FE57EBB9-7AE9-4756-9485-EE2269EC4231}" dt="2025-08-22T17:25:23.244" v="288" actId="20577"/>
        <pc:sldMkLst>
          <pc:docMk/>
          <pc:sldMk cId="1698574024" sldId="284"/>
        </pc:sldMkLst>
      </pc:sldChg>
      <pc:sldChg chg="del">
        <pc:chgData name="JHEYSON FABIAN VILLAVISAN BUITRAGO" userId="e5ced5c2-d787-455d-b115-4f08a699b8c8" providerId="ADAL" clId="{FE57EBB9-7AE9-4756-9485-EE2269EC4231}" dt="2025-08-22T17:25:29.623" v="290" actId="47"/>
        <pc:sldMkLst>
          <pc:docMk/>
          <pc:sldMk cId="1499167107" sldId="285"/>
        </pc:sldMkLst>
      </pc:sldChg>
      <pc:sldChg chg="modSp mod">
        <pc:chgData name="JHEYSON FABIAN VILLAVISAN BUITRAGO" userId="e5ced5c2-d787-455d-b115-4f08a699b8c8" providerId="ADAL" clId="{FE57EBB9-7AE9-4756-9485-EE2269EC4231}" dt="2025-08-22T17:24:51.280" v="268" actId="20577"/>
        <pc:sldMkLst>
          <pc:docMk/>
          <pc:sldMk cId="1001278451" sldId="286"/>
        </pc:sldMkLst>
      </pc:sldChg>
      <pc:sldChg chg="modSp mod modNotesTx">
        <pc:chgData name="JHEYSON FABIAN VILLAVISAN BUITRAGO" userId="e5ced5c2-d787-455d-b115-4f08a699b8c8" providerId="ADAL" clId="{FE57EBB9-7AE9-4756-9485-EE2269EC4231}" dt="2025-08-22T17:24:12.648" v="261" actId="20577"/>
        <pc:sldMkLst>
          <pc:docMk/>
          <pc:sldMk cId="185654624" sldId="287"/>
        </pc:sldMkLst>
      </pc:sldChg>
      <pc:sldChg chg="modSp mod modNotesTx">
        <pc:chgData name="JHEYSON FABIAN VILLAVISAN BUITRAGO" userId="e5ced5c2-d787-455d-b115-4f08a699b8c8" providerId="ADAL" clId="{FE57EBB9-7AE9-4756-9485-EE2269EC4231}" dt="2025-08-22T17:25:01.546" v="276" actId="20577"/>
        <pc:sldMkLst>
          <pc:docMk/>
          <pc:sldMk cId="1693476339" sldId="288"/>
        </pc:sldMkLst>
      </pc:sldChg>
      <pc:sldChg chg="modSp mod">
        <pc:chgData name="JHEYSON FABIAN VILLAVISAN BUITRAGO" userId="e5ced5c2-d787-455d-b115-4f08a699b8c8" providerId="ADAL" clId="{FE57EBB9-7AE9-4756-9485-EE2269EC4231}" dt="2025-08-22T17:25:05.064" v="278" actId="20577"/>
        <pc:sldMkLst>
          <pc:docMk/>
          <pc:sldMk cId="2984553591" sldId="289"/>
        </pc:sldMkLst>
      </pc:sldChg>
      <pc:sldChg chg="modSp mod">
        <pc:chgData name="JHEYSON FABIAN VILLAVISAN BUITRAGO" userId="e5ced5c2-d787-455d-b115-4f08a699b8c8" providerId="ADAL" clId="{FE57EBB9-7AE9-4756-9485-EE2269EC4231}" dt="2025-08-22T17:25:08.401" v="280" actId="20577"/>
        <pc:sldMkLst>
          <pc:docMk/>
          <pc:sldMk cId="407945755" sldId="290"/>
        </pc:sldMkLst>
      </pc:sldChg>
      <pc:sldChg chg="modSp mod modNotesTx">
        <pc:chgData name="JHEYSON FABIAN VILLAVISAN BUITRAGO" userId="e5ced5c2-d787-455d-b115-4f08a699b8c8" providerId="ADAL" clId="{FE57EBB9-7AE9-4756-9485-EE2269EC4231}" dt="2025-08-22T17:25:19.352" v="286" actId="20577"/>
        <pc:sldMkLst>
          <pc:docMk/>
          <pc:sldMk cId="1362307742" sldId="291"/>
        </pc:sldMkLst>
      </pc:sldChg>
      <pc:sldChg chg="modSp del modNotesTx">
        <pc:chgData name="JHEYSON FABIAN VILLAVISAN BUITRAGO" userId="e5ced5c2-d787-455d-b115-4f08a699b8c8" providerId="ADAL" clId="{FE57EBB9-7AE9-4756-9485-EE2269EC4231}" dt="2025-08-22T17:25:27.866" v="289" actId="47"/>
        <pc:sldMkLst>
          <pc:docMk/>
          <pc:sldMk cId="1411283449" sldId="292"/>
        </pc:sldMkLst>
      </pc:sldChg>
      <pc:sldChg chg="modSp mod">
        <pc:chgData name="JHEYSON FABIAN VILLAVISAN BUITRAGO" userId="e5ced5c2-d787-455d-b115-4f08a699b8c8" providerId="ADAL" clId="{FE57EBB9-7AE9-4756-9485-EE2269EC4231}" dt="2025-08-22T17:07:02.309" v="42" actId="20577"/>
        <pc:sldMkLst>
          <pc:docMk/>
          <pc:sldMk cId="2448612144" sldId="293"/>
        </pc:sldMkLst>
      </pc:sldChg>
      <pc:sldChg chg="modSp mod">
        <pc:chgData name="JHEYSON FABIAN VILLAVISAN BUITRAGO" userId="e5ced5c2-d787-455d-b115-4f08a699b8c8" providerId="ADAL" clId="{FE57EBB9-7AE9-4756-9485-EE2269EC4231}" dt="2025-08-22T17:24:46.513" v="266" actId="20577"/>
        <pc:sldMkLst>
          <pc:docMk/>
          <pc:sldMk cId="2466407268" sldId="294"/>
        </pc:sldMkLst>
      </pc:sldChg>
      <pc:sldChg chg="modSp mod">
        <pc:chgData name="JHEYSON FABIAN VILLAVISAN BUITRAGO" userId="e5ced5c2-d787-455d-b115-4f08a699b8c8" providerId="ADAL" clId="{FE57EBB9-7AE9-4756-9485-EE2269EC4231}" dt="2025-08-22T17:24:57.122" v="274" actId="20577"/>
        <pc:sldMkLst>
          <pc:docMk/>
          <pc:sldMk cId="2113326980" sldId="295"/>
        </pc:sldMkLst>
      </pc:sldChg>
      <pc:sldChg chg="modSp add mod">
        <pc:chgData name="JHEYSON FABIAN VILLAVISAN BUITRAGO" userId="e5ced5c2-d787-455d-b115-4f08a699b8c8" providerId="ADAL" clId="{FE57EBB9-7AE9-4756-9485-EE2269EC4231}" dt="2025-08-22T17:08:16.935" v="78" actId="20577"/>
        <pc:sldMkLst>
          <pc:docMk/>
          <pc:sldMk cId="291105608" sldId="296"/>
        </pc:sldMkLst>
      </pc:sldChg>
      <pc:sldChg chg="modSp add mod">
        <pc:chgData name="JHEYSON FABIAN VILLAVISAN BUITRAGO" userId="e5ced5c2-d787-455d-b115-4f08a699b8c8" providerId="ADAL" clId="{FE57EBB9-7AE9-4756-9485-EE2269EC4231}" dt="2025-08-22T17:09:35.710" v="94" actId="20577"/>
        <pc:sldMkLst>
          <pc:docMk/>
          <pc:sldMk cId="3819376886" sldId="297"/>
        </pc:sldMkLst>
      </pc:sldChg>
      <pc:sldChg chg="addSp delSp modSp add mod">
        <pc:chgData name="JHEYSON FABIAN VILLAVISAN BUITRAGO" userId="e5ced5c2-d787-455d-b115-4f08a699b8c8" providerId="ADAL" clId="{FE57EBB9-7AE9-4756-9485-EE2269EC4231}" dt="2025-08-22T17:18:51.233" v="241" actId="1076"/>
        <pc:sldMkLst>
          <pc:docMk/>
          <pc:sldMk cId="3615389890" sldId="298"/>
        </pc:sldMkLst>
      </pc:sldChg>
      <pc:sldChg chg="addSp delSp modSp add mod">
        <pc:chgData name="JHEYSON FABIAN VILLAVISAN BUITRAGO" userId="e5ced5c2-d787-455d-b115-4f08a699b8c8" providerId="ADAL" clId="{FE57EBB9-7AE9-4756-9485-EE2269EC4231}" dt="2025-08-22T17:21:32.800" v="251" actId="1076"/>
        <pc:sldMkLst>
          <pc:docMk/>
          <pc:sldMk cId="3420418071" sldId="299"/>
        </pc:sldMkLst>
      </pc:sldChg>
    </pc:docChg>
  </pc:docChgLst>
  <pc:docChgLst>
    <pc:chgData name="Jheyson Fabian Villavisan Buitrago" userId="b9abc243-2adc-4788-8ef1-b07bec73deff" providerId="ADAL" clId="{33DDCE01-D5A0-4892-8419-FF73BDBED2B5}"/>
    <pc:docChg chg="undo custSel addSld delSld modSld modMainMaster modSection">
      <pc:chgData name="Jheyson Fabian Villavisan Buitrago" userId="b9abc243-2adc-4788-8ef1-b07bec73deff" providerId="ADAL" clId="{33DDCE01-D5A0-4892-8419-FF73BDBED2B5}" dt="2023-02-12T23:52:00.525" v="841" actId="47"/>
      <pc:docMkLst>
        <pc:docMk/>
      </pc:docMkLst>
      <pc:sldChg chg="addSp delSp modSp mod">
        <pc:chgData name="Jheyson Fabian Villavisan Buitrago" userId="b9abc243-2adc-4788-8ef1-b07bec73deff" providerId="ADAL" clId="{33DDCE01-D5A0-4892-8419-FF73BDBED2B5}" dt="2023-02-12T23:49:29.616" v="833" actId="20577"/>
        <pc:sldMkLst>
          <pc:docMk/>
          <pc:sldMk cId="0" sldId="256"/>
        </pc:sldMkLst>
      </pc:sldChg>
      <pc:sldChg chg="addSp delSp modSp mod">
        <pc:chgData name="Jheyson Fabian Villavisan Buitrago" userId="b9abc243-2adc-4788-8ef1-b07bec73deff" providerId="ADAL" clId="{33DDCE01-D5A0-4892-8419-FF73BDBED2B5}" dt="2023-02-12T21:28:06.624" v="776" actId="1076"/>
        <pc:sldMkLst>
          <pc:docMk/>
          <pc:sldMk cId="0" sldId="261"/>
        </pc:sldMkLst>
      </pc:sldChg>
      <pc:sldChg chg="addSp delSp modSp del">
        <pc:chgData name="Jheyson Fabian Villavisan Buitrago" userId="b9abc243-2adc-4788-8ef1-b07bec73deff" providerId="ADAL" clId="{33DDCE01-D5A0-4892-8419-FF73BDBED2B5}" dt="2023-02-12T21:25:48.745" v="723" actId="47"/>
        <pc:sldMkLst>
          <pc:docMk/>
          <pc:sldMk cId="0" sldId="263"/>
        </pc:sldMkLst>
      </pc:sldChg>
      <pc:sldChg chg="addSp delSp modSp mod">
        <pc:chgData name="Jheyson Fabian Villavisan Buitrago" userId="b9abc243-2adc-4788-8ef1-b07bec73deff" providerId="ADAL" clId="{33DDCE01-D5A0-4892-8419-FF73BDBED2B5}" dt="2023-02-12T21:27:42.140" v="775" actId="20577"/>
        <pc:sldMkLst>
          <pc:docMk/>
          <pc:sldMk cId="0" sldId="264"/>
        </pc:sldMkLst>
      </pc:sldChg>
      <pc:sldChg chg="addSp delSp modSp mod">
        <pc:chgData name="Jheyson Fabian Villavisan Buitrago" userId="b9abc243-2adc-4788-8ef1-b07bec73deff" providerId="ADAL" clId="{33DDCE01-D5A0-4892-8419-FF73BDBED2B5}" dt="2023-02-12T21:29:26.929" v="780" actId="20577"/>
        <pc:sldMkLst>
          <pc:docMk/>
          <pc:sldMk cId="0" sldId="265"/>
        </pc:sldMkLst>
      </pc:sldChg>
      <pc:sldChg chg="addSp delSp modSp mod">
        <pc:chgData name="Jheyson Fabian Villavisan Buitrago" userId="b9abc243-2adc-4788-8ef1-b07bec73deff" providerId="ADAL" clId="{33DDCE01-D5A0-4892-8419-FF73BDBED2B5}" dt="2023-02-12T20:26:28.068" v="263" actId="478"/>
        <pc:sldMkLst>
          <pc:docMk/>
          <pc:sldMk cId="0" sldId="266"/>
        </pc:sldMkLst>
      </pc:sldChg>
      <pc:sldChg chg="addSp delSp modSp mod">
        <pc:chgData name="Jheyson Fabian Villavisan Buitrago" userId="b9abc243-2adc-4788-8ef1-b07bec73deff" providerId="ADAL" clId="{33DDCE01-D5A0-4892-8419-FF73BDBED2B5}" dt="2023-02-12T22:48:24.178" v="783"/>
        <pc:sldMkLst>
          <pc:docMk/>
          <pc:sldMk cId="0" sldId="268"/>
        </pc:sldMkLst>
      </pc:sldChg>
      <pc:sldChg chg="modSp del">
        <pc:chgData name="Jheyson Fabian Villavisan Buitrago" userId="b9abc243-2adc-4788-8ef1-b07bec73deff" providerId="ADAL" clId="{33DDCE01-D5A0-4892-8419-FF73BDBED2B5}" dt="2023-02-12T20:16:51.698" v="89" actId="47"/>
        <pc:sldMkLst>
          <pc:docMk/>
          <pc:sldMk cId="0" sldId="269"/>
        </pc:sldMkLst>
      </pc:sldChg>
      <pc:sldChg chg="addSp delSp modSp mod">
        <pc:chgData name="Jheyson Fabian Villavisan Buitrago" userId="b9abc243-2adc-4788-8ef1-b07bec73deff" providerId="ADAL" clId="{33DDCE01-D5A0-4892-8419-FF73BDBED2B5}" dt="2023-02-12T21:06:34.390" v="722" actId="1076"/>
        <pc:sldMkLst>
          <pc:docMk/>
          <pc:sldMk cId="2505371292" sldId="270"/>
        </pc:sldMkLst>
      </pc:sldChg>
      <pc:sldChg chg="addSp delSp modSp mod">
        <pc:chgData name="Jheyson Fabian Villavisan Buitrago" userId="b9abc243-2adc-4788-8ef1-b07bec73deff" providerId="ADAL" clId="{33DDCE01-D5A0-4892-8419-FF73BDBED2B5}" dt="2023-02-12T20:17:40.832" v="98" actId="113"/>
        <pc:sldMkLst>
          <pc:docMk/>
          <pc:sldMk cId="3709177429" sldId="274"/>
        </pc:sldMkLst>
      </pc:sldChg>
      <pc:sldChg chg="addSp delSp modSp mod">
        <pc:chgData name="Jheyson Fabian Villavisan Buitrago" userId="b9abc243-2adc-4788-8ef1-b07bec73deff" providerId="ADAL" clId="{33DDCE01-D5A0-4892-8419-FF73BDBED2B5}" dt="2023-02-12T20:26:34.092" v="264" actId="478"/>
        <pc:sldMkLst>
          <pc:docMk/>
          <pc:sldMk cId="2680639377" sldId="275"/>
        </pc:sldMkLst>
      </pc:sldChg>
      <pc:sldChg chg="addSp delSp modSp del">
        <pc:chgData name="Jheyson Fabian Villavisan Buitrago" userId="b9abc243-2adc-4788-8ef1-b07bec73deff" providerId="ADAL" clId="{33DDCE01-D5A0-4892-8419-FF73BDBED2B5}" dt="2023-02-12T23:52:00.525" v="841" actId="47"/>
        <pc:sldMkLst>
          <pc:docMk/>
          <pc:sldMk cId="870139891" sldId="276"/>
        </pc:sldMkLst>
      </pc:sldChg>
      <pc:sldChg chg="addSp delSp modSp mod">
        <pc:chgData name="Jheyson Fabian Villavisan Buitrago" userId="b9abc243-2adc-4788-8ef1-b07bec73deff" providerId="ADAL" clId="{33DDCE01-D5A0-4892-8419-FF73BDBED2B5}" dt="2023-02-12T23:50:02.034" v="840" actId="1076"/>
        <pc:sldMkLst>
          <pc:docMk/>
          <pc:sldMk cId="1955606898" sldId="277"/>
        </pc:sldMkLst>
      </pc:sldChg>
      <pc:sldChg chg="addSp delSp modSp">
        <pc:chgData name="Jheyson Fabian Villavisan Buitrago" userId="b9abc243-2adc-4788-8ef1-b07bec73deff" providerId="ADAL" clId="{33DDCE01-D5A0-4892-8419-FF73BDBED2B5}" dt="2023-02-12T20:16:04.791" v="72"/>
        <pc:sldMkLst>
          <pc:docMk/>
          <pc:sldMk cId="214171354" sldId="278"/>
        </pc:sldMkLst>
      </pc:sldChg>
      <pc:sldChg chg="new del">
        <pc:chgData name="Jheyson Fabian Villavisan Buitrago" userId="b9abc243-2adc-4788-8ef1-b07bec73deff" providerId="ADAL" clId="{33DDCE01-D5A0-4892-8419-FF73BDBED2B5}" dt="2023-02-12T21:06:15.608" v="715" actId="680"/>
        <pc:sldMkLst>
          <pc:docMk/>
          <pc:sldMk cId="3471673601" sldId="279"/>
        </pc:sldMkLst>
      </pc:sldChg>
      <pc:sldMasterChg chg="addSp modSldLayout">
        <pc:chgData name="Jheyson Fabian Villavisan Buitrago" userId="b9abc243-2adc-4788-8ef1-b07bec73deff" providerId="ADAL" clId="{33DDCE01-D5A0-4892-8419-FF73BDBED2B5}" dt="2023-02-12T20:12:44.943" v="6"/>
        <pc:sldMasterMkLst>
          <pc:docMk/>
          <pc:sldMasterMk cId="87750959" sldId="2147483778"/>
        </pc:sldMasterMkLst>
        <pc:sldLayoutChg chg="addSp">
          <pc:chgData name="Jheyson Fabian Villavisan Buitrago" userId="b9abc243-2adc-4788-8ef1-b07bec73deff" providerId="ADAL" clId="{33DDCE01-D5A0-4892-8419-FF73BDBED2B5}" dt="2023-02-12T20:12:44.943" v="6"/>
          <pc:sldLayoutMkLst>
            <pc:docMk/>
            <pc:sldMasterMk cId="87750959" sldId="2147483778"/>
            <pc:sldLayoutMk cId="1675921050" sldId="2147483779"/>
          </pc:sldLayoutMkLst>
        </pc:sldLayoutChg>
      </pc:sldMasterChg>
      <pc:sldMasterChg chg="addSp modSldLayout">
        <pc:chgData name="Jheyson Fabian Villavisan Buitrago" userId="b9abc243-2adc-4788-8ef1-b07bec73deff" providerId="ADAL" clId="{33DDCE01-D5A0-4892-8419-FF73BDBED2B5}" dt="2023-02-12T20:06:35.969" v="0"/>
        <pc:sldMasterMkLst>
          <pc:docMk/>
          <pc:sldMasterMk cId="3641214427" sldId="2147483778"/>
        </pc:sldMasterMkLst>
        <pc:sldLayoutChg chg="addSp">
          <pc:chgData name="Jheyson Fabian Villavisan Buitrago" userId="b9abc243-2adc-4788-8ef1-b07bec73deff" providerId="ADAL" clId="{33DDCE01-D5A0-4892-8419-FF73BDBED2B5}" dt="2023-02-12T20:06:35.969" v="0"/>
          <pc:sldLayoutMkLst>
            <pc:docMk/>
            <pc:sldMasterMk cId="3641214427" sldId="2147483778"/>
            <pc:sldLayoutMk cId="4117338386" sldId="214748377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>
            <a:extLst>
              <a:ext uri="{FF2B5EF4-FFF2-40B4-BE49-F238E27FC236}">
                <a16:creationId xmlns:a16="http://schemas.microsoft.com/office/drawing/2014/main" id="{47915143-6094-49C4-8478-307681A6487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3" name="2 Marcador de fecha">
            <a:extLst>
              <a:ext uri="{FF2B5EF4-FFF2-40B4-BE49-F238E27FC236}">
                <a16:creationId xmlns:a16="http://schemas.microsoft.com/office/drawing/2014/main" id="{E61AFD88-643E-4E4D-8153-8A3839D76E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BB1C097-8B49-4A36-A7FA-8C8F0C277D41}" type="datetimeFigureOut">
              <a:rPr lang="es-CO"/>
              <a:pPr>
                <a:defRPr/>
              </a:pPr>
              <a:t>18/10/2025</a:t>
            </a:fld>
            <a:endParaRPr lang="es-CO"/>
          </a:p>
        </p:txBody>
      </p:sp>
      <p:sp>
        <p:nvSpPr>
          <p:cNvPr id="4" name="3 Marcador de pie de página">
            <a:extLst>
              <a:ext uri="{FF2B5EF4-FFF2-40B4-BE49-F238E27FC236}">
                <a16:creationId xmlns:a16="http://schemas.microsoft.com/office/drawing/2014/main" id="{3BE10141-B975-4F90-A194-E7FDEF6D962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5" name="4 Marcador de número de diapositiva">
            <a:extLst>
              <a:ext uri="{FF2B5EF4-FFF2-40B4-BE49-F238E27FC236}">
                <a16:creationId xmlns:a16="http://schemas.microsoft.com/office/drawing/2014/main" id="{CB5420F6-B73B-496E-99A5-DA0DEB4910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7E2DAB9-AA88-43A6-983F-CB4A7A312EAD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>
            <a:extLst>
              <a:ext uri="{FF2B5EF4-FFF2-40B4-BE49-F238E27FC236}">
                <a16:creationId xmlns:a16="http://schemas.microsoft.com/office/drawing/2014/main" id="{2C95AF31-5149-4332-A5F3-9D9CFCFA32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3" name="2 Marcador de fecha">
            <a:extLst>
              <a:ext uri="{FF2B5EF4-FFF2-40B4-BE49-F238E27FC236}">
                <a16:creationId xmlns:a16="http://schemas.microsoft.com/office/drawing/2014/main" id="{D4B5AF27-5D83-4D95-A156-928EF9B608B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A0040F3-314B-4AAA-954A-3936AF2F78D0}" type="datetimeFigureOut">
              <a:rPr lang="es-CO"/>
              <a:pPr>
                <a:defRPr/>
              </a:pPr>
              <a:t>18/10/2025</a:t>
            </a:fld>
            <a:endParaRPr lang="es-CO"/>
          </a:p>
        </p:txBody>
      </p:sp>
      <p:sp>
        <p:nvSpPr>
          <p:cNvPr id="4" name="3 Marcador de imagen de diapositiva">
            <a:extLst>
              <a:ext uri="{FF2B5EF4-FFF2-40B4-BE49-F238E27FC236}">
                <a16:creationId xmlns:a16="http://schemas.microsoft.com/office/drawing/2014/main" id="{090DF562-10D4-4334-812B-4254934B62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CO" noProof="0"/>
          </a:p>
        </p:txBody>
      </p:sp>
      <p:sp>
        <p:nvSpPr>
          <p:cNvPr id="5" name="4 Marcador de notas">
            <a:extLst>
              <a:ext uri="{FF2B5EF4-FFF2-40B4-BE49-F238E27FC236}">
                <a16:creationId xmlns:a16="http://schemas.microsoft.com/office/drawing/2014/main" id="{0DF2FAE4-4DE9-447F-A5F2-283E54F41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CO" noProof="0"/>
          </a:p>
        </p:txBody>
      </p:sp>
      <p:sp>
        <p:nvSpPr>
          <p:cNvPr id="6" name="5 Marcador de pie de página">
            <a:extLst>
              <a:ext uri="{FF2B5EF4-FFF2-40B4-BE49-F238E27FC236}">
                <a16:creationId xmlns:a16="http://schemas.microsoft.com/office/drawing/2014/main" id="{7D994E73-BBA8-4FBD-B1A6-0A295B07407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6 Marcador de número de diapositiva">
            <a:extLst>
              <a:ext uri="{FF2B5EF4-FFF2-40B4-BE49-F238E27FC236}">
                <a16:creationId xmlns:a16="http://schemas.microsoft.com/office/drawing/2014/main" id="{4D0EE3C9-11EB-42C6-BDB8-87C72B3F84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D1E0FDF-8C6F-43B4-8722-700C06D0C414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1 Marcador de imagen de diapositiva">
            <a:extLst>
              <a:ext uri="{FF2B5EF4-FFF2-40B4-BE49-F238E27FC236}">
                <a16:creationId xmlns:a16="http://schemas.microsoft.com/office/drawing/2014/main" id="{78D3C7C4-FFB3-42B6-A4B0-ED4A84AF8C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2 Marcador de notas">
            <a:extLst>
              <a:ext uri="{FF2B5EF4-FFF2-40B4-BE49-F238E27FC236}">
                <a16:creationId xmlns:a16="http://schemas.microsoft.com/office/drawing/2014/main" id="{E86488B3-6D5E-452F-A655-0C78399B0D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O" altLang="es-CO"/>
          </a:p>
        </p:txBody>
      </p:sp>
      <p:sp>
        <p:nvSpPr>
          <p:cNvPr id="6148" name="3 Marcador de número de diapositiva">
            <a:extLst>
              <a:ext uri="{FF2B5EF4-FFF2-40B4-BE49-F238E27FC236}">
                <a16:creationId xmlns:a16="http://schemas.microsoft.com/office/drawing/2014/main" id="{7A241DB1-0FDE-44DC-B1DD-D836F28027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8E7ECF6-8A67-4CA6-BDA2-9506B8AC7939}" type="slidenum">
              <a:rPr lang="es-CO" altLang="es-CO" smtClean="0"/>
              <a:pPr>
                <a:spcBef>
                  <a:spcPct val="0"/>
                </a:spcBef>
              </a:pPr>
              <a:t>1</a:t>
            </a:fld>
            <a:endParaRPr lang="es-CO" altLang="es-CO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D1E0FDF-8C6F-43B4-8722-700C06D0C414}" type="slidenum">
              <a:rPr lang="es-CO" altLang="es-CO" smtClean="0"/>
              <a:pPr>
                <a:defRPr/>
              </a:pPr>
              <a:t>19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160649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320F6C-4CB6-1231-6926-9D1C0EFBBA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871532A-F766-06A1-B904-5E7DD21FD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762F4B-DC61-F7F5-8966-D2718230E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18/10/2025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3D9FE6-9A5C-9367-1C28-183D385B8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DBBB9F-3052-B3AE-E085-BB27B5033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32E1E3-6AB7-4D92-A33A-F043E6C5B717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  <p:sp>
        <p:nvSpPr>
          <p:cNvPr id="7" name="7 Rectángulo">
            <a:extLst>
              <a:ext uri="{FF2B5EF4-FFF2-40B4-BE49-F238E27FC236}">
                <a16:creationId xmlns:a16="http://schemas.microsoft.com/office/drawing/2014/main" id="{4EDA08D5-F667-8787-0063-21E612015DD7}"/>
              </a:ext>
            </a:extLst>
          </p:cNvPr>
          <p:cNvSpPr/>
          <p:nvPr userDrawn="1"/>
        </p:nvSpPr>
        <p:spPr>
          <a:xfrm>
            <a:off x="0" y="5786438"/>
            <a:ext cx="9144000" cy="1071562"/>
          </a:xfrm>
          <a:prstGeom prst="rect">
            <a:avLst/>
          </a:prstGeom>
          <a:solidFill>
            <a:srgbClr val="D5D6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5921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BD68A1-6D68-CD6D-C3FD-91DA62A29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398EC3-5D4E-468C-F30B-CE6560798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9830B3-74C5-1ACB-B556-F55E98F59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18/10/2025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27DCF0-C431-0852-42CE-95C44852C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46AD75-DF05-40EA-B4F3-3CF83558E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219D7D-12FE-4B7D-95D8-6A0F2828D8E3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7549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C31533-0C84-ADE9-99EA-26241D9B4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1E6E27-3202-D0B8-F283-8CFBD093E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8D6381-9943-A208-5F45-856FCB429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18/10/2025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9BCE5B-A275-1968-3267-A868EB60B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B90775-642D-4759-324A-AE1E31858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D14026-6FB7-464F-BD55-9983151CEDB0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851364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C947BA-2671-5DCE-289C-858407397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6C8C46-4DD7-DB89-3971-B7D6B1F47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EBB1AC8-CC6D-7CD8-18BA-F0920AEC1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38D8F2-068C-1F31-5CF2-766814AC3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18/10/2025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32360FD-9E47-D090-4AB3-714887C3A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D37D2D-9508-DFEF-774C-C8A5B6A21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813DE1-EA20-4BEF-AB12-D2D69A6090C3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019277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57BAD9-4D34-20A2-A9AE-82964CF41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59AA51-6010-C8FF-084C-C110BCCDA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96FAE22-1B9C-8F57-87A7-2E14CE3049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E7830DD-6A40-8E27-70CB-D8FE41AD3C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777C88D-8DD0-FC51-A16D-49E686FFA9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4FB2C8A-08F4-1A41-5036-C328209FC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18/10/2025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B5A1F5B-743C-D501-930D-F90EBA8A6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73F5F7C-9BF7-A3DE-8669-2EC9E00E0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150205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0EE9A1-E144-373F-F5D9-12C31B7C6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58BE38C-0964-C281-4826-2C3C11C49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18/10/2025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43AB1AB-1E52-7FD3-3BB7-A73F570B9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167E51-3FDD-695C-0CE2-96F608F7E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739500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49E5E9C-8C29-201A-9031-69BC92AF4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18/10/2025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F115059-38DA-DC3D-A1B7-0C4BF8683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BC62E63-C8FB-04D9-3735-C7919A9D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8C22F4-EE15-4184-8A4F-C4124F2BE447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02141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E3FE12-3262-8961-6F36-E338D8C87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2AB934-4DB1-C46B-4EB1-4D1AAC7D0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8C1947E-F2E3-1002-A600-DED1B9DA8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DA0B25A-FC1B-767C-8C69-FE2AD6FE5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18/10/2025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85C023-3180-C2A8-6BD0-63D18C453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4F4F0A9-714D-5058-F92E-179ECE0AA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CB0E3D-5246-46A6-A0B3-053B7FB2AE0D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239017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1D8E29-2B5D-9CF4-A199-E673E0D5B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D75A990-0E1F-4E60-D107-9756D6BFD3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76BD761-3CC8-1CF5-9984-F066094FCB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1540D8-AA84-05D7-E9B4-4E08651A5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18/10/2025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9086AA3-AF31-8C9A-7F2F-B87848C6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71105B9-8899-D51A-88C0-376DC7823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953745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704477-2834-99EC-CFA8-180937D0B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AAFD096-F1C5-E969-C636-867E3E66E5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912F77-4B86-C6CC-4ED2-812449AE8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18/10/2025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E79BD8-72C6-81E3-EF48-F29328E65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1B4782-D0C0-509F-4BDC-03E4A7917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712065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9545E7B-9A8C-6F62-F333-E612FC1E4B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E5C78DD-62C0-ADA7-4AC6-5F7C5B3589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5F10F1-E647-76F8-2174-E45862B25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18/10/2025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416465-EAB8-8324-072F-8B25CA808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151C83-117D-752A-7DDA-A1F8A8B94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064717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7 Rectángulo">
            <a:extLst>
              <a:ext uri="{FF2B5EF4-FFF2-40B4-BE49-F238E27FC236}">
                <a16:creationId xmlns:a16="http://schemas.microsoft.com/office/drawing/2014/main" id="{EC631D57-6843-47FB-8C0A-4FA9AA9BC663}"/>
              </a:ext>
            </a:extLst>
          </p:cNvPr>
          <p:cNvSpPr/>
          <p:nvPr userDrawn="1"/>
        </p:nvSpPr>
        <p:spPr>
          <a:xfrm>
            <a:off x="0" y="5786438"/>
            <a:ext cx="9144000" cy="1071562"/>
          </a:xfrm>
          <a:prstGeom prst="rect">
            <a:avLst/>
          </a:prstGeom>
          <a:solidFill>
            <a:srgbClr val="D5D6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CO"/>
          </a:p>
        </p:txBody>
      </p:sp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4000496" y="71414"/>
            <a:ext cx="5072066" cy="571504"/>
          </a:xfrm>
        </p:spPr>
        <p:txBody>
          <a:bodyPr/>
          <a:lstStyle>
            <a:lvl1pPr algn="r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857224" y="857232"/>
            <a:ext cx="7715304" cy="500066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5" name="5 Marcador de número de diapositiva">
            <a:extLst>
              <a:ext uri="{FF2B5EF4-FFF2-40B4-BE49-F238E27FC236}">
                <a16:creationId xmlns:a16="http://schemas.microsoft.com/office/drawing/2014/main" id="{047221BE-117B-43C8-9D2A-CE256401BA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438" y="206375"/>
            <a:ext cx="785812" cy="365125"/>
          </a:xfrm>
        </p:spPr>
        <p:txBody>
          <a:bodyPr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532E1E3-6AB7-4D92-A33A-F043E6C5B717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827616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5 Marcador de número de diapositiva" descr="&lt;No.&gt;">
            <a:extLst>
              <a:ext uri="{FF2B5EF4-FFF2-40B4-BE49-F238E27FC236}">
                <a16:creationId xmlns:a16="http://schemas.microsoft.com/office/drawing/2014/main" id="{61EBF708-C41B-44B1-97EC-CF1BBBC20C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19D7D-12FE-4B7D-95D8-6A0F2828D8E3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701494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57224" y="264318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857224" y="1071546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5 Marcador de número de diapositiva" descr="&lt;No.&gt;">
            <a:extLst>
              <a:ext uri="{FF2B5EF4-FFF2-40B4-BE49-F238E27FC236}">
                <a16:creationId xmlns:a16="http://schemas.microsoft.com/office/drawing/2014/main" id="{EE100265-4A3B-4F40-A5F0-770BFD064A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D14026-6FB7-464F-BD55-9983151CEDB0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3516683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857224" y="2214554"/>
            <a:ext cx="3571900" cy="402589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2214554"/>
            <a:ext cx="4038600" cy="40005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5 Marcador de número de diapositiva" descr="&lt;No.&gt;">
            <a:extLst>
              <a:ext uri="{FF2B5EF4-FFF2-40B4-BE49-F238E27FC236}">
                <a16:creationId xmlns:a16="http://schemas.microsoft.com/office/drawing/2014/main" id="{DFF2B988-F19E-4F04-BD27-A48F39A01A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813DE1-EA20-4BEF-AB12-D2D69A6090C3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549113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5 Marcador de número de diapositiva" descr="&lt;No.&gt;">
            <a:extLst>
              <a:ext uri="{FF2B5EF4-FFF2-40B4-BE49-F238E27FC236}">
                <a16:creationId xmlns:a16="http://schemas.microsoft.com/office/drawing/2014/main" id="{FF35CE3E-FD30-4207-9576-68F58A4C8E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321CA9-07FE-4363-8077-5E54FDAF3616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9126016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5 Marcador de número de diapositiva" descr="&lt;No.&gt;">
            <a:extLst>
              <a:ext uri="{FF2B5EF4-FFF2-40B4-BE49-F238E27FC236}">
                <a16:creationId xmlns:a16="http://schemas.microsoft.com/office/drawing/2014/main" id="{D69FD3F0-0EF5-4AC6-A81B-0CFD0FF773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BDF024-4D44-479D-901F-E26036C4C7D1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4423795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 Marcador de número de diapositiva" descr="&lt;No.&gt;">
            <a:extLst>
              <a:ext uri="{FF2B5EF4-FFF2-40B4-BE49-F238E27FC236}">
                <a16:creationId xmlns:a16="http://schemas.microsoft.com/office/drawing/2014/main" id="{0FCC1E91-35AF-4149-AC6B-42626F30B6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8C22F4-EE15-4184-8A4F-C4124F2BE447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694708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57224" y="85723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032250" y="85723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857224" y="200024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5 Marcador de número de diapositiva" descr="&lt;No.&gt;">
            <a:extLst>
              <a:ext uri="{FF2B5EF4-FFF2-40B4-BE49-F238E27FC236}">
                <a16:creationId xmlns:a16="http://schemas.microsoft.com/office/drawing/2014/main" id="{B1F7549D-979F-45AB-AD58-5BF7CB6DB3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B0E3D-5246-46A6-A0B3-053B7FB2AE0D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9624281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5072074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928670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CO" noProof="0"/>
          </a:p>
        </p:txBody>
      </p:sp>
      <p:sp>
        <p:nvSpPr>
          <p:cNvPr id="4" name="5 Marcador de número de diapositiva" descr="&lt;No.&gt;">
            <a:extLst>
              <a:ext uri="{FF2B5EF4-FFF2-40B4-BE49-F238E27FC236}">
                <a16:creationId xmlns:a16="http://schemas.microsoft.com/office/drawing/2014/main" id="{3328A9B1-3ED4-438D-8E87-64D0CD3849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9056AB-9AE7-49AD-9364-B4271C824DC3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000895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D1179B3-E3F7-8DF3-ABF5-4D23297F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E192CF-B8E8-68F7-E0A0-A63F6554F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113D34-63A4-3585-73E1-7A6563CC9F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7635E-2D71-42E7-9E6C-FBB85A15A85F}" type="datetimeFigureOut">
              <a:rPr lang="es-CO" smtClean="0"/>
              <a:t>18/10/2025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79372D-5D91-7624-4D7B-06BE31EEB2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491E14-EF87-176A-B3C5-BCD96C5D38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  <p:sp>
        <p:nvSpPr>
          <p:cNvPr id="7" name="6 Rectángulo">
            <a:extLst>
              <a:ext uri="{FF2B5EF4-FFF2-40B4-BE49-F238E27FC236}">
                <a16:creationId xmlns:a16="http://schemas.microsoft.com/office/drawing/2014/main" id="{7B0CA632-E545-9F27-F48F-19EBC6FED7F0}"/>
              </a:ext>
            </a:extLst>
          </p:cNvPr>
          <p:cNvSpPr/>
          <p:nvPr userDrawn="1"/>
        </p:nvSpPr>
        <p:spPr>
          <a:xfrm>
            <a:off x="0" y="5786438"/>
            <a:ext cx="9144000" cy="1071562"/>
          </a:xfrm>
          <a:prstGeom prst="rect">
            <a:avLst/>
          </a:prstGeom>
          <a:solidFill>
            <a:srgbClr val="D5D6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750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77" r:id="rId12"/>
    <p:sldLayoutId id="2147483769" r:id="rId13"/>
    <p:sldLayoutId id="2147483770" r:id="rId14"/>
    <p:sldLayoutId id="2147483771" r:id="rId15"/>
    <p:sldLayoutId id="2147483772" r:id="rId16"/>
    <p:sldLayoutId id="2147483773" r:id="rId17"/>
    <p:sldLayoutId id="2147483774" r:id="rId18"/>
    <p:sldLayoutId id="2147483775" r:id="rId19"/>
    <p:sldLayoutId id="2147483776" r:id="rId2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emf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1 Título">
            <a:extLst>
              <a:ext uri="{FF2B5EF4-FFF2-40B4-BE49-F238E27FC236}">
                <a16:creationId xmlns:a16="http://schemas.microsoft.com/office/drawing/2014/main" id="{612B5792-076C-452D-8592-DDADCC263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8575"/>
            <a:ext cx="779463" cy="720725"/>
          </a:xfrm>
        </p:spPr>
        <p:txBody>
          <a:bodyPr/>
          <a:lstStyle/>
          <a:p>
            <a:pPr algn="ctr" eaLnBrk="1" hangingPunct="1"/>
            <a:r>
              <a:rPr lang="es-CO" altLang="es-CO" sz="3600"/>
              <a:t>1</a:t>
            </a:r>
          </a:p>
        </p:txBody>
      </p:sp>
      <p:sp>
        <p:nvSpPr>
          <p:cNvPr id="5124" name="2 Subtítulo">
            <a:extLst>
              <a:ext uri="{FF2B5EF4-FFF2-40B4-BE49-F238E27FC236}">
                <a16:creationId xmlns:a16="http://schemas.microsoft.com/office/drawing/2014/main" id="{75207037-66AB-408E-B44C-6489E27F4A1E}"/>
              </a:ext>
            </a:extLst>
          </p:cNvPr>
          <p:cNvSpPr txBox="1">
            <a:spLocks/>
          </p:cNvSpPr>
          <p:nvPr/>
        </p:nvSpPr>
        <p:spPr bwMode="auto">
          <a:xfrm>
            <a:off x="779463" y="5733256"/>
            <a:ext cx="6400800" cy="1296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s-CO" altLang="es-CO" sz="2800">
                <a:solidFill>
                  <a:srgbClr val="898989"/>
                </a:solidFill>
              </a:rPr>
              <a:t>Jheyson F. Villavisan B</a:t>
            </a:r>
            <a:endParaRPr lang="es-CO" altLang="es-CO" sz="1800">
              <a:solidFill>
                <a:srgbClr val="898989"/>
              </a:solidFill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s-CO" altLang="es-CO" sz="2400">
              <a:solidFill>
                <a:srgbClr val="898989"/>
              </a:solidFill>
            </a:endParaRPr>
          </a:p>
        </p:txBody>
      </p:sp>
      <p:sp>
        <p:nvSpPr>
          <p:cNvPr id="10" name="2 Subtítulo">
            <a:extLst>
              <a:ext uri="{FF2B5EF4-FFF2-40B4-BE49-F238E27FC236}">
                <a16:creationId xmlns:a16="http://schemas.microsoft.com/office/drawing/2014/main" id="{0D52910C-C7FF-51AD-9B9D-1A390D5FFE1B}"/>
              </a:ext>
            </a:extLst>
          </p:cNvPr>
          <p:cNvSpPr txBox="1">
            <a:spLocks/>
          </p:cNvSpPr>
          <p:nvPr/>
        </p:nvSpPr>
        <p:spPr bwMode="auto">
          <a:xfrm>
            <a:off x="2123728" y="3178968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pic>
        <p:nvPicPr>
          <p:cNvPr id="1028" name="Picture 4" descr="Programas - Intranet ETITC">
            <a:extLst>
              <a:ext uri="{FF2B5EF4-FFF2-40B4-BE49-F238E27FC236}">
                <a16:creationId xmlns:a16="http://schemas.microsoft.com/office/drawing/2014/main" id="{86BA1783-B2FE-6B6A-8793-A57527FC5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 Título">
            <a:extLst>
              <a:ext uri="{FF2B5EF4-FFF2-40B4-BE49-F238E27FC236}">
                <a16:creationId xmlns:a16="http://schemas.microsoft.com/office/drawing/2014/main" id="{AF4E183E-A171-4923-A99E-D149888CEC37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2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EC83F540-C4A2-EE56-0418-B8CD7CA17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AD83FA30-4A3C-43B8-17CD-C08519129156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6" name="2 Subtítulo">
            <a:extLst>
              <a:ext uri="{FF2B5EF4-FFF2-40B4-BE49-F238E27FC236}">
                <a16:creationId xmlns:a16="http://schemas.microsoft.com/office/drawing/2014/main" id="{D38447B5-9270-DECF-B695-F07B49DCC0EF}"/>
              </a:ext>
            </a:extLst>
          </p:cNvPr>
          <p:cNvSpPr txBox="1">
            <a:spLocks/>
          </p:cNvSpPr>
          <p:nvPr/>
        </p:nvSpPr>
        <p:spPr bwMode="auto">
          <a:xfrm>
            <a:off x="2152253" y="3178969"/>
            <a:ext cx="4839494" cy="408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CONTROLADORES PID</a:t>
            </a:r>
          </a:p>
        </p:txBody>
      </p:sp>
    </p:spTree>
    <p:extLst>
      <p:ext uri="{BB962C8B-B14F-4D97-AF65-F5344CB8AC3E}">
        <p14:creationId xmlns:p14="http://schemas.microsoft.com/office/powerpoint/2010/main" val="616220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29895-F9C6-8F06-C6C1-15AF6DC48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 Título">
            <a:extLst>
              <a:ext uri="{FF2B5EF4-FFF2-40B4-BE49-F238E27FC236}">
                <a16:creationId xmlns:a16="http://schemas.microsoft.com/office/drawing/2014/main" id="{47F3B260-85B8-531C-FD20-06EF041D5DF3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3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D385CB51-5B65-97F2-28CE-DA87C3CAC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3B480893-61CD-7C31-031E-97571BB9E0C8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88A3965-E5CF-FB31-D60B-CE1DD356B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3385" y="4616450"/>
            <a:ext cx="4617229" cy="1108135"/>
          </a:xfrm>
          <a:prstGeom prst="rect">
            <a:avLst/>
          </a:prstGeom>
        </p:spPr>
      </p:pic>
      <p:sp>
        <p:nvSpPr>
          <p:cNvPr id="8" name="2 Subtítulo">
            <a:extLst>
              <a:ext uri="{FF2B5EF4-FFF2-40B4-BE49-F238E27FC236}">
                <a16:creationId xmlns:a16="http://schemas.microsoft.com/office/drawing/2014/main" id="{F3B47291-84C4-137A-34BB-E26B45B45702}"/>
              </a:ext>
            </a:extLst>
          </p:cNvPr>
          <p:cNvSpPr txBox="1">
            <a:spLocks/>
          </p:cNvSpPr>
          <p:nvPr/>
        </p:nvSpPr>
        <p:spPr bwMode="auto">
          <a:xfrm>
            <a:off x="795338" y="2046744"/>
            <a:ext cx="7446961" cy="3388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CONTROLADORES PID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endParaRPr lang="es-CO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El Controlador PID (Proporcional, Integral y Derivativo) es un mecanismo de control ampliamente utilizado que opera a través de un </a:t>
            </a:r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lazo de retroalimentación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Es la opción más común en el ámbito de las aplicaciones de control y es el tipo predominante en la industria del control de procesos.</a:t>
            </a:r>
            <a:endParaRPr lang="es-CO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endParaRPr lang="es-CO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5607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B290A-AEDF-F5A5-8991-F9083EED7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 Título">
            <a:extLst>
              <a:ext uri="{FF2B5EF4-FFF2-40B4-BE49-F238E27FC236}">
                <a16:creationId xmlns:a16="http://schemas.microsoft.com/office/drawing/2014/main" id="{A03F36E1-3F88-C0B3-1DB6-AD73D42D30EC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4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E363F3C8-C0E5-7812-D74D-8FB61B687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0FD62211-4C30-05A8-9C1F-A267E063FCAA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8" name="2 Subtítulo">
            <a:extLst>
              <a:ext uri="{FF2B5EF4-FFF2-40B4-BE49-F238E27FC236}">
                <a16:creationId xmlns:a16="http://schemas.microsoft.com/office/drawing/2014/main" id="{576C4D93-B2BB-CEE4-27BF-F34EE29782A7}"/>
              </a:ext>
            </a:extLst>
          </p:cNvPr>
          <p:cNvSpPr txBox="1">
            <a:spLocks/>
          </p:cNvSpPr>
          <p:nvPr/>
        </p:nvSpPr>
        <p:spPr bwMode="auto">
          <a:xfrm>
            <a:off x="795338" y="2046744"/>
            <a:ext cx="7446961" cy="3388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CONTROLADORES PID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endParaRPr lang="es-CO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El propósito principal del controlador PID es regular variables de un proceso en general, tales como la velocidad, temperatura, presión y flujo. </a:t>
            </a:r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Estos sistemas permiten que las variables controladas se mantengan en un punto de referencia 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(o Set Point, SP) o dentro de un rango aceptable, lo que contribuye a la eficiencia de los procesos industriales.</a:t>
            </a:r>
            <a:endParaRPr lang="es-CO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E2648B2-ABD7-ED47-7B2E-E24F4344C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061" y="4677897"/>
            <a:ext cx="3319878" cy="213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561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D2ADF-0A8A-CEAC-0B11-5C7A051B6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 Título">
            <a:extLst>
              <a:ext uri="{FF2B5EF4-FFF2-40B4-BE49-F238E27FC236}">
                <a16:creationId xmlns:a16="http://schemas.microsoft.com/office/drawing/2014/main" id="{F61BB614-6885-2680-D694-54925BBB48A1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5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2CD4772D-48A1-1040-1541-167640F6CD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C5402BF7-D2A0-681C-73AC-BB2BA45032D8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2 Subtítulo">
                <a:extLst>
                  <a:ext uri="{FF2B5EF4-FFF2-40B4-BE49-F238E27FC236}">
                    <a16:creationId xmlns:a16="http://schemas.microsoft.com/office/drawing/2014/main" id="{690C3ADC-59C4-B4D4-1E23-D833B69EEF37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795338" y="2046744"/>
                <a:ext cx="7446961" cy="33888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 eaLnBrk="1" fontAlgn="auto" hangingPunct="1">
                  <a:spcAft>
                    <a:spcPts val="0"/>
                  </a:spcAft>
                  <a:buNone/>
                  <a:defRPr/>
                </a:pPr>
                <a:r>
                  <a:rPr lang="es-CO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CONTROLADORES PID</a:t>
                </a:r>
              </a:p>
              <a:p>
                <a:pPr marL="0" indent="0" algn="ctr" eaLnBrk="1" fontAlgn="auto" hangingPunct="1">
                  <a:spcAft>
                    <a:spcPts val="0"/>
                  </a:spcAft>
                  <a:buNone/>
                  <a:defRPr/>
                </a:pPr>
                <a:endParaRPr lang="es-CO" sz="2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marL="0" indent="0" algn="ctr" eaLnBrk="1" fontAlgn="auto" hangingPunct="1">
                  <a:spcAft>
                    <a:spcPts val="0"/>
                  </a:spcAft>
                  <a:buNone/>
                  <a:defRPr/>
                </a:pPr>
                <a:r>
                  <a:rPr lang="es-E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El controlador PID funciona calculando el error e(t), que es la diferencia o desviación entre el valor actual de la variable de proceso PV(t) y el valor deseado (Set Point): </a:t>
                </a:r>
              </a:p>
              <a:p>
                <a:pPr marL="0" indent="0" algn="ctr" eaLnBrk="1" fontAlgn="auto" hangingPunct="1">
                  <a:spcAft>
                    <a:spcPts val="0"/>
                  </a:spcAft>
                  <a:buNone/>
                  <a:defRPr/>
                </a:pPr>
                <a:endParaRPr lang="es-ES" sz="2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marL="0" indent="0" algn="ctr" eaLnBrk="1" fontAlgn="auto" hangingPunct="1">
                  <a:spcAft>
                    <a:spcPts val="0"/>
                  </a:spcAft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0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s-CO" sz="20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20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s-CO" sz="20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20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𝑆𝑃</m:t>
                      </m:r>
                      <m:r>
                        <a:rPr lang="es-CO" sz="20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CO" sz="20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𝑃𝑉</m:t>
                      </m:r>
                      <m:r>
                        <a:rPr lang="es-CO" sz="20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sz="20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CO" sz="20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" sz="20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2 Subtítulo">
                <a:extLst>
                  <a:ext uri="{FF2B5EF4-FFF2-40B4-BE49-F238E27FC236}">
                    <a16:creationId xmlns:a16="http://schemas.microsoft.com/office/drawing/2014/main" id="{690C3ADC-59C4-B4D4-1E23-D833B69EEF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5338" y="2046744"/>
                <a:ext cx="7446961" cy="3388856"/>
              </a:xfrm>
              <a:prstGeom prst="rect">
                <a:avLst/>
              </a:prstGeom>
              <a:blipFill>
                <a:blip r:embed="rId3"/>
                <a:stretch>
                  <a:fillRect t="-89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1463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1DBB6-293E-7024-5E9F-50D836BD8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 Título">
            <a:extLst>
              <a:ext uri="{FF2B5EF4-FFF2-40B4-BE49-F238E27FC236}">
                <a16:creationId xmlns:a16="http://schemas.microsoft.com/office/drawing/2014/main" id="{BDD035CC-0D1B-27B2-B394-8E616BCE7DD6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6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171E6F2E-F11D-73B3-57CF-A8E5FF506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F143CAF9-BF30-8EDE-E6D4-60156F5A1CAA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7" name="2 Subtítulo">
            <a:extLst>
              <a:ext uri="{FF2B5EF4-FFF2-40B4-BE49-F238E27FC236}">
                <a16:creationId xmlns:a16="http://schemas.microsoft.com/office/drawing/2014/main" id="{F764A31A-2242-4DF3-23A5-5594DC0E4F8A}"/>
              </a:ext>
            </a:extLst>
          </p:cNvPr>
          <p:cNvSpPr txBox="1">
            <a:spLocks/>
          </p:cNvSpPr>
          <p:nvPr/>
        </p:nvSpPr>
        <p:spPr bwMode="auto">
          <a:xfrm>
            <a:off x="795338" y="2046744"/>
            <a:ext cx="7446961" cy="3388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CONTROLADORES PID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endParaRPr lang="es-CO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 suma de las tres acciones (P, I, D) calculadas a partir de este error se utiliza para ajustar el proceso mediante un elemento de control, como una válvula o un calentador. 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endParaRPr lang="es-E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 estima que aproximadamente el </a:t>
            </a:r>
            <a:r>
              <a:rPr lang="es-E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95% de los lazos de control en las aplicaciones industriales son de este tipo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aunque la mayoría de ellos son realmente controladores PI (Proporcional-Integral)</a:t>
            </a:r>
          </a:p>
        </p:txBody>
      </p:sp>
    </p:spTree>
    <p:extLst>
      <p:ext uri="{BB962C8B-B14F-4D97-AF65-F5344CB8AC3E}">
        <p14:creationId xmlns:p14="http://schemas.microsoft.com/office/powerpoint/2010/main" val="1148687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D4354-452F-FF5B-5AB3-6196DE3B7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 Título">
            <a:extLst>
              <a:ext uri="{FF2B5EF4-FFF2-40B4-BE49-F238E27FC236}">
                <a16:creationId xmlns:a16="http://schemas.microsoft.com/office/drawing/2014/main" id="{7785CB6F-9B5E-7EC4-97F5-85319983DEFF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7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FDA1D48F-2A32-CF90-86CC-4C0EEA5B2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0AF55840-BC8C-29EF-0955-D52536BA8710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8" name="2 Subtítulo">
            <a:extLst>
              <a:ext uri="{FF2B5EF4-FFF2-40B4-BE49-F238E27FC236}">
                <a16:creationId xmlns:a16="http://schemas.microsoft.com/office/drawing/2014/main" id="{499CBD34-3AA2-4A33-3884-48E3BEA7F3B8}"/>
              </a:ext>
            </a:extLst>
          </p:cNvPr>
          <p:cNvSpPr txBox="1">
            <a:spLocks/>
          </p:cNvSpPr>
          <p:nvPr/>
        </p:nvSpPr>
        <p:spPr bwMode="auto">
          <a:xfrm>
            <a:off x="795338" y="2046744"/>
            <a:ext cx="7446961" cy="3388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CONTROLADORES PID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endParaRPr lang="es-CO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Estructura y Composición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El algoritmo de control PID está compuesto por tres acciones o parcelas distintas que actúan sobre el error:</a:t>
            </a:r>
          </a:p>
          <a:p>
            <a:pPr marL="457200" indent="-457200" algn="ctr" eaLnBrk="1" fontAlgn="auto" hangingPunct="1">
              <a:spcAft>
                <a:spcPts val="0"/>
              </a:spcAft>
              <a:buAutoNum type="arabicPeriod"/>
              <a:defRPr/>
            </a:pP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Acción Proporcional (P)</a:t>
            </a:r>
          </a:p>
          <a:p>
            <a:pPr marL="457200" indent="-457200" algn="ctr" eaLnBrk="1" fontAlgn="auto" hangingPunct="1">
              <a:spcAft>
                <a:spcPts val="0"/>
              </a:spcAft>
              <a:buAutoNum type="arabicPeriod"/>
              <a:defRPr/>
            </a:pP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Acción Integral (I)</a:t>
            </a:r>
          </a:p>
          <a:p>
            <a:pPr marL="457200" indent="-457200" algn="ctr" eaLnBrk="1" fontAlgn="auto" hangingPunct="1">
              <a:spcAft>
                <a:spcPts val="0"/>
              </a:spcAft>
              <a:buAutoNum type="arabicPeriod"/>
              <a:defRPr/>
            </a:pP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Acción Derivativa (D)</a:t>
            </a:r>
          </a:p>
        </p:txBody>
      </p:sp>
    </p:spTree>
    <p:extLst>
      <p:ext uri="{BB962C8B-B14F-4D97-AF65-F5344CB8AC3E}">
        <p14:creationId xmlns:p14="http://schemas.microsoft.com/office/powerpoint/2010/main" val="2986019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612EA-3872-74E8-A1AB-8EF05F76A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 Título">
            <a:extLst>
              <a:ext uri="{FF2B5EF4-FFF2-40B4-BE49-F238E27FC236}">
                <a16:creationId xmlns:a16="http://schemas.microsoft.com/office/drawing/2014/main" id="{78305BFA-0EF8-4BB5-5982-AB8163D0B133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8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733ADCE5-68A9-C279-7659-717B2CA37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6D4B7676-E8B2-7EF4-9149-AA1A5465044A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7" name="2 Subtítulo">
            <a:extLst>
              <a:ext uri="{FF2B5EF4-FFF2-40B4-BE49-F238E27FC236}">
                <a16:creationId xmlns:a16="http://schemas.microsoft.com/office/drawing/2014/main" id="{25CEB0E3-29B7-6B75-88FB-9C6F96F01DD0}"/>
              </a:ext>
            </a:extLst>
          </p:cNvPr>
          <p:cNvSpPr txBox="1">
            <a:spLocks/>
          </p:cNvSpPr>
          <p:nvPr/>
        </p:nvSpPr>
        <p:spPr bwMode="auto">
          <a:xfrm>
            <a:off x="795338" y="2046744"/>
            <a:ext cx="7446961" cy="3388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CONTROLADORES PID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endParaRPr lang="es-CO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 algn="ctr" eaLnBrk="1" fontAlgn="auto" hangingPunct="1">
              <a:spcAft>
                <a:spcPts val="0"/>
              </a:spcAft>
              <a:buAutoNum type="arabicPeriod"/>
              <a:defRPr/>
            </a:pP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Acción Proporcional (P)</a:t>
            </a:r>
          </a:p>
          <a:p>
            <a:pPr marL="457200" indent="-457200" algn="ctr" eaLnBrk="1" fontAlgn="auto" hangingPunct="1">
              <a:spcAft>
                <a:spcPts val="0"/>
              </a:spcAft>
              <a:buAutoNum type="arabicPeriod"/>
              <a:defRPr/>
            </a:pPr>
            <a:endParaRPr lang="es-E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* Depende del error actual (el presente).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* La parte proporcional busca que el error en estado estacionario se aproxime a cero. La acción correctiva es proporcional al error del proceso. También permite acercar el sistema al set </a:t>
            </a:r>
            <a:r>
              <a:rPr lang="es-E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point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y aumentar la velocidad del sistema.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* Se calcula como el producto entre la señal de error 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e(t) y la ganancia proporcional (</a:t>
            </a:r>
            <a:r>
              <a:rPr lang="es-E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K_p</a:t>
            </a: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79837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DF404-1D01-6850-3C82-E2A9A3352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 Título">
            <a:extLst>
              <a:ext uri="{FF2B5EF4-FFF2-40B4-BE49-F238E27FC236}">
                <a16:creationId xmlns:a16="http://schemas.microsoft.com/office/drawing/2014/main" id="{36245763-A174-DCFD-F6D2-623CAB23B62B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9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6DBAFB9A-D047-53D7-0A96-1B57174DD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996AE8B9-8352-60C6-BEEC-0D64A93FCC57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7" name="2 Subtítulo">
            <a:extLst>
              <a:ext uri="{FF2B5EF4-FFF2-40B4-BE49-F238E27FC236}">
                <a16:creationId xmlns:a16="http://schemas.microsoft.com/office/drawing/2014/main" id="{8D1E4A1B-A4EF-3349-4D69-93DA88895DB2}"/>
              </a:ext>
            </a:extLst>
          </p:cNvPr>
          <p:cNvSpPr txBox="1">
            <a:spLocks/>
          </p:cNvSpPr>
          <p:nvPr/>
        </p:nvSpPr>
        <p:spPr bwMode="auto">
          <a:xfrm>
            <a:off x="795338" y="2046744"/>
            <a:ext cx="7446961" cy="3388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CONTROLADORES PID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endParaRPr lang="es-CO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 algn="ctr" eaLnBrk="1" fontAlgn="auto" hangingPunct="1">
              <a:spcAft>
                <a:spcPts val="0"/>
              </a:spcAft>
              <a:buAutoNum type="arabicPeriod"/>
              <a:defRPr/>
            </a:pP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Acción Proporcional (P)</a:t>
            </a:r>
          </a:p>
        </p:txBody>
      </p:sp>
      <p:pic>
        <p:nvPicPr>
          <p:cNvPr id="13" name="Imagen 12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9AF29311-8448-75FF-2D16-0B419D24AC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026" y="3170236"/>
            <a:ext cx="3839999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517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6C5B8-791F-ECF5-A164-B7195CC9D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 Título">
            <a:extLst>
              <a:ext uri="{FF2B5EF4-FFF2-40B4-BE49-F238E27FC236}">
                <a16:creationId xmlns:a16="http://schemas.microsoft.com/office/drawing/2014/main" id="{10ADF9DA-FBCD-36FD-AF1E-36FEE49C35F1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10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32B97DC3-E4CB-3F34-04B0-29C136271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C0B99185-3664-295A-1FA0-9C8229747965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7" name="2 Subtítulo">
            <a:extLst>
              <a:ext uri="{FF2B5EF4-FFF2-40B4-BE49-F238E27FC236}">
                <a16:creationId xmlns:a16="http://schemas.microsoft.com/office/drawing/2014/main" id="{5300D2E7-5318-A4E2-371B-0BB5D516EBEF}"/>
              </a:ext>
            </a:extLst>
          </p:cNvPr>
          <p:cNvSpPr txBox="1">
            <a:spLocks/>
          </p:cNvSpPr>
          <p:nvPr/>
        </p:nvSpPr>
        <p:spPr bwMode="auto">
          <a:xfrm>
            <a:off x="795338" y="2046744"/>
            <a:ext cx="7446961" cy="3388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CONTROLADORES PID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endParaRPr lang="es-CO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 algn="ctr" eaLnBrk="1" fontAlgn="auto" hangingPunct="1">
              <a:spcAft>
                <a:spcPts val="0"/>
              </a:spcAft>
              <a:buAutoNum type="arabicPeriod"/>
              <a:defRPr/>
            </a:pP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Acción Integral (I)</a:t>
            </a:r>
          </a:p>
          <a:p>
            <a:pPr marL="457200" indent="-457200" algn="ctr" eaLnBrk="1" fontAlgn="auto" hangingPunct="1">
              <a:spcAft>
                <a:spcPts val="0"/>
              </a:spcAft>
              <a:buAutoNum type="arabicPeriod"/>
              <a:defRPr/>
            </a:pPr>
            <a:endParaRPr lang="es-E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E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*Depende de los errores pasados (el pasado).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E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* Tiene como propósito principal disminuir y eliminar el error en estado estacionario (conocido como offset o desviación permanente).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E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La acción integral integra el error en el tiempo y lo suma a la acción proporcional. Al involucrar un control con acción integral (un polo en el origen), se logra que el sistema consiga seguir la referencia para entradas de tipo escalón.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E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◦*La acción integral tiene "memoria," ya que acumula los errores pasados</a:t>
            </a:r>
          </a:p>
        </p:txBody>
      </p:sp>
    </p:spTree>
    <p:extLst>
      <p:ext uri="{BB962C8B-B14F-4D97-AF65-F5344CB8AC3E}">
        <p14:creationId xmlns:p14="http://schemas.microsoft.com/office/powerpoint/2010/main" val="3663197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5B0C9-3B2E-D86A-FB6B-C5C7BF86F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 Título">
            <a:extLst>
              <a:ext uri="{FF2B5EF4-FFF2-40B4-BE49-F238E27FC236}">
                <a16:creationId xmlns:a16="http://schemas.microsoft.com/office/drawing/2014/main" id="{B4B6484D-D48C-F5DE-266D-D82B5B830E49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11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22B51A22-8B0F-7A01-9A48-29F2792F6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F89BE236-8303-5524-7A74-672758171F6B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7" name="2 Subtítulo">
            <a:extLst>
              <a:ext uri="{FF2B5EF4-FFF2-40B4-BE49-F238E27FC236}">
                <a16:creationId xmlns:a16="http://schemas.microsoft.com/office/drawing/2014/main" id="{78C236E0-8C12-7CF7-8673-1853E44C3BA0}"/>
              </a:ext>
            </a:extLst>
          </p:cNvPr>
          <p:cNvSpPr txBox="1">
            <a:spLocks/>
          </p:cNvSpPr>
          <p:nvPr/>
        </p:nvSpPr>
        <p:spPr bwMode="auto">
          <a:xfrm>
            <a:off x="795338" y="2046744"/>
            <a:ext cx="7446961" cy="3388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CONTROLADORES PID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endParaRPr lang="es-CO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 algn="ctr" eaLnBrk="1" fontAlgn="auto" hangingPunct="1">
              <a:spcAft>
                <a:spcPts val="0"/>
              </a:spcAft>
              <a:buAutoNum type="arabicPeriod"/>
              <a:defRPr/>
            </a:pPr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Acción Integral (I)</a:t>
            </a:r>
          </a:p>
          <a:p>
            <a:pPr marL="457200" indent="-457200" algn="ctr" eaLnBrk="1" fontAlgn="auto" hangingPunct="1">
              <a:spcAft>
                <a:spcPts val="0"/>
              </a:spcAft>
              <a:buAutoNum type="arabicPeriod"/>
              <a:defRPr/>
            </a:pPr>
            <a:endParaRPr lang="es-E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" name="Imagen 2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019D2E39-878D-B90A-153B-A9ED1B9406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8818" y="3327400"/>
            <a:ext cx="384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483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FEFD8-8E03-20B2-1C36-FBBB11E86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 Título">
            <a:extLst>
              <a:ext uri="{FF2B5EF4-FFF2-40B4-BE49-F238E27FC236}">
                <a16:creationId xmlns:a16="http://schemas.microsoft.com/office/drawing/2014/main" id="{02B75607-D9BC-7EB7-434D-8ACF9F24D784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12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2C3E2379-10C4-6F25-6621-17AFC60D2A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84A09766-4BB6-0838-73A2-FC1591614F84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9" name="2 Subtítulo">
            <a:extLst>
              <a:ext uri="{FF2B5EF4-FFF2-40B4-BE49-F238E27FC236}">
                <a16:creationId xmlns:a16="http://schemas.microsoft.com/office/drawing/2014/main" id="{C1D699C6-8055-766F-308A-1FE66134C694}"/>
              </a:ext>
            </a:extLst>
          </p:cNvPr>
          <p:cNvSpPr txBox="1">
            <a:spLocks/>
          </p:cNvSpPr>
          <p:nvPr/>
        </p:nvSpPr>
        <p:spPr bwMode="auto">
          <a:xfrm>
            <a:off x="795338" y="2046744"/>
            <a:ext cx="7446961" cy="3388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CONTROLADORES PID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endParaRPr lang="es-CO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 algn="ctr" eaLnBrk="1" fontAlgn="auto" hangingPunct="1">
              <a:spcAft>
                <a:spcPts val="0"/>
              </a:spcAft>
              <a:buAutoNum type="arabicPeriod"/>
              <a:defRPr/>
            </a:pPr>
            <a:r>
              <a:rPr lang="es-E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Acción Derivativa (D):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E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* Es una predicción de los errores futuros.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E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*Es proporcional a la velocidad de cambio del error, dándole un carácter previsor. Permite anticipar el error. Su inclusión ayuda a disminuir las </a:t>
            </a:r>
            <a:r>
              <a:rPr lang="es-ES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oscilaciones y el sobrepaso de la variable durante el arranque</a:t>
            </a:r>
            <a:r>
              <a:rPr lang="es-E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y acelera la respuesta. La acción derivativa mejora el tiempo de respuesta sin afectar el error en estado estacionario.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E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*Se calcula la tangente en el punto actual del error</a:t>
            </a:r>
          </a:p>
        </p:txBody>
      </p:sp>
    </p:spTree>
    <p:extLst>
      <p:ext uri="{BB962C8B-B14F-4D97-AF65-F5344CB8AC3E}">
        <p14:creationId xmlns:p14="http://schemas.microsoft.com/office/powerpoint/2010/main" val="3099760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F5F2C-3B9E-DA51-4528-B882D8E8F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 Título">
            <a:extLst>
              <a:ext uri="{FF2B5EF4-FFF2-40B4-BE49-F238E27FC236}">
                <a16:creationId xmlns:a16="http://schemas.microsoft.com/office/drawing/2014/main" id="{6CF17226-80C3-7B41-AE4B-93D8F35BAFFB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13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8F2FA675-904A-1CCC-3D0A-682055DD9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80F0CA2B-6646-8F41-DCFF-8BE262A9A223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9" name="2 Subtítulo">
            <a:extLst>
              <a:ext uri="{FF2B5EF4-FFF2-40B4-BE49-F238E27FC236}">
                <a16:creationId xmlns:a16="http://schemas.microsoft.com/office/drawing/2014/main" id="{3B5420CA-718A-129B-6AFD-AD8B8F62BA99}"/>
              </a:ext>
            </a:extLst>
          </p:cNvPr>
          <p:cNvSpPr txBox="1">
            <a:spLocks/>
          </p:cNvSpPr>
          <p:nvPr/>
        </p:nvSpPr>
        <p:spPr bwMode="auto">
          <a:xfrm>
            <a:off x="795338" y="2046744"/>
            <a:ext cx="7446961" cy="3388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CONTROLADORES PID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endParaRPr lang="es-CO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 algn="ctr" eaLnBrk="1" fontAlgn="auto" hangingPunct="1">
              <a:spcAft>
                <a:spcPts val="0"/>
              </a:spcAft>
              <a:buAutoNum type="arabicPeriod"/>
              <a:defRPr/>
            </a:pPr>
            <a:r>
              <a:rPr lang="es-E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Acción Derivativa (D):</a:t>
            </a:r>
          </a:p>
        </p:txBody>
      </p:sp>
      <p:pic>
        <p:nvPicPr>
          <p:cNvPr id="6" name="Imagen 5" descr="Calendario&#10;&#10;El contenido generado por IA puede ser incorrecto.">
            <a:extLst>
              <a:ext uri="{FF2B5EF4-FFF2-40B4-BE49-F238E27FC236}">
                <a16:creationId xmlns:a16="http://schemas.microsoft.com/office/drawing/2014/main" id="{B44A599B-9E6D-E449-CFC6-81B7811B40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8818" y="3130550"/>
            <a:ext cx="384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6902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DDEDC-148F-72B4-800C-C04C7FBE1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 Título">
            <a:extLst>
              <a:ext uri="{FF2B5EF4-FFF2-40B4-BE49-F238E27FC236}">
                <a16:creationId xmlns:a16="http://schemas.microsoft.com/office/drawing/2014/main" id="{4CDBFCD3-73B9-47A1-36AE-A1CFCAF4C576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14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7C319289-A00B-A33E-AA6F-AE16D8F9A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34D8007D-792A-0B86-96C2-7C8358F02098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8" name="2 Subtítulo">
            <a:extLst>
              <a:ext uri="{FF2B5EF4-FFF2-40B4-BE49-F238E27FC236}">
                <a16:creationId xmlns:a16="http://schemas.microsoft.com/office/drawing/2014/main" id="{68965DF3-6F64-5866-4FB1-520D8FB91E26}"/>
              </a:ext>
            </a:extLst>
          </p:cNvPr>
          <p:cNvSpPr txBox="1">
            <a:spLocks/>
          </p:cNvSpPr>
          <p:nvPr/>
        </p:nvSpPr>
        <p:spPr bwMode="auto">
          <a:xfrm>
            <a:off x="805848" y="2046744"/>
            <a:ext cx="7446961" cy="3388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CONTROLADORES PID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Combinación de las acciones P, I, D</a:t>
            </a:r>
          </a:p>
        </p:txBody>
      </p:sp>
      <p:pic>
        <p:nvPicPr>
          <p:cNvPr id="11" name="Imagen 10" descr="Gráfico&#10;&#10;El contenido generado por IA puede ser incorrecto.">
            <a:extLst>
              <a:ext uri="{FF2B5EF4-FFF2-40B4-BE49-F238E27FC236}">
                <a16:creationId xmlns:a16="http://schemas.microsoft.com/office/drawing/2014/main" id="{E63243E3-507B-70E4-501B-45A940D6C8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8818" y="2984500"/>
            <a:ext cx="384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0761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EAB4E-E72C-A68A-814D-C0775720E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 Título">
            <a:extLst>
              <a:ext uri="{FF2B5EF4-FFF2-40B4-BE49-F238E27FC236}">
                <a16:creationId xmlns:a16="http://schemas.microsoft.com/office/drawing/2014/main" id="{C5C577E2-63E3-56E8-BB1E-314F4866D684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15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BDE84E7F-06D1-5474-3FB1-4939ADC0F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96D8576D-2B36-19FB-4B11-CFAF9608E5D1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9" name="2 Subtítulo">
            <a:extLst>
              <a:ext uri="{FF2B5EF4-FFF2-40B4-BE49-F238E27FC236}">
                <a16:creationId xmlns:a16="http://schemas.microsoft.com/office/drawing/2014/main" id="{EEB8AEE5-9BBA-7062-74ED-08DE45D126B4}"/>
              </a:ext>
            </a:extLst>
          </p:cNvPr>
          <p:cNvSpPr txBox="1">
            <a:spLocks/>
          </p:cNvSpPr>
          <p:nvPr/>
        </p:nvSpPr>
        <p:spPr bwMode="auto">
          <a:xfrm>
            <a:off x="795338" y="2046744"/>
            <a:ext cx="7446961" cy="3388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ACTIVIDAD</a:t>
            </a:r>
            <a:r>
              <a:rPr lang="es-CO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CONTROLADORES PID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 base en los scripts disponibles en el repositorio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Genere una tabla de atributos de respuesta para las diferentes </a:t>
            </a:r>
            <a:r>
              <a:rPr lang="es-CO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K_x</a:t>
            </a:r>
            <a:r>
              <a:rPr lang="es-CO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</a:t>
            </a: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 menos </a:t>
            </a:r>
            <a:r>
              <a:rPr lang="es-CO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 k diferentes para cada controlador) 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Atributos a caracterizar: 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t_r</a:t>
            </a:r>
            <a:endParaRPr lang="es-CO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t_s</a:t>
            </a:r>
            <a:endParaRPr lang="es-CO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Sobre paso máximo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Raíces  (graficándolas)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Compare y </a:t>
            </a: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concluya</a:t>
            </a:r>
          </a:p>
        </p:txBody>
      </p:sp>
    </p:spTree>
    <p:extLst>
      <p:ext uri="{BB962C8B-B14F-4D97-AF65-F5344CB8AC3E}">
        <p14:creationId xmlns:p14="http://schemas.microsoft.com/office/powerpoint/2010/main" val="884579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8A4B3-8375-68DF-3FA5-496CD639D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 Título">
            <a:extLst>
              <a:ext uri="{FF2B5EF4-FFF2-40B4-BE49-F238E27FC236}">
                <a16:creationId xmlns:a16="http://schemas.microsoft.com/office/drawing/2014/main" id="{D6EA273E-F2BF-8D5A-267C-DF5BB77741B6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16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7AF9C561-48C0-5E59-CE2E-5D720E373A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0FFC35CC-CDFB-2E11-397D-2F658245B7D7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2" name="2 Subtítulo">
            <a:extLst>
              <a:ext uri="{FF2B5EF4-FFF2-40B4-BE49-F238E27FC236}">
                <a16:creationId xmlns:a16="http://schemas.microsoft.com/office/drawing/2014/main" id="{D06AD9C9-C8D1-4169-52CD-C295A481CF34}"/>
              </a:ext>
            </a:extLst>
          </p:cNvPr>
          <p:cNvSpPr txBox="1">
            <a:spLocks/>
          </p:cNvSpPr>
          <p:nvPr/>
        </p:nvSpPr>
        <p:spPr bwMode="auto">
          <a:xfrm>
            <a:off x="795338" y="2046744"/>
            <a:ext cx="7446961" cy="3388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 DE SINTONIZACIÓN DE CONTROLADORES PID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endParaRPr lang="es-CO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s-CO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 Empíricos, Clásicos y Basados en Respuesta Experimental</a:t>
            </a:r>
          </a:p>
        </p:txBody>
      </p:sp>
    </p:spTree>
    <p:extLst>
      <p:ext uri="{BB962C8B-B14F-4D97-AF65-F5344CB8AC3E}">
        <p14:creationId xmlns:p14="http://schemas.microsoft.com/office/powerpoint/2010/main" val="1441206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A3B9C-3BC3-9C5B-6C39-DEFB0D96C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 Título">
            <a:extLst>
              <a:ext uri="{FF2B5EF4-FFF2-40B4-BE49-F238E27FC236}">
                <a16:creationId xmlns:a16="http://schemas.microsoft.com/office/drawing/2014/main" id="{E201037E-1DA4-D08F-EF3A-F291F587B5EF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17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4C92ECC7-832C-64A2-BD0B-B82544AD5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DF890A87-059D-06BA-48EA-06373CCC5258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2" name="2 Subtítulo">
            <a:extLst>
              <a:ext uri="{FF2B5EF4-FFF2-40B4-BE49-F238E27FC236}">
                <a16:creationId xmlns:a16="http://schemas.microsoft.com/office/drawing/2014/main" id="{D7C919A1-1D65-54FE-12CB-B5F9AAAD9A1F}"/>
              </a:ext>
            </a:extLst>
          </p:cNvPr>
          <p:cNvSpPr txBox="1">
            <a:spLocks/>
          </p:cNvSpPr>
          <p:nvPr/>
        </p:nvSpPr>
        <p:spPr bwMode="auto">
          <a:xfrm>
            <a:off x="795338" y="1479184"/>
            <a:ext cx="7446961" cy="409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 DE SINTONIZACIÓN DE CONTROLADORES PID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s-CO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 Empíricos, Clásicos y Basados en Respuesta Experimental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CO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Ajuste manual: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s-CO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 inicia estableciendo las acciones integral (I) y derivativa (D) a cero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s-CO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 incrementa la acción proporcional (P) hasta que la salida del lazo comience a oscilar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s-CO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 reduce la ganancia P aproximadamente a la mitad del valor que causó la oscilación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s-CO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 aumenta la acción I hasta que el proceso alcance el tiempo de ajuste requerido (con la precaución de que un I muy alto puede causar inestabilidad)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s-CO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Finalmente, se ajusta la acción D para acelerar el lazo y alcanzar la referencia más rápido después de una variación de carga</a:t>
            </a:r>
          </a:p>
        </p:txBody>
      </p:sp>
    </p:spTree>
    <p:extLst>
      <p:ext uri="{BB962C8B-B14F-4D97-AF65-F5344CB8AC3E}">
        <p14:creationId xmlns:p14="http://schemas.microsoft.com/office/powerpoint/2010/main" val="1620504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3798A-8A82-8DE4-0B5F-2DDBA9135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 Título">
            <a:extLst>
              <a:ext uri="{FF2B5EF4-FFF2-40B4-BE49-F238E27FC236}">
                <a16:creationId xmlns:a16="http://schemas.microsoft.com/office/drawing/2014/main" id="{92321D03-824C-B16A-4204-0EF70CD36654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18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2B1BFF11-8F45-DE21-EE27-4AC731D69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E3902F97-306D-219C-7DFD-445DDA9B7DC1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2" name="2 Subtítulo">
            <a:extLst>
              <a:ext uri="{FF2B5EF4-FFF2-40B4-BE49-F238E27FC236}">
                <a16:creationId xmlns:a16="http://schemas.microsoft.com/office/drawing/2014/main" id="{C2B32DD9-7216-006A-CC76-DB7BCEFC5C53}"/>
              </a:ext>
            </a:extLst>
          </p:cNvPr>
          <p:cNvSpPr txBox="1">
            <a:spLocks/>
          </p:cNvSpPr>
          <p:nvPr/>
        </p:nvSpPr>
        <p:spPr bwMode="auto">
          <a:xfrm>
            <a:off x="795338" y="1479184"/>
            <a:ext cx="7446961" cy="409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 DE SINTONIZACIÓN DE CONTROLADORES PID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s-CO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 Empíricos, Clásicos y Basados en Respuesta Experimental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CO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 de Ziegler-Nichols (Z-N):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s-CO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s-CO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Este método heurístico, propuesto en 1942, permite calcular los parámetros del PID para obtener una respuesta rápida con poco </a:t>
            </a:r>
            <a:r>
              <a:rPr lang="es-CO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sobreimpulso</a:t>
            </a:r>
            <a:r>
              <a:rPr lang="es-CO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Existen dos métodos principales: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s-CO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 1: Lazo Abierto (Basado en Respuesta al Escalón)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s-CO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 2: Lazo Cerrado (Ganancia Límite o Crítica)</a:t>
            </a:r>
          </a:p>
        </p:txBody>
      </p:sp>
    </p:spTree>
    <p:extLst>
      <p:ext uri="{BB962C8B-B14F-4D97-AF65-F5344CB8AC3E}">
        <p14:creationId xmlns:p14="http://schemas.microsoft.com/office/powerpoint/2010/main" val="18387506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76FF4-09F3-5ADA-15C1-14C0E159F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 Título">
            <a:extLst>
              <a:ext uri="{FF2B5EF4-FFF2-40B4-BE49-F238E27FC236}">
                <a16:creationId xmlns:a16="http://schemas.microsoft.com/office/drawing/2014/main" id="{E5800FF2-D075-CB4F-38AF-3ECBEAA017A1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19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2A88A3C6-2852-FF1B-0FC4-1BA2C4C09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80DA41BA-108C-0721-74B2-5984F6C52027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2 Subtítulo">
                <a:extLst>
                  <a:ext uri="{FF2B5EF4-FFF2-40B4-BE49-F238E27FC236}">
                    <a16:creationId xmlns:a16="http://schemas.microsoft.com/office/drawing/2014/main" id="{45074FF9-681E-4807-7545-36CF86B84EDB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795338" y="1479184"/>
                <a:ext cx="7446961" cy="40912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Arial" pitchFamily="34" charset="0"/>
                    <a:ea typeface="+mn-ea"/>
                    <a:cs typeface="Arial" pitchFamily="34" charset="0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 eaLnBrk="1" fontAlgn="auto" hangingPunct="1">
                  <a:spcAft>
                    <a:spcPts val="0"/>
                  </a:spcAft>
                  <a:buNone/>
                  <a:defRPr/>
                </a:pPr>
                <a:r>
                  <a:rPr lang="es-CO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MÉTODOS DE SINTONIZACIÓN DE CONTROLADORES PID</a:t>
                </a:r>
              </a:p>
              <a:p>
                <a:pPr marL="0" indent="0" eaLnBrk="1" fontAlgn="auto" hangingPunct="1">
                  <a:spcAft>
                    <a:spcPts val="0"/>
                  </a:spcAft>
                  <a:buNone/>
                  <a:defRPr/>
                </a:pPr>
                <a:endParaRPr lang="es-CO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  <a:p>
                <a:pPr marL="0" indent="0" algn="ctr" eaLnBrk="1" fontAlgn="auto" hangingPunct="1">
                  <a:spcAft>
                    <a:spcPts val="0"/>
                  </a:spcAft>
                  <a:buNone/>
                  <a:defRPr/>
                </a:pPr>
                <a:r>
                  <a:rPr lang="es-CO" sz="2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Métodos Empíricos, Clásicos y Basados en Respuesta Experimental</a:t>
                </a:r>
              </a:p>
              <a:p>
                <a:pPr eaLnBrk="1" fontAlgn="auto" hangingPunct="1">
                  <a:spcAft>
                    <a:spcPts val="0"/>
                  </a:spcAft>
                  <a:defRPr/>
                </a:pPr>
                <a:r>
                  <a:rPr lang="es-CO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Método de Ziegler-Nichols (Z-N):</a:t>
                </a:r>
              </a:p>
              <a:p>
                <a:pPr eaLnBrk="1" fontAlgn="auto" hangingPunct="1">
                  <a:spcAft>
                    <a:spcPts val="0"/>
                  </a:spcAft>
                  <a:defRPr/>
                </a:pPr>
                <a:r>
                  <a:rPr lang="es-CO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Método 1: Lazo Abierto (Basado en Respuesta al Escalón)</a:t>
                </a:r>
              </a:p>
              <a:p>
                <a:pPr lvl="1" eaLnBrk="1" fontAlgn="auto" hangingPunct="1">
                  <a:spcAft>
                    <a:spcPts val="0"/>
                  </a:spcAft>
                  <a:defRPr/>
                </a:pPr>
                <a:r>
                  <a:rPr lang="es-CO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Se aplica una entrada tipo escalón al proceso en lazo abierto.</a:t>
                </a:r>
              </a:p>
              <a:p>
                <a:pPr lvl="1" eaLnBrk="1" fontAlgn="auto" hangingPunct="1">
                  <a:spcAft>
                    <a:spcPts val="0"/>
                  </a:spcAft>
                  <a:defRPr/>
                </a:pPr>
                <a:r>
                  <a:rPr lang="es-CO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Solo puede ser utilizado si la dinámica de la salida tiene una forma de "S" (</a:t>
                </a:r>
                <a:r>
                  <a:rPr lang="es-CO" sz="12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signoide</a:t>
                </a:r>
                <a:r>
                  <a:rPr lang="es-CO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) a cual se aproxima a un sistema de primer orden con retardo (FOPTD)</a:t>
                </a:r>
              </a:p>
              <a:p>
                <a:pPr lvl="1" eaLnBrk="1" fontAlgn="auto" hangingPunct="1">
                  <a:spcAft>
                    <a:spcPts val="0"/>
                  </a:spcAft>
                  <a:defRPr/>
                </a:pPr>
                <a:r>
                  <a:rPr lang="es-CO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Los parámetros del modelo aproximado (ganancia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sz="12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12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s-419" sz="12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s-CO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, retardo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sz="12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419" sz="12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ϒ</m:t>
                        </m:r>
                      </m:e>
                      <m:sub>
                        <m:r>
                          <a:rPr lang="es-419" sz="12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l-G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  <a:r>
                  <a:rPr lang="es-CO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y constante de tiempo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sz="12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12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s-419" sz="12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l-G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) </a:t>
                </a:r>
                <a:r>
                  <a:rPr lang="es-CO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se obtienen a partir de la curva de reacción o curva de inflexión del sistema</a:t>
                </a:r>
              </a:p>
            </p:txBody>
          </p:sp>
        </mc:Choice>
        <mc:Fallback xmlns="">
          <p:sp>
            <p:nvSpPr>
              <p:cNvPr id="2" name="2 Subtítulo">
                <a:extLst>
                  <a:ext uri="{FF2B5EF4-FFF2-40B4-BE49-F238E27FC236}">
                    <a16:creationId xmlns:a16="http://schemas.microsoft.com/office/drawing/2014/main" id="{45074FF9-681E-4807-7545-36CF86B84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5338" y="1479184"/>
                <a:ext cx="7446961" cy="4091297"/>
              </a:xfrm>
              <a:prstGeom prst="rect">
                <a:avLst/>
              </a:prstGeom>
              <a:blipFill>
                <a:blip r:embed="rId4"/>
                <a:stretch>
                  <a:fillRect l="-681" t="-92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44511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F37E9-8A93-A135-886E-EAE859029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 Título">
            <a:extLst>
              <a:ext uri="{FF2B5EF4-FFF2-40B4-BE49-F238E27FC236}">
                <a16:creationId xmlns:a16="http://schemas.microsoft.com/office/drawing/2014/main" id="{3FAEC302-C4CC-50A1-0A98-750F9BEE3884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20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AFABC408-26F5-414B-B414-363F546209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A5FC3A7A-2CF3-9268-8BEA-89A2A65AF749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EC4BCFA-3C18-93DB-4340-B2644920E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28285"/>
            <a:ext cx="7772400" cy="44014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9F405C7-10A0-7E31-FBBF-1AE597EB45C3}"/>
                  </a:ext>
                </a:extLst>
              </p:cNvPr>
              <p:cNvSpPr txBox="1"/>
              <p:nvPr/>
            </p:nvSpPr>
            <p:spPr>
              <a:xfrm>
                <a:off x="2317242" y="1339137"/>
                <a:ext cx="259330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s-CO" sz="1800" dirty="0">
                  <a:solidFill>
                    <a:srgbClr val="FFFF00"/>
                  </a:solidFill>
                </a:endParaRPr>
              </a:p>
              <a:p>
                <a:r>
                  <a:rPr lang="es-CO" sz="1800" dirty="0">
                    <a:solidFill>
                      <a:srgbClr val="FFFF00"/>
                    </a:solidFill>
                  </a:rPr>
                  <a:t>constante de tiempo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sz="1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1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s-419" sz="1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s-CO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9F405C7-10A0-7E31-FBBF-1AE597EB4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7242" y="1339137"/>
                <a:ext cx="2593306" cy="646331"/>
              </a:xfrm>
              <a:prstGeom prst="rect">
                <a:avLst/>
              </a:prstGeom>
              <a:blipFill>
                <a:blip r:embed="rId4"/>
                <a:stretch>
                  <a:fillRect l="-1951" b="-1538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Elipse 8">
            <a:extLst>
              <a:ext uri="{FF2B5EF4-FFF2-40B4-BE49-F238E27FC236}">
                <a16:creationId xmlns:a16="http://schemas.microsoft.com/office/drawing/2014/main" id="{8F021E61-192C-775F-8A00-E3FECCDF5FBC}"/>
              </a:ext>
            </a:extLst>
          </p:cNvPr>
          <p:cNvSpPr/>
          <p:nvPr/>
        </p:nvSpPr>
        <p:spPr>
          <a:xfrm>
            <a:off x="1135464" y="5235191"/>
            <a:ext cx="291402" cy="30145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6DAF013F-20B9-2B98-20AD-3B6AD61C1CF0}"/>
              </a:ext>
            </a:extLst>
          </p:cNvPr>
          <p:cNvSpPr/>
          <p:nvPr/>
        </p:nvSpPr>
        <p:spPr>
          <a:xfrm>
            <a:off x="3136757" y="2011338"/>
            <a:ext cx="291402" cy="30145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F822BF6D-307F-747A-05D0-95297798CFBB}"/>
              </a:ext>
            </a:extLst>
          </p:cNvPr>
          <p:cNvSpPr/>
          <p:nvPr/>
        </p:nvSpPr>
        <p:spPr>
          <a:xfrm>
            <a:off x="5347395" y="2001294"/>
            <a:ext cx="291402" cy="30145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D1E00C9-A69A-180A-2075-BA97BDD55EF1}"/>
              </a:ext>
            </a:extLst>
          </p:cNvPr>
          <p:cNvSpPr txBox="1"/>
          <p:nvPr/>
        </p:nvSpPr>
        <p:spPr>
          <a:xfrm>
            <a:off x="1230074" y="3591876"/>
            <a:ext cx="4642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800" dirty="0">
                <a:solidFill>
                  <a:srgbClr val="FFFF00"/>
                </a:solidFill>
              </a:rPr>
              <a:t>curva de inflexión del sistema</a:t>
            </a:r>
            <a:endParaRPr lang="es-CO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E7B8E45F-0433-D68D-7A25-82DBB6E8C50F}"/>
                  </a:ext>
                </a:extLst>
              </p:cNvPr>
              <p:cNvSpPr txBox="1"/>
              <p:nvPr/>
            </p:nvSpPr>
            <p:spPr>
              <a:xfrm>
                <a:off x="5530106" y="1714446"/>
                <a:ext cx="46423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800" dirty="0">
                    <a:solidFill>
                      <a:srgbClr val="FFFF00"/>
                    </a:solidFill>
                  </a:rPr>
                  <a:t>ganancia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sz="1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1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s-419" sz="1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s-CO" sz="1800" dirty="0">
                    <a:solidFill>
                      <a:srgbClr val="FFFF00"/>
                    </a:solidFill>
                  </a:rPr>
                  <a:t> </a:t>
                </a:r>
                <a:endParaRPr lang="es-CO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E7B8E45F-0433-D68D-7A25-82DBB6E8C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0106" y="1714446"/>
                <a:ext cx="4642338" cy="369332"/>
              </a:xfrm>
              <a:prstGeom prst="rect">
                <a:avLst/>
              </a:prstGeom>
              <a:blipFill>
                <a:blip r:embed="rId5"/>
                <a:stretch>
                  <a:fillRect l="-1090" t="-6452" b="-2258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76EBF0A2-375D-708A-B171-34B7F001251C}"/>
                  </a:ext>
                </a:extLst>
              </p:cNvPr>
              <p:cNvSpPr txBox="1"/>
              <p:nvPr/>
            </p:nvSpPr>
            <p:spPr>
              <a:xfrm>
                <a:off x="971329" y="4797121"/>
                <a:ext cx="51598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800" dirty="0">
                    <a:solidFill>
                      <a:srgbClr val="FFFF00"/>
                    </a:solidFill>
                  </a:rPr>
                  <a:t>retardo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sz="1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1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419" sz="1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l-GR" sz="1800" dirty="0">
                    <a:solidFill>
                      <a:srgbClr val="FFFF00"/>
                    </a:solidFill>
                  </a:rPr>
                  <a:t> </a:t>
                </a:r>
                <a:endParaRPr lang="es-419" sz="18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76EBF0A2-375D-708A-B171-34B7F0012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329" y="4797121"/>
                <a:ext cx="5159828" cy="369332"/>
              </a:xfrm>
              <a:prstGeom prst="rect">
                <a:avLst/>
              </a:prstGeom>
              <a:blipFill>
                <a:blip r:embed="rId6"/>
                <a:stretch>
                  <a:fillRect l="-983" t="-6452" b="-2258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03535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48473-6C77-27DC-3604-FA6E1371A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 Título">
            <a:extLst>
              <a:ext uri="{FF2B5EF4-FFF2-40B4-BE49-F238E27FC236}">
                <a16:creationId xmlns:a16="http://schemas.microsoft.com/office/drawing/2014/main" id="{69626540-79CC-5DBB-D872-18D58F202673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21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4BD021C2-401A-8823-D0D1-3CD1D6551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9F527356-7EF5-AAF8-3F03-9B41C480B4AB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2" name="2 Subtítulo">
            <a:extLst>
              <a:ext uri="{FF2B5EF4-FFF2-40B4-BE49-F238E27FC236}">
                <a16:creationId xmlns:a16="http://schemas.microsoft.com/office/drawing/2014/main" id="{AB3C0489-49E2-BA95-EE96-482EDAAD1050}"/>
              </a:ext>
            </a:extLst>
          </p:cNvPr>
          <p:cNvSpPr txBox="1">
            <a:spLocks/>
          </p:cNvSpPr>
          <p:nvPr/>
        </p:nvSpPr>
        <p:spPr bwMode="auto">
          <a:xfrm>
            <a:off x="795338" y="1479184"/>
            <a:ext cx="7446961" cy="409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 DE SINTONIZACIÓN DE CONTROLADORES PID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s-CO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 Empíricos, Clásicos y Basados en Respuesta Experimental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CO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 de Ziegler-Nichols (Z-N):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s-CO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34857A0D-6262-1789-1D2C-A537032F403F}"/>
                  </a:ext>
                </a:extLst>
              </p:cNvPr>
              <p:cNvSpPr txBox="1"/>
              <p:nvPr/>
            </p:nvSpPr>
            <p:spPr>
              <a:xfrm>
                <a:off x="3233268" y="3429000"/>
                <a:ext cx="2677464" cy="12060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36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s-419" sz="3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s-419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419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36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s-419" sz="3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s-419" sz="3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s-419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sz="3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419" sz="3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419" sz="3600" b="0" i="1" smtClean="0">
                                  <a:latin typeface="Cambria Math" panose="02040503050406030204" pitchFamily="18" charset="0"/>
                                </a:rPr>
                                <m:t>𝐿𝑠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s-419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36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s-419" sz="3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s-419" sz="3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419" sz="3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s-CO" sz="3600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34857A0D-6262-1789-1D2C-A537032F40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3268" y="3429000"/>
                <a:ext cx="2677464" cy="1206099"/>
              </a:xfrm>
              <a:prstGeom prst="rect">
                <a:avLst/>
              </a:prstGeom>
              <a:blipFill>
                <a:blip r:embed="rId3"/>
                <a:stretch>
                  <a:fillRect l="-3302" t="-3158" r="-2830" b="-736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00" name="Picture 4" descr="16_Articulo Carolina Martínez Quintero">
            <a:extLst>
              <a:ext uri="{FF2B5EF4-FFF2-40B4-BE49-F238E27FC236}">
                <a16:creationId xmlns:a16="http://schemas.microsoft.com/office/drawing/2014/main" id="{1750D406-2CD9-5A1C-AA5A-6EA8A88F6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350" y="4679642"/>
            <a:ext cx="37973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07008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CC6E3-FD31-2B41-E34C-49C957898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 Título">
            <a:extLst>
              <a:ext uri="{FF2B5EF4-FFF2-40B4-BE49-F238E27FC236}">
                <a16:creationId xmlns:a16="http://schemas.microsoft.com/office/drawing/2014/main" id="{00CF3AA0-B3FF-1D53-ADAB-A70C0BC8D5FD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22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1928F58A-B37E-5091-89CD-B2DC54481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C0B35017-4111-C081-AB10-77DE93444731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2" name="2 Subtítulo">
            <a:extLst>
              <a:ext uri="{FF2B5EF4-FFF2-40B4-BE49-F238E27FC236}">
                <a16:creationId xmlns:a16="http://schemas.microsoft.com/office/drawing/2014/main" id="{280D7C2D-62EE-4842-9882-2D290B698531}"/>
              </a:ext>
            </a:extLst>
          </p:cNvPr>
          <p:cNvSpPr txBox="1">
            <a:spLocks/>
          </p:cNvSpPr>
          <p:nvPr/>
        </p:nvSpPr>
        <p:spPr bwMode="auto">
          <a:xfrm>
            <a:off x="795338" y="1479184"/>
            <a:ext cx="7446961" cy="409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 DE SINTONIZACIÓN DE CONTROLADORES PID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s-CO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 Empíricos, Clásicos y Basados en Respuesta Experimental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CO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 de Ziegler-Nichols (Z-N):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s-CO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8792A2ED-7A7E-B49A-8252-DF99708A6F82}"/>
                  </a:ext>
                </a:extLst>
              </p:cNvPr>
              <p:cNvSpPr txBox="1"/>
              <p:nvPr/>
            </p:nvSpPr>
            <p:spPr>
              <a:xfrm>
                <a:off x="3233268" y="3429000"/>
                <a:ext cx="2835007" cy="11288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36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s-419" sz="3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s-419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3600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  <m:sSup>
                            <m:sSupPr>
                              <m:ctrlPr>
                                <a:rPr lang="es-419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sz="3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419" sz="3600" b="0" i="1" smtClean="0">
                                  <a:latin typeface="Cambria Math" panose="02040503050406030204" pitchFamily="18" charset="0"/>
                                </a:rPr>
                                <m:t>−0.5</m:t>
                              </m:r>
                              <m:r>
                                <a:rPr lang="es-419" sz="3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</m:num>
                        <m:den>
                          <m:r>
                            <a:rPr lang="es-419" sz="3600" b="0" i="1" smtClean="0">
                              <a:latin typeface="Cambria Math" panose="02040503050406030204" pitchFamily="18" charset="0"/>
                            </a:rPr>
                            <m:t>5.5</m:t>
                          </m:r>
                          <m:r>
                            <a:rPr lang="es-419" sz="3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419" sz="3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s-CO" sz="3600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8792A2ED-7A7E-B49A-8252-DF99708A6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3268" y="3429000"/>
                <a:ext cx="2835007" cy="1128835"/>
              </a:xfrm>
              <a:prstGeom prst="rect">
                <a:avLst/>
              </a:prstGeom>
              <a:blipFill>
                <a:blip r:embed="rId3"/>
                <a:stretch>
                  <a:fillRect l="-3125" t="-2222" r="-3125" b="-1111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4" descr="16_Articulo Carolina Martínez Quintero">
            <a:extLst>
              <a:ext uri="{FF2B5EF4-FFF2-40B4-BE49-F238E27FC236}">
                <a16:creationId xmlns:a16="http://schemas.microsoft.com/office/drawing/2014/main" id="{380E4104-A079-8919-8E73-24E7BA956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350" y="4679642"/>
            <a:ext cx="37973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2709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6D0C4-3DE8-FC15-FE45-6B4153894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 Título">
            <a:extLst>
              <a:ext uri="{FF2B5EF4-FFF2-40B4-BE49-F238E27FC236}">
                <a16:creationId xmlns:a16="http://schemas.microsoft.com/office/drawing/2014/main" id="{DBBA2A39-7469-A89E-5A50-682B4419A56D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23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127C0248-CC45-C78D-6863-B383CDBD0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F77671D5-FDBB-852B-2C4C-011505CD167F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2" name="2 Subtítulo">
            <a:extLst>
              <a:ext uri="{FF2B5EF4-FFF2-40B4-BE49-F238E27FC236}">
                <a16:creationId xmlns:a16="http://schemas.microsoft.com/office/drawing/2014/main" id="{18A8735E-B435-220C-ABF4-E917FD6B4B72}"/>
              </a:ext>
            </a:extLst>
          </p:cNvPr>
          <p:cNvSpPr txBox="1">
            <a:spLocks/>
          </p:cNvSpPr>
          <p:nvPr/>
        </p:nvSpPr>
        <p:spPr bwMode="auto">
          <a:xfrm>
            <a:off x="795338" y="1479184"/>
            <a:ext cx="7446961" cy="409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 DE SINTONIZACIÓN DE CONTROLADORES PID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s-CO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 Empíricos, Clásicos y Basados en Respuesta Experimental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CO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 de Ziegler-Nichols (Z-N):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s-CO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" name="Picture 4" descr="16_Articulo Carolina Martínez Quintero">
            <a:extLst>
              <a:ext uri="{FF2B5EF4-FFF2-40B4-BE49-F238E27FC236}">
                <a16:creationId xmlns:a16="http://schemas.microsoft.com/office/drawing/2014/main" id="{B4758372-A3B6-A683-042A-83DAB2908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350" y="4679642"/>
            <a:ext cx="37973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46555045-0E8D-36D0-A724-A4BEC1AE0447}"/>
                  </a:ext>
                </a:extLst>
              </p:cNvPr>
              <p:cNvSpPr txBox="1"/>
              <p:nvPr/>
            </p:nvSpPr>
            <p:spPr>
              <a:xfrm>
                <a:off x="990400" y="3436881"/>
                <a:ext cx="2835007" cy="11288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36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s-419" sz="3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s-419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3600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  <m:sSup>
                            <m:sSupPr>
                              <m:ctrlPr>
                                <a:rPr lang="es-419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sz="3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419" sz="3600" b="0" i="1" smtClean="0">
                                  <a:latin typeface="Cambria Math" panose="02040503050406030204" pitchFamily="18" charset="0"/>
                                </a:rPr>
                                <m:t>−0.5</m:t>
                              </m:r>
                              <m:r>
                                <a:rPr lang="es-419" sz="3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</m:num>
                        <m:den>
                          <m:r>
                            <a:rPr lang="es-419" sz="3600" b="0" i="1" smtClean="0">
                              <a:latin typeface="Cambria Math" panose="02040503050406030204" pitchFamily="18" charset="0"/>
                            </a:rPr>
                            <m:t>5.5</m:t>
                          </m:r>
                          <m:r>
                            <a:rPr lang="es-419" sz="3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419" sz="3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s-CO" sz="3600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46555045-0E8D-36D0-A724-A4BEC1AE0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400" y="3436881"/>
                <a:ext cx="2835007" cy="11288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DFDC2B46-548F-7001-2280-4FD43BB197BC}"/>
                  </a:ext>
                </a:extLst>
              </p:cNvPr>
              <p:cNvSpPr txBox="1"/>
              <p:nvPr/>
            </p:nvSpPr>
            <p:spPr>
              <a:xfrm>
                <a:off x="4717011" y="3230954"/>
                <a:ext cx="2862066" cy="11106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3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ES" sz="3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s-ES" sz="3600" b="0" i="1" smtClean="0">
                          <a:latin typeface="Cambria Math" panose="02040503050406030204" pitchFamily="18" charset="0"/>
                        </a:rPr>
                        <m:t>=1,2∗</m:t>
                      </m:r>
                      <m:f>
                        <m:fPr>
                          <m:ctrlPr>
                            <a:rPr lang="es-E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3600" b="0" i="1" smtClean="0">
                              <a:latin typeface="Cambria Math" panose="02040503050406030204" pitchFamily="18" charset="0"/>
                            </a:rPr>
                            <m:t>5,5</m:t>
                          </m:r>
                        </m:num>
                        <m:den>
                          <m:r>
                            <a:rPr lang="es-ES" sz="3600" b="0" i="1" smtClean="0">
                              <a:latin typeface="Cambria Math" panose="02040503050406030204" pitchFamily="18" charset="0"/>
                            </a:rPr>
                            <m:t>0,5</m:t>
                          </m:r>
                        </m:den>
                      </m:f>
                    </m:oMath>
                  </m:oMathPara>
                </a14:m>
                <a:endParaRPr lang="es-CO" sz="3600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DFDC2B46-548F-7001-2280-4FD43BB19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7011" y="3230954"/>
                <a:ext cx="2862066" cy="11106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27480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3F418-02F9-761B-0D15-5CAECCBEB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 Título">
            <a:extLst>
              <a:ext uri="{FF2B5EF4-FFF2-40B4-BE49-F238E27FC236}">
                <a16:creationId xmlns:a16="http://schemas.microsoft.com/office/drawing/2014/main" id="{1BF5CBD4-31D0-7A47-5E22-9215620D4D23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24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49D8D7C1-BACA-390A-DEE7-80993CA61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F0FCE3FA-AD42-C188-91BE-A319C1376714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2" name="2 Subtítulo">
            <a:extLst>
              <a:ext uri="{FF2B5EF4-FFF2-40B4-BE49-F238E27FC236}">
                <a16:creationId xmlns:a16="http://schemas.microsoft.com/office/drawing/2014/main" id="{6D714091-AFF6-87AD-4A9B-4DE26371C12C}"/>
              </a:ext>
            </a:extLst>
          </p:cNvPr>
          <p:cNvSpPr txBox="1">
            <a:spLocks/>
          </p:cNvSpPr>
          <p:nvPr/>
        </p:nvSpPr>
        <p:spPr bwMode="auto">
          <a:xfrm>
            <a:off x="795338" y="1479184"/>
            <a:ext cx="7446961" cy="409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 DE SINTONIZACIÓN DE CONTROLADORES PID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s-CO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 Empíricos, Clásicos y Basados en Respuesta Experimental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CO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 de Ziegler-Nichols (Z-N):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s-CO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" name="Picture 4" descr="16_Articulo Carolina Martínez Quintero">
            <a:extLst>
              <a:ext uri="{FF2B5EF4-FFF2-40B4-BE49-F238E27FC236}">
                <a16:creationId xmlns:a16="http://schemas.microsoft.com/office/drawing/2014/main" id="{E3CAD94D-B69B-BEC9-F81D-3C6389162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350" y="4679642"/>
            <a:ext cx="37973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EDC2FA8-4CD5-AC55-C2A0-4F9AC76CABE2}"/>
                  </a:ext>
                </a:extLst>
              </p:cNvPr>
              <p:cNvSpPr txBox="1"/>
              <p:nvPr/>
            </p:nvSpPr>
            <p:spPr>
              <a:xfrm>
                <a:off x="990400" y="3436881"/>
                <a:ext cx="2835007" cy="11288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36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s-419" sz="3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s-419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3600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  <m:sSup>
                            <m:sSupPr>
                              <m:ctrlPr>
                                <a:rPr lang="es-419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sz="3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419" sz="3600" b="0" i="1" smtClean="0">
                                  <a:latin typeface="Cambria Math" panose="02040503050406030204" pitchFamily="18" charset="0"/>
                                </a:rPr>
                                <m:t>−0.5</m:t>
                              </m:r>
                              <m:r>
                                <a:rPr lang="es-419" sz="3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</m:num>
                        <m:den>
                          <m:r>
                            <a:rPr lang="es-419" sz="3600" b="0" i="1" smtClean="0">
                              <a:latin typeface="Cambria Math" panose="02040503050406030204" pitchFamily="18" charset="0"/>
                            </a:rPr>
                            <m:t>5.5</m:t>
                          </m:r>
                          <m:r>
                            <a:rPr lang="es-419" sz="3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419" sz="3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s-CO" sz="3600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EDC2FA8-4CD5-AC55-C2A0-4F9AC76CA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400" y="3436881"/>
                <a:ext cx="2835007" cy="11288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C6D7B8FC-3722-03B0-4E53-7B1B19A843DF}"/>
                  </a:ext>
                </a:extLst>
              </p:cNvPr>
              <p:cNvSpPr txBox="1"/>
              <p:nvPr/>
            </p:nvSpPr>
            <p:spPr>
              <a:xfrm>
                <a:off x="4708384" y="3683346"/>
                <a:ext cx="236635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3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ES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ES" sz="3600" b="0" i="1" smtClean="0">
                          <a:latin typeface="Cambria Math" panose="02040503050406030204" pitchFamily="18" charset="0"/>
                        </a:rPr>
                        <m:t>=2∗0,5</m:t>
                      </m:r>
                    </m:oMath>
                  </m:oMathPara>
                </a14:m>
                <a:endParaRPr lang="es-CO" sz="3600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C6D7B8FC-3722-03B0-4E53-7B1B19A84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8384" y="3683346"/>
                <a:ext cx="2366353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04108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8A79A-3FE6-3BA0-38A4-76E8B94E6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>
            <a:extLst>
              <a:ext uri="{FF2B5EF4-FFF2-40B4-BE49-F238E27FC236}">
                <a16:creationId xmlns:a16="http://schemas.microsoft.com/office/drawing/2014/main" id="{302376D0-AFA2-DDA8-3787-4DF26DAEC53B}"/>
              </a:ext>
            </a:extLst>
          </p:cNvPr>
          <p:cNvSpPr txBox="1">
            <a:spLocks/>
          </p:cNvSpPr>
          <p:nvPr/>
        </p:nvSpPr>
        <p:spPr bwMode="auto">
          <a:xfrm>
            <a:off x="795338" y="1479184"/>
            <a:ext cx="7446961" cy="409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 DE SINTONIZACIÓN DE CONTROLADORES PID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s-CO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 Empíricos, Clásicos y Basados en Respuesta Experimental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CO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 de Ziegler-Nichols (Z-N):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s-CO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15FA4C49-B1DE-4900-9A7E-EFFC1B406D55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25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CB5ACD1A-7F30-1002-B465-2D6C6EE587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8D71E76D-DBE0-A863-84BC-6304556D5225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514C47BC-C5F0-DB22-7A83-6CEA9B80BA28}"/>
                  </a:ext>
                </a:extLst>
              </p:cNvPr>
              <p:cNvSpPr txBox="1"/>
              <p:nvPr/>
            </p:nvSpPr>
            <p:spPr>
              <a:xfrm>
                <a:off x="990400" y="3436881"/>
                <a:ext cx="2835007" cy="11288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36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s-419" sz="3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s-419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3600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  <m:sSup>
                            <m:sSupPr>
                              <m:ctrlPr>
                                <a:rPr lang="es-419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sz="3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419" sz="3600" b="0" i="1" smtClean="0">
                                  <a:latin typeface="Cambria Math" panose="02040503050406030204" pitchFamily="18" charset="0"/>
                                </a:rPr>
                                <m:t>−0.5</m:t>
                              </m:r>
                              <m:r>
                                <a:rPr lang="es-419" sz="3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</m:num>
                        <m:den>
                          <m:r>
                            <a:rPr lang="es-419" sz="3600" b="0" i="1" smtClean="0">
                              <a:latin typeface="Cambria Math" panose="02040503050406030204" pitchFamily="18" charset="0"/>
                            </a:rPr>
                            <m:t>5.5</m:t>
                          </m:r>
                          <m:r>
                            <a:rPr lang="es-419" sz="3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419" sz="3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s-CO" sz="3600" dirty="0"/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514C47BC-C5F0-DB22-7A83-6CEA9B80B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400" y="3436881"/>
                <a:ext cx="2835007" cy="11288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80C5AB12-21EF-85AC-597D-081FC22559FB}"/>
                  </a:ext>
                </a:extLst>
              </p:cNvPr>
              <p:cNvSpPr txBox="1"/>
              <p:nvPr/>
            </p:nvSpPr>
            <p:spPr>
              <a:xfrm>
                <a:off x="4708384" y="3488997"/>
                <a:ext cx="281121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3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ES" sz="3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s-ES" sz="3600" b="0" i="1" smtClean="0">
                          <a:latin typeface="Cambria Math" panose="02040503050406030204" pitchFamily="18" charset="0"/>
                        </a:rPr>
                        <m:t>=0,5∗0,5</m:t>
                      </m:r>
                    </m:oMath>
                  </m:oMathPara>
                </a14:m>
                <a:endParaRPr lang="es-CO" sz="3600" dirty="0"/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80C5AB12-21EF-85AC-597D-081FC2255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8384" y="3488997"/>
                <a:ext cx="2811219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4" descr="16_Articulo Carolina Martínez Quintero">
            <a:extLst>
              <a:ext uri="{FF2B5EF4-FFF2-40B4-BE49-F238E27FC236}">
                <a16:creationId xmlns:a16="http://schemas.microsoft.com/office/drawing/2014/main" id="{60411D06-6411-D2DA-3AFC-7C132C94E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350" y="4679642"/>
            <a:ext cx="37973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99369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3BAAA-6DC8-C880-9DD8-2512350BA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 Título">
            <a:extLst>
              <a:ext uri="{FF2B5EF4-FFF2-40B4-BE49-F238E27FC236}">
                <a16:creationId xmlns:a16="http://schemas.microsoft.com/office/drawing/2014/main" id="{9948FBD5-4969-62BE-F940-5DD9840958F7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26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2EF4928E-E7E1-35A8-8995-A8177FF04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E73CAB06-4EF4-E9F8-3C02-40FE1CEBCA8E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2" name="2 Subtítulo">
            <a:extLst>
              <a:ext uri="{FF2B5EF4-FFF2-40B4-BE49-F238E27FC236}">
                <a16:creationId xmlns:a16="http://schemas.microsoft.com/office/drawing/2014/main" id="{05D5EEFA-0BB9-09B7-DE16-04506B7794A9}"/>
              </a:ext>
            </a:extLst>
          </p:cNvPr>
          <p:cNvSpPr txBox="1">
            <a:spLocks/>
          </p:cNvSpPr>
          <p:nvPr/>
        </p:nvSpPr>
        <p:spPr bwMode="auto">
          <a:xfrm>
            <a:off x="795338" y="1479184"/>
            <a:ext cx="7446961" cy="409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 DE SINTONIZACIÓN DE CONTROLADORES PID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s-CO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 Empíricos, Clásicos y Basados en Respuesta Experimental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CO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 de Ziegler-Nichols (Z-N):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s-CO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8089A00-5FE4-CCFA-AC5A-6B35E5C36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8768" y="3286664"/>
            <a:ext cx="3592636" cy="269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6799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E6567-93C7-1B4F-4FAF-ADE5AE4E3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 Título">
            <a:extLst>
              <a:ext uri="{FF2B5EF4-FFF2-40B4-BE49-F238E27FC236}">
                <a16:creationId xmlns:a16="http://schemas.microsoft.com/office/drawing/2014/main" id="{FA391DAE-D014-6EB6-0AAA-C4EBDDC57A2D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27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6E708A14-81F8-3470-2C5D-6B2E40505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953DFFC8-EFAE-962B-713A-076DFF70554C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2" name="2 Subtítulo">
            <a:extLst>
              <a:ext uri="{FF2B5EF4-FFF2-40B4-BE49-F238E27FC236}">
                <a16:creationId xmlns:a16="http://schemas.microsoft.com/office/drawing/2014/main" id="{991676F8-55E7-DB15-5EC3-A63315B3E9C9}"/>
              </a:ext>
            </a:extLst>
          </p:cNvPr>
          <p:cNvSpPr txBox="1">
            <a:spLocks/>
          </p:cNvSpPr>
          <p:nvPr/>
        </p:nvSpPr>
        <p:spPr bwMode="auto">
          <a:xfrm>
            <a:off x="795338" y="1479184"/>
            <a:ext cx="7446961" cy="409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 DE SINTONIZACIÓN DE CONTROLADORES PID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s-CO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 Empíricos, Clásicos y Basados en Respuesta Experimental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CO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 de Ziegler-Nichols (Z-N):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s-CO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BDC0058-8F91-E2AC-BB1E-3160667CA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2457" y="3280237"/>
            <a:ext cx="4012721" cy="300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1757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989EA-471D-4EF4-3414-7876FF42B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 Título">
            <a:extLst>
              <a:ext uri="{FF2B5EF4-FFF2-40B4-BE49-F238E27FC236}">
                <a16:creationId xmlns:a16="http://schemas.microsoft.com/office/drawing/2014/main" id="{FA64C5A6-5D58-EC48-782E-0F6BB7B4880C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28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BFDF7950-7B5D-44C3-DAAA-18C43AA85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010C92CC-B806-2229-453F-A2BA2E84147B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4" name="2 Subtítulo">
            <a:extLst>
              <a:ext uri="{FF2B5EF4-FFF2-40B4-BE49-F238E27FC236}">
                <a16:creationId xmlns:a16="http://schemas.microsoft.com/office/drawing/2014/main" id="{13BB5165-FBB9-8294-61D1-0FCB7E9189EE}"/>
              </a:ext>
            </a:extLst>
          </p:cNvPr>
          <p:cNvSpPr txBox="1">
            <a:spLocks/>
          </p:cNvSpPr>
          <p:nvPr/>
        </p:nvSpPr>
        <p:spPr bwMode="auto">
          <a:xfrm>
            <a:off x="795338" y="1479184"/>
            <a:ext cx="7446961" cy="409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 DE SINTONIZACIÓN DE CONTROLADORES PID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s-CO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 Empíricos, Clásicos y Basados en Respuesta Experimental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CO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 de Ziegler-Nichols (Z-N):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s-CO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9A2B9FB-5DA4-F639-2AF6-7D7524DDB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1" y="3429000"/>
            <a:ext cx="4055854" cy="304189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058881A0-5D1C-F9C6-A9E4-10D9F7BCDC4A}"/>
                  </a:ext>
                </a:extLst>
              </p:cNvPr>
              <p:cNvSpPr txBox="1"/>
              <p:nvPr/>
            </p:nvSpPr>
            <p:spPr>
              <a:xfrm>
                <a:off x="5063918" y="3902707"/>
                <a:ext cx="2835007" cy="11701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36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s-419" sz="3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s-419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3600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  <m:sSup>
                            <m:sSupPr>
                              <m:ctrlPr>
                                <a:rPr lang="es-419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sz="3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419" sz="3600" b="0" i="1" smtClean="0">
                                  <a:latin typeface="Cambria Math" panose="02040503050406030204" pitchFamily="18" charset="0"/>
                                </a:rPr>
                                <m:t>−0.</m:t>
                              </m:r>
                              <m:r>
                                <a:rPr lang="es-ES" sz="36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r>
                                <a:rPr lang="es-419" sz="3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</m:num>
                        <m:den>
                          <m:r>
                            <a:rPr lang="es-ES" sz="3600" b="0" i="1" smtClean="0">
                              <a:latin typeface="Cambria Math" panose="02040503050406030204" pitchFamily="18" charset="0"/>
                            </a:rPr>
                            <m:t>2,8</m:t>
                          </m:r>
                          <m:r>
                            <a:rPr lang="es-419" sz="3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419" sz="36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s-CO" sz="3600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058881A0-5D1C-F9C6-A9E4-10D9F7BCD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3918" y="3902707"/>
                <a:ext cx="2835007" cy="11701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47481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70C3D-6FDD-345E-EB5A-5FD9B798D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 Título">
            <a:extLst>
              <a:ext uri="{FF2B5EF4-FFF2-40B4-BE49-F238E27FC236}">
                <a16:creationId xmlns:a16="http://schemas.microsoft.com/office/drawing/2014/main" id="{D0C7E204-6B4D-5DCD-1F20-A06FB1CE361A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29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02B8998A-6F3E-874C-0B00-00F75D25C2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D0311E5A-C07E-8961-99A2-5BAD4196FD96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2" name="2 Subtítulo">
            <a:extLst>
              <a:ext uri="{FF2B5EF4-FFF2-40B4-BE49-F238E27FC236}">
                <a16:creationId xmlns:a16="http://schemas.microsoft.com/office/drawing/2014/main" id="{53C1EDD2-5185-EDCA-2D6E-602DE742117D}"/>
              </a:ext>
            </a:extLst>
          </p:cNvPr>
          <p:cNvSpPr txBox="1">
            <a:spLocks/>
          </p:cNvSpPr>
          <p:nvPr/>
        </p:nvSpPr>
        <p:spPr bwMode="auto">
          <a:xfrm>
            <a:off x="795338" y="1479184"/>
            <a:ext cx="7446961" cy="4091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 DE SINTONIZACIÓN DE CONTROLADORES PID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s-CO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 Empíricos, Clásicos y Basados en Respuesta Experimental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CO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 de Ziegler-Nichols (Z-N):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s-CO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1FEBB96D-A39F-B9B1-AEBE-B949CD065130}"/>
                  </a:ext>
                </a:extLst>
              </p:cNvPr>
              <p:cNvSpPr txBox="1"/>
              <p:nvPr/>
            </p:nvSpPr>
            <p:spPr>
              <a:xfrm>
                <a:off x="901701" y="4026758"/>
                <a:ext cx="2862066" cy="11106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3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ES" sz="3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s-ES" sz="3600" b="0" i="1" smtClean="0">
                          <a:latin typeface="Cambria Math" panose="02040503050406030204" pitchFamily="18" charset="0"/>
                        </a:rPr>
                        <m:t>=1,2∗</m:t>
                      </m:r>
                      <m:f>
                        <m:fPr>
                          <m:ctrlPr>
                            <a:rPr lang="es-E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3600" b="0" i="1" smtClean="0">
                              <a:latin typeface="Cambria Math" panose="02040503050406030204" pitchFamily="18" charset="0"/>
                            </a:rPr>
                            <m:t>2,8</m:t>
                          </m:r>
                        </m:num>
                        <m:den>
                          <m:r>
                            <a:rPr lang="es-ES" sz="3600" b="0" i="1" smtClean="0">
                              <a:latin typeface="Cambria Math" panose="02040503050406030204" pitchFamily="18" charset="0"/>
                            </a:rPr>
                            <m:t>0,9</m:t>
                          </m:r>
                        </m:den>
                      </m:f>
                    </m:oMath>
                  </m:oMathPara>
                </a14:m>
                <a:endParaRPr lang="es-CO" sz="3600" dirty="0"/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1FEBB96D-A39F-B9B1-AEBE-B949CD065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701" y="4026758"/>
                <a:ext cx="2862066" cy="11106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0DC1F23-53B3-8B39-7B7D-597E0BFBD26B}"/>
                  </a:ext>
                </a:extLst>
              </p:cNvPr>
              <p:cNvSpPr txBox="1"/>
              <p:nvPr/>
            </p:nvSpPr>
            <p:spPr>
              <a:xfrm>
                <a:off x="5225969" y="3749759"/>
                <a:ext cx="236635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3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ES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ES" sz="3600" b="0" i="1" smtClean="0">
                          <a:latin typeface="Cambria Math" panose="02040503050406030204" pitchFamily="18" charset="0"/>
                        </a:rPr>
                        <m:t>=2∗0,9</m:t>
                      </m:r>
                    </m:oMath>
                  </m:oMathPara>
                </a14:m>
                <a:endParaRPr lang="es-CO" sz="3600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0DC1F23-53B3-8B39-7B7D-597E0BFBD2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5969" y="3749759"/>
                <a:ext cx="2366353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B3715B9D-EC4C-5268-5630-8ACED291D31D}"/>
                  </a:ext>
                </a:extLst>
              </p:cNvPr>
              <p:cNvSpPr txBox="1"/>
              <p:nvPr/>
            </p:nvSpPr>
            <p:spPr>
              <a:xfrm>
                <a:off x="5003535" y="4469056"/>
                <a:ext cx="281121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3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ES" sz="3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s-ES" sz="3600" b="0" i="1" smtClean="0">
                          <a:latin typeface="Cambria Math" panose="02040503050406030204" pitchFamily="18" charset="0"/>
                        </a:rPr>
                        <m:t>=0,5∗0,9</m:t>
                      </m:r>
                    </m:oMath>
                  </m:oMathPara>
                </a14:m>
                <a:endParaRPr lang="es-CO" sz="3600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B3715B9D-EC4C-5268-5630-8ACED291D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535" y="4469056"/>
                <a:ext cx="2811219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22071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70C3D-6FDD-345E-EB5A-5FD9B798D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 Título">
            <a:extLst>
              <a:ext uri="{FF2B5EF4-FFF2-40B4-BE49-F238E27FC236}">
                <a16:creationId xmlns:a16="http://schemas.microsoft.com/office/drawing/2014/main" id="{D0C7E204-6B4D-5DCD-1F20-A06FB1CE361A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30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02B8998A-6F3E-874C-0B00-00F75D25C2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D0311E5A-C07E-8961-99A2-5BAD4196FD96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8FC57C3-EA28-2907-DF16-CAD827338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211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14CDA-2068-42CB-A39D-4CEB762A5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 Título">
            <a:extLst>
              <a:ext uri="{FF2B5EF4-FFF2-40B4-BE49-F238E27FC236}">
                <a16:creationId xmlns:a16="http://schemas.microsoft.com/office/drawing/2014/main" id="{219FF730-CC58-350A-E4EC-0DCD5994825A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31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967586CF-77BE-3378-108A-EF23303275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E6BED67F-6051-6BB2-4F75-7DE1A711841F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2" name="2 Subtítulo">
            <a:extLst>
              <a:ext uri="{FF2B5EF4-FFF2-40B4-BE49-F238E27FC236}">
                <a16:creationId xmlns:a16="http://schemas.microsoft.com/office/drawing/2014/main" id="{14EA4A13-ADDF-33F2-C1D6-9434D22E429C}"/>
              </a:ext>
            </a:extLst>
          </p:cNvPr>
          <p:cNvSpPr txBox="1">
            <a:spLocks/>
          </p:cNvSpPr>
          <p:nvPr/>
        </p:nvSpPr>
        <p:spPr bwMode="auto">
          <a:xfrm>
            <a:off x="795338" y="1479184"/>
            <a:ext cx="7446961" cy="5189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 DE SINTONIZACIÓN DE CONTROLADORES PID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s-CO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 Empíricos, Clásicos y Basados en Respuesta Experimental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CO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 de Ziegler-Nichols (Z-N Ganancia Límite):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endParaRPr lang="es-E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endParaRPr lang="es-E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s-E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Este método es útil cuando no se conoce el modelo matemático del proceso. Requiere que el sistema pueda sostener oscilaciones. Es experimental y se considera peligroso para su uso industrial, ya que lleva al sistema al borde de la inestabilidad.</a:t>
            </a:r>
          </a:p>
          <a:p>
            <a:pPr marL="457200" lvl="1" indent="0" eaLnBrk="1" fontAlgn="auto" hangingPunct="1">
              <a:spcAft>
                <a:spcPts val="0"/>
              </a:spcAft>
              <a:buNone/>
              <a:defRPr/>
            </a:pPr>
            <a:r>
              <a:rPr lang="es-E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PASOS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s-E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Configuración Inicial: Se debe cerrar el lazo de control. Las acciones integral (T i) y derivativa (T d) del controlador PID se deben establecer a cero, dejando solo la acción proporcional activa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s-E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Búsqueda de la Ganancia Crítica (</a:t>
            </a:r>
            <a:r>
              <a:rPr lang="es-E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K_u</a:t>
            </a:r>
            <a:r>
              <a:rPr lang="es-E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): Se comienza a incrementar gradualmente la ganancia proporcional (K p) desde cero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s-E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Identificación de </a:t>
            </a:r>
            <a:r>
              <a:rPr lang="es-E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K_u</a:t>
            </a:r>
            <a:r>
              <a:rPr lang="es-E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y </a:t>
            </a:r>
            <a:r>
              <a:rPr lang="es-E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T_u</a:t>
            </a:r>
            <a:r>
              <a:rPr lang="es-E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</a:t>
            </a:r>
            <a:r>
              <a:rPr lang="es-E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P_u</a:t>
            </a:r>
            <a:r>
              <a:rPr lang="es-E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): La ganancia K p se sigue aumentando hasta que la salida del sistema en lazo cerrado presente oscilaciones sostenidas y consistentes (amplitud constante)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s-E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El valor de K p​  que produce estas oscilaciones sostenidas es la Ganancia Crítica o Última (K u</a:t>
            </a:r>
            <a:r>
              <a:rPr lang="es-CO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s-E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3758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637F0-7583-3706-F453-67AAF5246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 Título">
            <a:extLst>
              <a:ext uri="{FF2B5EF4-FFF2-40B4-BE49-F238E27FC236}">
                <a16:creationId xmlns:a16="http://schemas.microsoft.com/office/drawing/2014/main" id="{60465CDE-CE01-291E-4163-2C90186D153F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32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8A2A5705-5154-8F72-CE3C-5EBEE51C6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849E3879-4989-A4B8-D59C-0C659D964072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857ED0A-CB08-3BDD-E18C-240C5AD22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3257" y="2095495"/>
            <a:ext cx="3840000" cy="288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F64B6FC2-5ABF-1E3B-0368-B6EAD5684F28}"/>
                  </a:ext>
                </a:extLst>
              </p:cNvPr>
              <p:cNvSpPr txBox="1"/>
              <p:nvPr/>
            </p:nvSpPr>
            <p:spPr>
              <a:xfrm>
                <a:off x="3723307" y="5301575"/>
                <a:ext cx="1744837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3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s-ES" sz="3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s-ES" sz="3600" b="0" i="1" smtClean="0">
                          <a:latin typeface="Cambria Math" panose="02040503050406030204" pitchFamily="18" charset="0"/>
                        </a:rPr>
                        <m:t>=60</m:t>
                      </m:r>
                    </m:oMath>
                  </m:oMathPara>
                </a14:m>
                <a:endParaRPr lang="es-CO" sz="3600" dirty="0"/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F64B6FC2-5ABF-1E3B-0368-B6EAD5684F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3307" y="5301575"/>
                <a:ext cx="1744837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DFF1C511-87E6-A31D-E89A-A2C871D99931}"/>
                  </a:ext>
                </a:extLst>
              </p:cNvPr>
              <p:cNvSpPr txBox="1"/>
              <p:nvPr/>
            </p:nvSpPr>
            <p:spPr>
              <a:xfrm>
                <a:off x="2851483" y="1274687"/>
                <a:ext cx="2958439" cy="569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+1)(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+2)(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+3)</m:t>
                          </m:r>
                        </m:den>
                      </m:f>
                    </m:oMath>
                  </m:oMathPara>
                </a14:m>
                <a:endParaRPr lang="es-CO" dirty="0"/>
              </a:p>
            </p:txBody>
          </p:sp>
        </mc:Choice>
        <mc:Fallback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DFF1C511-87E6-A31D-E89A-A2C871D99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1483" y="1274687"/>
                <a:ext cx="2958439" cy="5695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agen 10">
            <a:extLst>
              <a:ext uri="{FF2B5EF4-FFF2-40B4-BE49-F238E27FC236}">
                <a16:creationId xmlns:a16="http://schemas.microsoft.com/office/drawing/2014/main" id="{2717736E-FFA5-1823-9908-FC81186681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743" y="2095495"/>
            <a:ext cx="3840000" cy="2880000"/>
          </a:xfrm>
          <a:prstGeom prst="rect">
            <a:avLst/>
          </a:prstGeom>
        </p:spPr>
      </p:pic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AAB3A3BD-A5CC-5542-4760-D1057DF5AD27}"/>
              </a:ext>
            </a:extLst>
          </p:cNvPr>
          <p:cNvCxnSpPr>
            <a:stCxn id="11" idx="3"/>
          </p:cNvCxnSpPr>
          <p:nvPr/>
        </p:nvCxnSpPr>
        <p:spPr>
          <a:xfrm>
            <a:off x="4150743" y="3535495"/>
            <a:ext cx="842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11674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127C2-FAB2-395C-A437-2FBBB8D01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 Título">
            <a:extLst>
              <a:ext uri="{FF2B5EF4-FFF2-40B4-BE49-F238E27FC236}">
                <a16:creationId xmlns:a16="http://schemas.microsoft.com/office/drawing/2014/main" id="{6E8334A8-128D-C8FA-8EB6-F49528078C3F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33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F8D24454-E3B3-C1E0-043D-61DA4BE9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8C746ECD-68B0-2B5A-9D52-43B4D969D446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2" name="2 Subtítulo">
            <a:extLst>
              <a:ext uri="{FF2B5EF4-FFF2-40B4-BE49-F238E27FC236}">
                <a16:creationId xmlns:a16="http://schemas.microsoft.com/office/drawing/2014/main" id="{F1F070A6-2CF1-0A0B-BE2A-1280C72A44B7}"/>
              </a:ext>
            </a:extLst>
          </p:cNvPr>
          <p:cNvSpPr txBox="1">
            <a:spLocks/>
          </p:cNvSpPr>
          <p:nvPr/>
        </p:nvSpPr>
        <p:spPr bwMode="auto">
          <a:xfrm>
            <a:off x="795338" y="1479184"/>
            <a:ext cx="7446961" cy="5189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 DE SINTONIZACIÓN DE CONTROLADORES PID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s-CO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 Empíricos, Clásicos y Basados en Respuesta Experimental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CO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 de Ziegler-Nichols (Z-N Ganancia Límite):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endParaRPr lang="es-E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endParaRPr lang="es-E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s-E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Este método es útil cuando no se conoce el modelo matemático del proceso. Requiere que el sistema pueda sostener oscilaciones. Es experimental y se considera peligroso para su uso industrial, ya que lleva al sistema al borde de la inestabilidad.</a:t>
            </a:r>
          </a:p>
          <a:p>
            <a:pPr marL="457200" lvl="1" indent="0" eaLnBrk="1" fontAlgn="auto" hangingPunct="1">
              <a:spcAft>
                <a:spcPts val="0"/>
              </a:spcAft>
              <a:buNone/>
              <a:defRPr/>
            </a:pPr>
            <a:r>
              <a:rPr lang="es-E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PASOS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s-E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Período Último/Crítico (</a:t>
            </a:r>
            <a:r>
              <a:rPr lang="es-E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T_u</a:t>
            </a:r>
            <a:r>
              <a:rPr lang="es-E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o </a:t>
            </a:r>
            <a:r>
              <a:rPr lang="es-E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P_u</a:t>
            </a:r>
            <a:r>
              <a:rPr lang="es-E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): El tiempo que tarda una oscilación completa (midiendo el tiempo entre dos crestas, por ejemplo) es el Período Crítico (T u ). Este método implica que el sistema está operando en el borde de la inestabilidad, con polos en el eje imaginario.</a:t>
            </a:r>
          </a:p>
        </p:txBody>
      </p:sp>
    </p:spTree>
    <p:extLst>
      <p:ext uri="{BB962C8B-B14F-4D97-AF65-F5344CB8AC3E}">
        <p14:creationId xmlns:p14="http://schemas.microsoft.com/office/powerpoint/2010/main" val="33779090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F4A33-3EBC-4598-F6F2-216828211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 Título">
            <a:extLst>
              <a:ext uri="{FF2B5EF4-FFF2-40B4-BE49-F238E27FC236}">
                <a16:creationId xmlns:a16="http://schemas.microsoft.com/office/drawing/2014/main" id="{16F20C91-EC08-2FA0-3DE8-7EF9B1EC981B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34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37BD06D5-CA82-392E-33C1-D069B6C4C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21778098-786A-7C34-4EB1-4C4AF0B7C5FB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43355DC-91F4-A95F-3F58-4B7B86A2F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2F14E6A2-38A4-143D-CDD0-20F2364D76B9}"/>
                  </a:ext>
                </a:extLst>
              </p:cNvPr>
              <p:cNvSpPr txBox="1"/>
              <p:nvPr/>
            </p:nvSpPr>
            <p:spPr>
              <a:xfrm>
                <a:off x="3638708" y="5664823"/>
                <a:ext cx="200587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3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ES" sz="3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s-ES" sz="3600" b="0" i="1" smtClean="0">
                          <a:latin typeface="Cambria Math" panose="02040503050406030204" pitchFamily="18" charset="0"/>
                        </a:rPr>
                        <m:t>=1,87</m:t>
                      </m:r>
                    </m:oMath>
                  </m:oMathPara>
                </a14:m>
                <a:endParaRPr lang="es-CO" sz="3600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2F14E6A2-38A4-143D-CDD0-20F2364D76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8708" y="5664823"/>
                <a:ext cx="2005870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97936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05BEA-63E3-D747-4488-ED27F73DF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 Título">
            <a:extLst>
              <a:ext uri="{FF2B5EF4-FFF2-40B4-BE49-F238E27FC236}">
                <a16:creationId xmlns:a16="http://schemas.microsoft.com/office/drawing/2014/main" id="{AC5D18D8-93ED-4F97-FAE2-87A8A3C7D385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35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ED31BCC4-AAAB-2E36-C099-B1EDE1863F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F3A4DED5-9751-8458-A831-77B79B41250F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D0042574-8E16-80AB-BB57-6E84868E0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328271"/>
              </p:ext>
            </p:extLst>
          </p:nvPr>
        </p:nvGraphicFramePr>
        <p:xfrm>
          <a:off x="1584385" y="286349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17284188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48302699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32373496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6441411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 err="1"/>
                        <a:t>K_p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 err="1"/>
                        <a:t>T_i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 err="1"/>
                        <a:t>T_d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193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0,5K_u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 err="1"/>
                        <a:t>inf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238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/>
                        <a:t>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0,45K_u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1,2P_u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274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/>
                        <a:t>PID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0,6K_u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0,5P_u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0,125P_u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2414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19973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5B48B-33C3-C789-BC17-69DD08091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 Título">
            <a:extLst>
              <a:ext uri="{FF2B5EF4-FFF2-40B4-BE49-F238E27FC236}">
                <a16:creationId xmlns:a16="http://schemas.microsoft.com/office/drawing/2014/main" id="{0EF43063-8602-FCBA-8B6D-9797ADDABB77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36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D28F10A2-E565-0B52-8097-06D9E0256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6E5602E6-4F37-CDFD-2324-8CE394987365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625ED00-4702-2C63-B352-024497278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57837"/>
            <a:ext cx="3968151" cy="2976114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54D509E1-23F7-710F-378D-B124FC8179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544170"/>
              </p:ext>
            </p:extLst>
          </p:nvPr>
        </p:nvGraphicFramePr>
        <p:xfrm>
          <a:off x="1628235" y="4518999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17284188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48302699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32373496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6441411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 err="1"/>
                        <a:t>K_p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 err="1"/>
                        <a:t>T_i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 err="1"/>
                        <a:t>T_d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193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/>
                        <a:t>PID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0,6*60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0,5*1,87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0,125*1,87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2414112"/>
                  </a:ext>
                </a:extLst>
              </a:tr>
            </a:tbl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3124ACD0-CDB3-DD20-A37B-95E4CC5688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71" y="1105894"/>
            <a:ext cx="3840000" cy="2880000"/>
          </a:xfrm>
          <a:prstGeom prst="rect">
            <a:avLst/>
          </a:prstGeom>
        </p:spPr>
      </p:pic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5535C46D-A2B0-6273-FFE0-51CD460FCF7F}"/>
              </a:ext>
            </a:extLst>
          </p:cNvPr>
          <p:cNvCxnSpPr>
            <a:stCxn id="6" idx="3"/>
            <a:endCxn id="3" idx="1"/>
          </p:cNvCxnSpPr>
          <p:nvPr/>
        </p:nvCxnSpPr>
        <p:spPr>
          <a:xfrm>
            <a:off x="4323271" y="2545894"/>
            <a:ext cx="7059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8032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63FC8-E3E8-006D-FA21-6E444FC89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 Título">
            <a:extLst>
              <a:ext uri="{FF2B5EF4-FFF2-40B4-BE49-F238E27FC236}">
                <a16:creationId xmlns:a16="http://schemas.microsoft.com/office/drawing/2014/main" id="{66C21B2B-E240-7421-54BD-42EF748B5D52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37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932E5BC9-021D-E11A-FC68-4B2F586CD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893DC861-CC04-7F16-3276-484198EA8864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2" name="2 Subtítulo">
            <a:extLst>
              <a:ext uri="{FF2B5EF4-FFF2-40B4-BE49-F238E27FC236}">
                <a16:creationId xmlns:a16="http://schemas.microsoft.com/office/drawing/2014/main" id="{79360D85-040F-EE49-634E-D56C0E456624}"/>
              </a:ext>
            </a:extLst>
          </p:cNvPr>
          <p:cNvSpPr txBox="1">
            <a:spLocks/>
          </p:cNvSpPr>
          <p:nvPr/>
        </p:nvSpPr>
        <p:spPr bwMode="auto">
          <a:xfrm>
            <a:off x="795338" y="1479184"/>
            <a:ext cx="7446961" cy="5189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 DE SINTONIZACIÓN DE CONTROLADORES PID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s-CO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Métodos Empíricos, Clásicos y Basados en Respuesta Experimental</a:t>
            </a:r>
          </a:p>
          <a:p>
            <a:pPr marL="0" indent="0" algn="ctr" eaLnBrk="1" fontAlgn="auto" hangingPunct="1">
              <a:spcAft>
                <a:spcPts val="0"/>
              </a:spcAft>
              <a:buNone/>
              <a:defRPr/>
            </a:pPr>
            <a:endParaRPr lang="es-CO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lvl="1" indent="0" eaLnBrk="1" fontAlgn="auto" hangingPunct="1">
              <a:spcAft>
                <a:spcPts val="0"/>
              </a:spcAft>
              <a:buNone/>
              <a:defRPr/>
            </a:pPr>
            <a:endParaRPr lang="es-E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endParaRPr lang="es-E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0E27E389-89E5-B581-CF1B-DD369D545586}"/>
                  </a:ext>
                </a:extLst>
              </p:cNvPr>
              <p:cNvSpPr txBox="1"/>
              <p:nvPr/>
            </p:nvSpPr>
            <p:spPr>
              <a:xfrm>
                <a:off x="3039598" y="3788911"/>
                <a:ext cx="2554482" cy="569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+1)(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+5)</m:t>
                          </m:r>
                        </m:den>
                      </m:f>
                    </m:oMath>
                  </m:oMathPara>
                </a14:m>
                <a:endParaRPr lang="es-CO" dirty="0"/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0E27E389-89E5-B581-CF1B-DD369D545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9598" y="3788911"/>
                <a:ext cx="2554482" cy="5695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D2B3CBDC-BD9D-EFD2-FBFD-2EF362539F98}"/>
                  </a:ext>
                </a:extLst>
              </p:cNvPr>
              <p:cNvSpPr txBox="1"/>
              <p:nvPr/>
            </p:nvSpPr>
            <p:spPr>
              <a:xfrm>
                <a:off x="3652074" y="4863241"/>
                <a:ext cx="1543563" cy="622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s-419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sSup>
                            <m:sSupPr>
                              <m:ctrlPr>
                                <a:rPr lang="es-419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419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s-419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s-CO" sz="2000" dirty="0"/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D2B3CBDC-BD9D-EFD2-FBFD-2EF362539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2074" y="4863241"/>
                <a:ext cx="1543563" cy="6227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71832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2F482-42D5-6FA7-8656-1F2C8CEF2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1 Título">
            <a:extLst>
              <a:ext uri="{FF2B5EF4-FFF2-40B4-BE49-F238E27FC236}">
                <a16:creationId xmlns:a16="http://schemas.microsoft.com/office/drawing/2014/main" id="{25C0BFCC-1297-9A5E-A3A6-9E982ED1E620}"/>
              </a:ext>
            </a:extLst>
          </p:cNvPr>
          <p:cNvSpPr txBox="1">
            <a:spLocks/>
          </p:cNvSpPr>
          <p:nvPr/>
        </p:nvSpPr>
        <p:spPr bwMode="auto">
          <a:xfrm>
            <a:off x="0" y="-28575"/>
            <a:ext cx="7794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s-CO" altLang="es-CO" sz="3600" b="0" dirty="0"/>
              <a:t>37</a:t>
            </a:r>
          </a:p>
        </p:txBody>
      </p:sp>
      <p:pic>
        <p:nvPicPr>
          <p:cNvPr id="14" name="Picture 4" descr="Programas - Intranet ETITC">
            <a:extLst>
              <a:ext uri="{FF2B5EF4-FFF2-40B4-BE49-F238E27FC236}">
                <a16:creationId xmlns:a16="http://schemas.microsoft.com/office/drawing/2014/main" id="{FD25E8B8-0979-EC00-4E46-1156E3E2E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2 Subtítulo">
            <a:extLst>
              <a:ext uri="{FF2B5EF4-FFF2-40B4-BE49-F238E27FC236}">
                <a16:creationId xmlns:a16="http://schemas.microsoft.com/office/drawing/2014/main" id="{F0B27167-035F-6B17-291D-8D765E8CFD6E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9F124C8-098C-669F-4BB4-6CFDB379D9C3}"/>
              </a:ext>
            </a:extLst>
          </p:cNvPr>
          <p:cNvSpPr txBox="1"/>
          <p:nvPr/>
        </p:nvSpPr>
        <p:spPr>
          <a:xfrm>
            <a:off x="3385528" y="3136612"/>
            <a:ext cx="23729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200" b="1" dirty="0"/>
              <a:t>¿Preguntas?</a:t>
            </a:r>
            <a:endParaRPr lang="es-CO" sz="3200" dirty="0"/>
          </a:p>
        </p:txBody>
      </p:sp>
    </p:spTree>
    <p:extLst>
      <p:ext uri="{BB962C8B-B14F-4D97-AF65-F5344CB8AC3E}">
        <p14:creationId xmlns:p14="http://schemas.microsoft.com/office/powerpoint/2010/main" val="38828226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dc56f61-abc0-4f7e-bfec-a93ccd1ae88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A62137D465CE64A8C883A4664514BF8" ma:contentTypeVersion="15" ma:contentTypeDescription="Crear nuevo documento." ma:contentTypeScope="" ma:versionID="a1bd1d59f691eb9bca6952b111268275">
  <xsd:schema xmlns:xsd="http://www.w3.org/2001/XMLSchema" xmlns:xs="http://www.w3.org/2001/XMLSchema" xmlns:p="http://schemas.microsoft.com/office/2006/metadata/properties" xmlns:ns3="669280c1-d17e-4d1d-bd7f-b4f14cc6bf1d" xmlns:ns4="bdc56f61-abc0-4f7e-bfec-a93ccd1ae886" targetNamespace="http://schemas.microsoft.com/office/2006/metadata/properties" ma:root="true" ma:fieldsID="d02990a02f19f0f9fc7b999b1809cae4" ns3:_="" ns4:_="">
    <xsd:import namespace="669280c1-d17e-4d1d-bd7f-b4f14cc6bf1d"/>
    <xsd:import namespace="bdc56f61-abc0-4f7e-bfec-a93ccd1ae88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DateTaken" minOccurs="0"/>
                <xsd:element ref="ns4:MediaServiceGenerationTime" minOccurs="0"/>
                <xsd:element ref="ns4:MediaServiceEventHashCode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9280c1-d17e-4d1d-bd7f-b4f14cc6bf1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c56f61-abc0-4f7e-bfec-a93ccd1ae8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825853C-1B27-4995-A583-4D39F900BB7F}">
  <ds:schemaRefs>
    <ds:schemaRef ds:uri="http://purl.org/dc/terms/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elements/1.1/"/>
    <ds:schemaRef ds:uri="bdc56f61-abc0-4f7e-bfec-a93ccd1ae886"/>
    <ds:schemaRef ds:uri="http://schemas.microsoft.com/office/infopath/2007/PartnerControls"/>
    <ds:schemaRef ds:uri="http://schemas.openxmlformats.org/package/2006/metadata/core-properties"/>
    <ds:schemaRef ds:uri="669280c1-d17e-4d1d-bd7f-b4f14cc6bf1d"/>
  </ds:schemaRefs>
</ds:datastoreItem>
</file>

<file path=customXml/itemProps2.xml><?xml version="1.0" encoding="utf-8"?>
<ds:datastoreItem xmlns:ds="http://schemas.openxmlformats.org/officeDocument/2006/customXml" ds:itemID="{4E8623C8-32E1-48B0-9F0A-13F2E9582B7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25820C3-FD82-4EFC-BF14-EAF1F9613F52}">
  <ds:schemaRefs>
    <ds:schemaRef ds:uri="669280c1-d17e-4d1d-bd7f-b4f14cc6bf1d"/>
    <ds:schemaRef ds:uri="bdc56f61-abc0-4f7e-bfec-a93ccd1ae88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3989</TotalTime>
  <Words>1848</Words>
  <Application>Microsoft Office PowerPoint</Application>
  <PresentationFormat>Carta (216 x 279 mm)</PresentationFormat>
  <Paragraphs>281</Paragraphs>
  <Slides>38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43" baseType="lpstr">
      <vt:lpstr>Arial</vt:lpstr>
      <vt:lpstr>Calibri</vt:lpstr>
      <vt:lpstr>Calibri Light</vt:lpstr>
      <vt:lpstr>Cambria Math</vt:lpstr>
      <vt:lpstr>Tema de Office</vt:lpstr>
      <vt:lpstr>1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Hugo</dc:creator>
  <cp:lastModifiedBy>JHEYSON FABIAN VILLAVISAN BUITRAGO</cp:lastModifiedBy>
  <cp:revision>2</cp:revision>
  <dcterms:created xsi:type="dcterms:W3CDTF">2008-03-11T21:51:34Z</dcterms:created>
  <dcterms:modified xsi:type="dcterms:W3CDTF">2025-10-18T13:49:18Z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0x0101007A62137D465CE64A8C883A4664514BF8</vt:lpwstr>
  </property>
</Properties>
</file>