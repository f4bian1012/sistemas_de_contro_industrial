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4"/>
  </p:sldMasterIdLst>
  <p:notesMasterIdLst>
    <p:notesMasterId r:id="rId27"/>
  </p:notesMasterIdLst>
  <p:handoutMasterIdLst>
    <p:handoutMasterId r:id="rId28"/>
  </p:handoutMasterIdLst>
  <p:sldIdLst>
    <p:sldId id="256" r:id="rId5"/>
    <p:sldId id="275" r:id="rId6"/>
    <p:sldId id="277" r:id="rId7"/>
    <p:sldId id="276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9" r:id="rId21"/>
    <p:sldId id="298" r:id="rId22"/>
    <p:sldId id="300" r:id="rId23"/>
    <p:sldId id="301" r:id="rId24"/>
    <p:sldId id="302" r:id="rId25"/>
    <p:sldId id="303" r:id="rId26"/>
  </p:sldIdLst>
  <p:sldSz cx="9144000" cy="6858000" type="letter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B3080F47-54FE-4674-8A61-9F6C6D97AC09}">
          <p14:sldIdLst>
            <p14:sldId id="256"/>
            <p14:sldId id="275"/>
            <p14:sldId id="277"/>
            <p14:sldId id="276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9"/>
            <p14:sldId id="298"/>
            <p14:sldId id="300"/>
            <p14:sldId id="301"/>
            <p14:sldId id="302"/>
            <p14:sldId id="3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D5D6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7342B5-C775-4770-B0AF-DEB4D22EC967}" v="345" dt="2025-08-28T21:27:36.4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390" autoAdjust="0"/>
  </p:normalViewPr>
  <p:slideViewPr>
    <p:cSldViewPr snapToGrid="0">
      <p:cViewPr varScale="1">
        <p:scale>
          <a:sx n="72" d="100"/>
          <a:sy n="72" d="100"/>
        </p:scale>
        <p:origin x="53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HEYSON FABIAN VILLAVISAN BUITRAGO" userId="e5ced5c2-d787-455d-b115-4f08a699b8c8" providerId="ADAL" clId="{E3C0E130-1BF7-4D65-875C-E2ABBEC935D8}"/>
    <pc:docChg chg="modSld">
      <pc:chgData name="JHEYSON FABIAN VILLAVISAN BUITRAGO" userId="e5ced5c2-d787-455d-b115-4f08a699b8c8" providerId="ADAL" clId="{E3C0E130-1BF7-4D65-875C-E2ABBEC935D8}" dt="2024-08-12T16:36:29.201" v="24" actId="20577"/>
      <pc:docMkLst>
        <pc:docMk/>
      </pc:docMkLst>
      <pc:sldChg chg="modSp">
        <pc:chgData name="JHEYSON FABIAN VILLAVISAN BUITRAGO" userId="e5ced5c2-d787-455d-b115-4f08a699b8c8" providerId="ADAL" clId="{E3C0E130-1BF7-4D65-875C-E2ABBEC935D8}" dt="2024-08-12T16:30:06.429" v="13" actId="20577"/>
        <pc:sldMkLst>
          <pc:docMk/>
          <pc:sldMk cId="3594096077" sldId="277"/>
        </pc:sldMkLst>
      </pc:sldChg>
      <pc:sldChg chg="modSp">
        <pc:chgData name="JHEYSON FABIAN VILLAVISAN BUITRAGO" userId="e5ced5c2-d787-455d-b115-4f08a699b8c8" providerId="ADAL" clId="{E3C0E130-1BF7-4D65-875C-E2ABBEC935D8}" dt="2024-08-12T16:36:29.201" v="24" actId="20577"/>
        <pc:sldMkLst>
          <pc:docMk/>
          <pc:sldMk cId="58491467" sldId="278"/>
        </pc:sldMkLst>
      </pc:sldChg>
      <pc:sldChg chg="modSp mod">
        <pc:chgData name="JHEYSON FABIAN VILLAVISAN BUITRAGO" userId="e5ced5c2-d787-455d-b115-4f08a699b8c8" providerId="ADAL" clId="{E3C0E130-1BF7-4D65-875C-E2ABBEC935D8}" dt="2024-08-12T16:27:29.058" v="10" actId="20577"/>
        <pc:sldMkLst>
          <pc:docMk/>
          <pc:sldMk cId="185654624" sldId="287"/>
        </pc:sldMkLst>
      </pc:sldChg>
    </pc:docChg>
  </pc:docChgLst>
  <pc:docChgLst>
    <pc:chgData name="JHEYSON FABIAN VILLAVISAN BUITRAGO" userId="e5ced5c2-d787-455d-b115-4f08a699b8c8" providerId="ADAL" clId="{697342B5-C775-4770-B0AF-DEB4D22EC967}"/>
    <pc:docChg chg="undo custSel addSld delSld modSld sldOrd modSection">
      <pc:chgData name="JHEYSON FABIAN VILLAVISAN BUITRAGO" userId="e5ced5c2-d787-455d-b115-4f08a699b8c8" providerId="ADAL" clId="{697342B5-C775-4770-B0AF-DEB4D22EC967}" dt="2025-08-28T21:30:03.626" v="1792" actId="1076"/>
      <pc:docMkLst>
        <pc:docMk/>
      </pc:docMkLst>
      <pc:sldChg chg="modSp add del mod">
        <pc:chgData name="JHEYSON FABIAN VILLAVISAN BUITRAGO" userId="e5ced5c2-d787-455d-b115-4f08a699b8c8" providerId="ADAL" clId="{697342B5-C775-4770-B0AF-DEB4D22EC967}" dt="2025-08-28T19:58:36.560" v="111"/>
        <pc:sldMkLst>
          <pc:docMk/>
          <pc:sldMk cId="616220982" sldId="275"/>
        </pc:sldMkLst>
        <pc:spChg chg="mod">
          <ac:chgData name="JHEYSON FABIAN VILLAVISAN BUITRAGO" userId="e5ced5c2-d787-455d-b115-4f08a699b8c8" providerId="ADAL" clId="{697342B5-C775-4770-B0AF-DEB4D22EC967}" dt="2025-08-28T19:58:36.560" v="111"/>
          <ac:spMkLst>
            <pc:docMk/>
            <pc:sldMk cId="616220982" sldId="275"/>
            <ac:spMk id="2" creationId="{FB1B6180-BCA0-4F51-9F68-9E5BAB8A4FDC}"/>
          </ac:spMkLst>
        </pc:spChg>
      </pc:sldChg>
      <pc:sldChg chg="modSp add mod">
        <pc:chgData name="JHEYSON FABIAN VILLAVISAN BUITRAGO" userId="e5ced5c2-d787-455d-b115-4f08a699b8c8" providerId="ADAL" clId="{697342B5-C775-4770-B0AF-DEB4D22EC967}" dt="2025-08-28T19:59:38.844" v="161" actId="1076"/>
        <pc:sldMkLst>
          <pc:docMk/>
          <pc:sldMk cId="2780058799" sldId="276"/>
        </pc:sldMkLst>
        <pc:spChg chg="mod">
          <ac:chgData name="JHEYSON FABIAN VILLAVISAN BUITRAGO" userId="e5ced5c2-d787-455d-b115-4f08a699b8c8" providerId="ADAL" clId="{697342B5-C775-4770-B0AF-DEB4D22EC967}" dt="2025-08-28T19:59:38.844" v="161" actId="1076"/>
          <ac:spMkLst>
            <pc:docMk/>
            <pc:sldMk cId="2780058799" sldId="276"/>
            <ac:spMk id="2" creationId="{E1617FC0-0DB6-F445-0333-E6C21FC6C55E}"/>
          </ac:spMkLst>
        </pc:spChg>
        <pc:spChg chg="mod">
          <ac:chgData name="JHEYSON FABIAN VILLAVISAN BUITRAGO" userId="e5ced5c2-d787-455d-b115-4f08a699b8c8" providerId="ADAL" clId="{697342B5-C775-4770-B0AF-DEB4D22EC967}" dt="2025-08-28T19:59:06.736" v="117" actId="20577"/>
          <ac:spMkLst>
            <pc:docMk/>
            <pc:sldMk cId="2780058799" sldId="276"/>
            <ac:spMk id="10" creationId="{49951D00-4330-2060-FCD6-42D9EA8A4F97}"/>
          </ac:spMkLst>
        </pc:spChg>
      </pc:sldChg>
      <pc:sldChg chg="add del">
        <pc:chgData name="JHEYSON FABIAN VILLAVISAN BUITRAGO" userId="e5ced5c2-d787-455d-b115-4f08a699b8c8" providerId="ADAL" clId="{697342B5-C775-4770-B0AF-DEB4D22EC967}" dt="2025-08-28T19:56:32.981" v="2" actId="2696"/>
        <pc:sldMkLst>
          <pc:docMk/>
          <pc:sldMk cId="3873222534" sldId="276"/>
        </pc:sldMkLst>
      </pc:sldChg>
      <pc:sldChg chg="add del">
        <pc:chgData name="JHEYSON FABIAN VILLAVISAN BUITRAGO" userId="e5ced5c2-d787-455d-b115-4f08a699b8c8" providerId="ADAL" clId="{697342B5-C775-4770-B0AF-DEB4D22EC967}" dt="2025-08-28T19:56:33.986" v="3" actId="47"/>
        <pc:sldMkLst>
          <pc:docMk/>
          <pc:sldMk cId="3594096077" sldId="277"/>
        </pc:sldMkLst>
      </pc:sldChg>
      <pc:sldChg chg="modSp add mod">
        <pc:chgData name="JHEYSON FABIAN VILLAVISAN BUITRAGO" userId="e5ced5c2-d787-455d-b115-4f08a699b8c8" providerId="ADAL" clId="{697342B5-C775-4770-B0AF-DEB4D22EC967}" dt="2025-08-28T19:59:33.428" v="159" actId="20577"/>
        <pc:sldMkLst>
          <pc:docMk/>
          <pc:sldMk cId="3945607397" sldId="277"/>
        </pc:sldMkLst>
        <pc:spChg chg="mod">
          <ac:chgData name="JHEYSON FABIAN VILLAVISAN BUITRAGO" userId="e5ced5c2-d787-455d-b115-4f08a699b8c8" providerId="ADAL" clId="{697342B5-C775-4770-B0AF-DEB4D22EC967}" dt="2025-08-28T19:59:33.428" v="159" actId="20577"/>
          <ac:spMkLst>
            <pc:docMk/>
            <pc:sldMk cId="3945607397" sldId="277"/>
            <ac:spMk id="2" creationId="{EE749B6E-4106-4C47-9E8B-DF7F796D6CA1}"/>
          </ac:spMkLst>
        </pc:spChg>
        <pc:spChg chg="mod">
          <ac:chgData name="JHEYSON FABIAN VILLAVISAN BUITRAGO" userId="e5ced5c2-d787-455d-b115-4f08a699b8c8" providerId="ADAL" clId="{697342B5-C775-4770-B0AF-DEB4D22EC967}" dt="2025-08-28T19:59:15.299" v="119" actId="20577"/>
          <ac:spMkLst>
            <pc:docMk/>
            <pc:sldMk cId="3945607397" sldId="277"/>
            <ac:spMk id="10" creationId="{47F3B260-85B8-531C-FD20-06EF041D5DF3}"/>
          </ac:spMkLst>
        </pc:spChg>
      </pc:sldChg>
      <pc:sldChg chg="add del">
        <pc:chgData name="JHEYSON FABIAN VILLAVISAN BUITRAGO" userId="e5ced5c2-d787-455d-b115-4f08a699b8c8" providerId="ADAL" clId="{697342B5-C775-4770-B0AF-DEB4D22EC967}" dt="2025-08-28T19:56:34.179" v="4" actId="47"/>
        <pc:sldMkLst>
          <pc:docMk/>
          <pc:sldMk cId="58491467" sldId="278"/>
        </pc:sldMkLst>
      </pc:sldChg>
      <pc:sldChg chg="modSp add mod">
        <pc:chgData name="JHEYSON FABIAN VILLAVISAN BUITRAGO" userId="e5ced5c2-d787-455d-b115-4f08a699b8c8" providerId="ADAL" clId="{697342B5-C775-4770-B0AF-DEB4D22EC967}" dt="2025-08-28T20:07:58.478" v="239" actId="1076"/>
        <pc:sldMkLst>
          <pc:docMk/>
          <pc:sldMk cId="2919251281" sldId="278"/>
        </pc:sldMkLst>
        <pc:spChg chg="mod">
          <ac:chgData name="JHEYSON FABIAN VILLAVISAN BUITRAGO" userId="e5ced5c2-d787-455d-b115-4f08a699b8c8" providerId="ADAL" clId="{697342B5-C775-4770-B0AF-DEB4D22EC967}" dt="2025-08-28T20:07:58.478" v="239" actId="1076"/>
          <ac:spMkLst>
            <pc:docMk/>
            <pc:sldMk cId="2919251281" sldId="278"/>
            <ac:spMk id="2" creationId="{D3848B91-633F-E097-A45A-B8BA9EC8EE4B}"/>
          </ac:spMkLst>
        </pc:spChg>
        <pc:spChg chg="mod">
          <ac:chgData name="JHEYSON FABIAN VILLAVISAN BUITRAGO" userId="e5ced5c2-d787-455d-b115-4f08a699b8c8" providerId="ADAL" clId="{697342B5-C775-4770-B0AF-DEB4D22EC967}" dt="2025-08-28T20:06:58.322" v="163" actId="20577"/>
          <ac:spMkLst>
            <pc:docMk/>
            <pc:sldMk cId="2919251281" sldId="278"/>
            <ac:spMk id="10" creationId="{C93F25C1-5755-8316-B4F6-9D1CB7A3CBA6}"/>
          </ac:spMkLst>
        </pc:spChg>
      </pc:sldChg>
      <pc:sldChg chg="addSp modSp add mod">
        <pc:chgData name="JHEYSON FABIAN VILLAVISAN BUITRAGO" userId="e5ced5c2-d787-455d-b115-4f08a699b8c8" providerId="ADAL" clId="{697342B5-C775-4770-B0AF-DEB4D22EC967}" dt="2025-08-28T20:09:30.831" v="369" actId="20577"/>
        <pc:sldMkLst>
          <pc:docMk/>
          <pc:sldMk cId="1436345519" sldId="279"/>
        </pc:sldMkLst>
        <pc:spChg chg="mod">
          <ac:chgData name="JHEYSON FABIAN VILLAVISAN BUITRAGO" userId="e5ced5c2-d787-455d-b115-4f08a699b8c8" providerId="ADAL" clId="{697342B5-C775-4770-B0AF-DEB4D22EC967}" dt="2025-08-28T20:08:31.048" v="292" actId="20577"/>
          <ac:spMkLst>
            <pc:docMk/>
            <pc:sldMk cId="1436345519" sldId="279"/>
            <ac:spMk id="2" creationId="{ED1981CD-0148-E0B3-4631-B3E5C9EB44C1}"/>
          </ac:spMkLst>
        </pc:spChg>
        <pc:spChg chg="add mod">
          <ac:chgData name="JHEYSON FABIAN VILLAVISAN BUITRAGO" userId="e5ced5c2-d787-455d-b115-4f08a699b8c8" providerId="ADAL" clId="{697342B5-C775-4770-B0AF-DEB4D22EC967}" dt="2025-08-28T20:09:26.310" v="368" actId="1076"/>
          <ac:spMkLst>
            <pc:docMk/>
            <pc:sldMk cId="1436345519" sldId="279"/>
            <ac:spMk id="3" creationId="{22CFC784-C36D-0D53-65C6-066BB70D6AC1}"/>
          </ac:spMkLst>
        </pc:spChg>
        <pc:spChg chg="mod">
          <ac:chgData name="JHEYSON FABIAN VILLAVISAN BUITRAGO" userId="e5ced5c2-d787-455d-b115-4f08a699b8c8" providerId="ADAL" clId="{697342B5-C775-4770-B0AF-DEB4D22EC967}" dt="2025-08-28T20:09:30.831" v="369" actId="20577"/>
          <ac:spMkLst>
            <pc:docMk/>
            <pc:sldMk cId="1436345519" sldId="279"/>
            <ac:spMk id="10" creationId="{76377510-5CB1-8C41-4754-BAAF64382220}"/>
          </ac:spMkLst>
        </pc:spChg>
      </pc:sldChg>
      <pc:sldChg chg="add del">
        <pc:chgData name="JHEYSON FABIAN VILLAVISAN BUITRAGO" userId="e5ced5c2-d787-455d-b115-4f08a699b8c8" providerId="ADAL" clId="{697342B5-C775-4770-B0AF-DEB4D22EC967}" dt="2025-08-28T19:56:35.544" v="10" actId="47"/>
        <pc:sldMkLst>
          <pc:docMk/>
          <pc:sldMk cId="1894837781" sldId="279"/>
        </pc:sldMkLst>
      </pc:sldChg>
      <pc:sldChg chg="add del">
        <pc:chgData name="JHEYSON FABIAN VILLAVISAN BUITRAGO" userId="e5ced5c2-d787-455d-b115-4f08a699b8c8" providerId="ADAL" clId="{697342B5-C775-4770-B0AF-DEB4D22EC967}" dt="2025-08-28T19:56:35.710" v="11" actId="47"/>
        <pc:sldMkLst>
          <pc:docMk/>
          <pc:sldMk cId="1064503744" sldId="280"/>
        </pc:sldMkLst>
      </pc:sldChg>
      <pc:sldChg chg="addSp modSp add mod ord">
        <pc:chgData name="JHEYSON FABIAN VILLAVISAN BUITRAGO" userId="e5ced5c2-d787-455d-b115-4f08a699b8c8" providerId="ADAL" clId="{697342B5-C775-4770-B0AF-DEB4D22EC967}" dt="2025-08-28T20:11:20.325" v="464" actId="1076"/>
        <pc:sldMkLst>
          <pc:docMk/>
          <pc:sldMk cId="2814664192" sldId="280"/>
        </pc:sldMkLst>
        <pc:spChg chg="add mod">
          <ac:chgData name="JHEYSON FABIAN VILLAVISAN BUITRAGO" userId="e5ced5c2-d787-455d-b115-4f08a699b8c8" providerId="ADAL" clId="{697342B5-C775-4770-B0AF-DEB4D22EC967}" dt="2025-08-28T20:11:20.325" v="464" actId="1076"/>
          <ac:spMkLst>
            <pc:docMk/>
            <pc:sldMk cId="2814664192" sldId="280"/>
            <ac:spMk id="3" creationId="{F3312225-3450-EDB2-330B-0FF868BCAA4D}"/>
          </ac:spMkLst>
        </pc:spChg>
        <pc:spChg chg="mod">
          <ac:chgData name="JHEYSON FABIAN VILLAVISAN BUITRAGO" userId="e5ced5c2-d787-455d-b115-4f08a699b8c8" providerId="ADAL" clId="{697342B5-C775-4770-B0AF-DEB4D22EC967}" dt="2025-08-28T20:10:10.703" v="374" actId="20577"/>
          <ac:spMkLst>
            <pc:docMk/>
            <pc:sldMk cId="2814664192" sldId="280"/>
            <ac:spMk id="10" creationId="{942E4CC2-27C2-9E27-D999-7E988631E02C}"/>
          </ac:spMkLst>
        </pc:spChg>
      </pc:sldChg>
      <pc:sldChg chg="addSp modSp add mod ord">
        <pc:chgData name="JHEYSON FABIAN VILLAVISAN BUITRAGO" userId="e5ced5c2-d787-455d-b115-4f08a699b8c8" providerId="ADAL" clId="{697342B5-C775-4770-B0AF-DEB4D22EC967}" dt="2025-08-28T20:13:35.808" v="517" actId="1076"/>
        <pc:sldMkLst>
          <pc:docMk/>
          <pc:sldMk cId="3836185615" sldId="281"/>
        </pc:sldMkLst>
        <pc:spChg chg="add mod">
          <ac:chgData name="JHEYSON FABIAN VILLAVISAN BUITRAGO" userId="e5ced5c2-d787-455d-b115-4f08a699b8c8" providerId="ADAL" clId="{697342B5-C775-4770-B0AF-DEB4D22EC967}" dt="2025-08-28T20:13:35.808" v="517" actId="1076"/>
          <ac:spMkLst>
            <pc:docMk/>
            <pc:sldMk cId="3836185615" sldId="281"/>
            <ac:spMk id="3" creationId="{EBEE8194-FDBC-3185-C63B-9D042C4DB8D1}"/>
          </ac:spMkLst>
        </pc:spChg>
        <pc:spChg chg="mod">
          <ac:chgData name="JHEYSON FABIAN VILLAVISAN BUITRAGO" userId="e5ced5c2-d787-455d-b115-4f08a699b8c8" providerId="ADAL" clId="{697342B5-C775-4770-B0AF-DEB4D22EC967}" dt="2025-08-28T20:12:35.407" v="468" actId="20577"/>
          <ac:spMkLst>
            <pc:docMk/>
            <pc:sldMk cId="3836185615" sldId="281"/>
            <ac:spMk id="10" creationId="{66899F1C-7251-A9F3-A153-5B66F76919B8}"/>
          </ac:spMkLst>
        </pc:spChg>
      </pc:sldChg>
      <pc:sldChg chg="addSp modSp add mod">
        <pc:chgData name="JHEYSON FABIAN VILLAVISAN BUITRAGO" userId="e5ced5c2-d787-455d-b115-4f08a699b8c8" providerId="ADAL" clId="{697342B5-C775-4770-B0AF-DEB4D22EC967}" dt="2025-08-28T20:16:13.105" v="582" actId="27636"/>
        <pc:sldMkLst>
          <pc:docMk/>
          <pc:sldMk cId="2541286" sldId="282"/>
        </pc:sldMkLst>
        <pc:spChg chg="mod">
          <ac:chgData name="JHEYSON FABIAN VILLAVISAN BUITRAGO" userId="e5ced5c2-d787-455d-b115-4f08a699b8c8" providerId="ADAL" clId="{697342B5-C775-4770-B0AF-DEB4D22EC967}" dt="2025-08-28T20:16:13.105" v="582" actId="27636"/>
          <ac:spMkLst>
            <pc:docMk/>
            <pc:sldMk cId="2541286" sldId="282"/>
            <ac:spMk id="3" creationId="{86914BEC-450A-0709-4F10-5671B1AD3D9F}"/>
          </ac:spMkLst>
        </pc:spChg>
        <pc:spChg chg="add">
          <ac:chgData name="JHEYSON FABIAN VILLAVISAN BUITRAGO" userId="e5ced5c2-d787-455d-b115-4f08a699b8c8" providerId="ADAL" clId="{697342B5-C775-4770-B0AF-DEB4D22EC967}" dt="2025-08-28T20:15:46.600" v="571"/>
          <ac:spMkLst>
            <pc:docMk/>
            <pc:sldMk cId="2541286" sldId="282"/>
            <ac:spMk id="4" creationId="{E64CB486-B88D-25F9-8F1A-3A788B2FCA4F}"/>
          </ac:spMkLst>
        </pc:spChg>
        <pc:spChg chg="add">
          <ac:chgData name="JHEYSON FABIAN VILLAVISAN BUITRAGO" userId="e5ced5c2-d787-455d-b115-4f08a699b8c8" providerId="ADAL" clId="{697342B5-C775-4770-B0AF-DEB4D22EC967}" dt="2025-08-28T20:15:57.531" v="574"/>
          <ac:spMkLst>
            <pc:docMk/>
            <pc:sldMk cId="2541286" sldId="282"/>
            <ac:spMk id="6" creationId="{39B00103-B4F5-6598-9928-76CC6C6AC91A}"/>
          </ac:spMkLst>
        </pc:spChg>
        <pc:spChg chg="mod">
          <ac:chgData name="JHEYSON FABIAN VILLAVISAN BUITRAGO" userId="e5ced5c2-d787-455d-b115-4f08a699b8c8" providerId="ADAL" clId="{697342B5-C775-4770-B0AF-DEB4D22EC967}" dt="2025-08-28T20:15:11.560" v="519" actId="20577"/>
          <ac:spMkLst>
            <pc:docMk/>
            <pc:sldMk cId="2541286" sldId="282"/>
            <ac:spMk id="10" creationId="{B1A49FEB-25AF-E461-72BD-7A8EF116FAFD}"/>
          </ac:spMkLst>
        </pc:spChg>
      </pc:sldChg>
      <pc:sldChg chg="add del">
        <pc:chgData name="JHEYSON FABIAN VILLAVISAN BUITRAGO" userId="e5ced5c2-d787-455d-b115-4f08a699b8c8" providerId="ADAL" clId="{697342B5-C775-4770-B0AF-DEB4D22EC967}" dt="2025-08-28T19:56:36.024" v="13" actId="47"/>
        <pc:sldMkLst>
          <pc:docMk/>
          <pc:sldMk cId="600911693" sldId="283"/>
        </pc:sldMkLst>
      </pc:sldChg>
      <pc:sldChg chg="addSp modSp add mod">
        <pc:chgData name="JHEYSON FABIAN VILLAVISAN BUITRAGO" userId="e5ced5c2-d787-455d-b115-4f08a699b8c8" providerId="ADAL" clId="{697342B5-C775-4770-B0AF-DEB4D22EC967}" dt="2025-08-28T20:21:15.492" v="646" actId="20577"/>
        <pc:sldMkLst>
          <pc:docMk/>
          <pc:sldMk cId="1249203809" sldId="283"/>
        </pc:sldMkLst>
        <pc:spChg chg="mod">
          <ac:chgData name="JHEYSON FABIAN VILLAVISAN BUITRAGO" userId="e5ced5c2-d787-455d-b115-4f08a699b8c8" providerId="ADAL" clId="{697342B5-C775-4770-B0AF-DEB4D22EC967}" dt="2025-08-28T20:21:10.315" v="644" actId="20577"/>
          <ac:spMkLst>
            <pc:docMk/>
            <pc:sldMk cId="1249203809" sldId="283"/>
            <ac:spMk id="3" creationId="{1AE8AF89-F11B-BDD1-87AD-6D6C2D317E93}"/>
          </ac:spMkLst>
        </pc:spChg>
        <pc:spChg chg="add">
          <ac:chgData name="JHEYSON FABIAN VILLAVISAN BUITRAGO" userId="e5ced5c2-d787-455d-b115-4f08a699b8c8" providerId="ADAL" clId="{697342B5-C775-4770-B0AF-DEB4D22EC967}" dt="2025-08-28T20:20:36.306" v="609"/>
          <ac:spMkLst>
            <pc:docMk/>
            <pc:sldMk cId="1249203809" sldId="283"/>
            <ac:spMk id="4" creationId="{9876EF3C-CA6B-29BB-9460-5EC7B8FBA5B2}"/>
          </ac:spMkLst>
        </pc:spChg>
        <pc:spChg chg="mod">
          <ac:chgData name="JHEYSON FABIAN VILLAVISAN BUITRAGO" userId="e5ced5c2-d787-455d-b115-4f08a699b8c8" providerId="ADAL" clId="{697342B5-C775-4770-B0AF-DEB4D22EC967}" dt="2025-08-28T20:21:15.492" v="646" actId="20577"/>
          <ac:spMkLst>
            <pc:docMk/>
            <pc:sldMk cId="1249203809" sldId="283"/>
            <ac:spMk id="10" creationId="{CC1DE702-602E-CDB5-A01B-890E2C68B523}"/>
          </ac:spMkLst>
        </pc:spChg>
      </pc:sldChg>
      <pc:sldChg chg="modSp add mod">
        <pc:chgData name="JHEYSON FABIAN VILLAVISAN BUITRAGO" userId="e5ced5c2-d787-455d-b115-4f08a699b8c8" providerId="ADAL" clId="{697342B5-C775-4770-B0AF-DEB4D22EC967}" dt="2025-08-28T20:24:24.106" v="698" actId="20577"/>
        <pc:sldMkLst>
          <pc:docMk/>
          <pc:sldMk cId="834430153" sldId="284"/>
        </pc:sldMkLst>
        <pc:spChg chg="mod">
          <ac:chgData name="JHEYSON FABIAN VILLAVISAN BUITRAGO" userId="e5ced5c2-d787-455d-b115-4f08a699b8c8" providerId="ADAL" clId="{697342B5-C775-4770-B0AF-DEB4D22EC967}" dt="2025-08-28T20:24:24.106" v="698" actId="20577"/>
          <ac:spMkLst>
            <pc:docMk/>
            <pc:sldMk cId="834430153" sldId="284"/>
            <ac:spMk id="3" creationId="{B3D8AEB4-EE7F-1FCC-0848-C5AC67151BD4}"/>
          </ac:spMkLst>
        </pc:spChg>
        <pc:spChg chg="mod">
          <ac:chgData name="JHEYSON FABIAN VILLAVISAN BUITRAGO" userId="e5ced5c2-d787-455d-b115-4f08a699b8c8" providerId="ADAL" clId="{697342B5-C775-4770-B0AF-DEB4D22EC967}" dt="2025-08-28T20:23:32.804" v="649" actId="20577"/>
          <ac:spMkLst>
            <pc:docMk/>
            <pc:sldMk cId="834430153" sldId="284"/>
            <ac:spMk id="10" creationId="{4CCC9A6D-E01E-111F-0FA6-C28E5C17AFAA}"/>
          </ac:spMkLst>
        </pc:spChg>
      </pc:sldChg>
      <pc:sldChg chg="add del">
        <pc:chgData name="JHEYSON FABIAN VILLAVISAN BUITRAGO" userId="e5ced5c2-d787-455d-b115-4f08a699b8c8" providerId="ADAL" clId="{697342B5-C775-4770-B0AF-DEB4D22EC967}" dt="2025-08-28T19:56:38.788" v="21" actId="47"/>
        <pc:sldMkLst>
          <pc:docMk/>
          <pc:sldMk cId="1698574024" sldId="284"/>
        </pc:sldMkLst>
      </pc:sldChg>
      <pc:sldChg chg="modSp add mod">
        <pc:chgData name="JHEYSON FABIAN VILLAVISAN BUITRAGO" userId="e5ced5c2-d787-455d-b115-4f08a699b8c8" providerId="ADAL" clId="{697342B5-C775-4770-B0AF-DEB4D22EC967}" dt="2025-08-28T20:25:53.889" v="743" actId="1076"/>
        <pc:sldMkLst>
          <pc:docMk/>
          <pc:sldMk cId="2871355928" sldId="285"/>
        </pc:sldMkLst>
        <pc:spChg chg="mod">
          <ac:chgData name="JHEYSON FABIAN VILLAVISAN BUITRAGO" userId="e5ced5c2-d787-455d-b115-4f08a699b8c8" providerId="ADAL" clId="{697342B5-C775-4770-B0AF-DEB4D22EC967}" dt="2025-08-28T20:25:53.889" v="743" actId="1076"/>
          <ac:spMkLst>
            <pc:docMk/>
            <pc:sldMk cId="2871355928" sldId="285"/>
            <ac:spMk id="3" creationId="{93BB3BEB-975C-EA3A-81C5-0BA48BEFE8F3}"/>
          </ac:spMkLst>
        </pc:spChg>
        <pc:spChg chg="mod">
          <ac:chgData name="JHEYSON FABIAN VILLAVISAN BUITRAGO" userId="e5ced5c2-d787-455d-b115-4f08a699b8c8" providerId="ADAL" clId="{697342B5-C775-4770-B0AF-DEB4D22EC967}" dt="2025-08-28T20:25:16.190" v="701" actId="20577"/>
          <ac:spMkLst>
            <pc:docMk/>
            <pc:sldMk cId="2871355928" sldId="285"/>
            <ac:spMk id="10" creationId="{67F5B028-C1AC-C52B-C8E7-67F466429690}"/>
          </ac:spMkLst>
        </pc:spChg>
      </pc:sldChg>
      <pc:sldChg chg="add del">
        <pc:chgData name="JHEYSON FABIAN VILLAVISAN BUITRAGO" userId="e5ced5c2-d787-455d-b115-4f08a699b8c8" providerId="ADAL" clId="{697342B5-C775-4770-B0AF-DEB4D22EC967}" dt="2025-08-28T19:56:36.373" v="15" actId="47"/>
        <pc:sldMkLst>
          <pc:docMk/>
          <pc:sldMk cId="1001278451" sldId="286"/>
        </pc:sldMkLst>
      </pc:sldChg>
      <pc:sldChg chg="addSp delSp modSp add mod">
        <pc:chgData name="JHEYSON FABIAN VILLAVISAN BUITRAGO" userId="e5ced5c2-d787-455d-b115-4f08a699b8c8" providerId="ADAL" clId="{697342B5-C775-4770-B0AF-DEB4D22EC967}" dt="2025-08-28T20:33:54.467" v="764" actId="20577"/>
        <pc:sldMkLst>
          <pc:docMk/>
          <pc:sldMk cId="2664902677" sldId="286"/>
        </pc:sldMkLst>
        <pc:spChg chg="mod">
          <ac:chgData name="JHEYSON FABIAN VILLAVISAN BUITRAGO" userId="e5ced5c2-d787-455d-b115-4f08a699b8c8" providerId="ADAL" clId="{697342B5-C775-4770-B0AF-DEB4D22EC967}" dt="2025-08-28T20:27:50.249" v="761" actId="1076"/>
          <ac:spMkLst>
            <pc:docMk/>
            <pc:sldMk cId="2664902677" sldId="286"/>
            <ac:spMk id="2" creationId="{EE219FEB-462E-6C36-9FA0-5A69E8D5593A}"/>
          </ac:spMkLst>
        </pc:spChg>
        <pc:spChg chg="mod">
          <ac:chgData name="JHEYSON FABIAN VILLAVISAN BUITRAGO" userId="e5ced5c2-d787-455d-b115-4f08a699b8c8" providerId="ADAL" clId="{697342B5-C775-4770-B0AF-DEB4D22EC967}" dt="2025-08-28T20:26:42.078" v="755" actId="27636"/>
          <ac:spMkLst>
            <pc:docMk/>
            <pc:sldMk cId="2664902677" sldId="286"/>
            <ac:spMk id="3" creationId="{276BA687-99EA-EBA4-6DF2-4A318D2301A9}"/>
          </ac:spMkLst>
        </pc:spChg>
        <pc:spChg chg="add del">
          <ac:chgData name="JHEYSON FABIAN VILLAVISAN BUITRAGO" userId="e5ced5c2-d787-455d-b115-4f08a699b8c8" providerId="ADAL" clId="{697342B5-C775-4770-B0AF-DEB4D22EC967}" dt="2025-08-28T20:27:45.867" v="757" actId="22"/>
          <ac:spMkLst>
            <pc:docMk/>
            <pc:sldMk cId="2664902677" sldId="286"/>
            <ac:spMk id="6" creationId="{43B916FE-2F93-4A8E-8B8C-254487DDC8DB}"/>
          </ac:spMkLst>
        </pc:spChg>
        <pc:spChg chg="mod">
          <ac:chgData name="JHEYSON FABIAN VILLAVISAN BUITRAGO" userId="e5ced5c2-d787-455d-b115-4f08a699b8c8" providerId="ADAL" clId="{697342B5-C775-4770-B0AF-DEB4D22EC967}" dt="2025-08-28T20:33:54.467" v="764" actId="20577"/>
          <ac:spMkLst>
            <pc:docMk/>
            <pc:sldMk cId="2664902677" sldId="286"/>
            <ac:spMk id="10" creationId="{063A1A47-4C95-3088-3016-187E8E5596A2}"/>
          </ac:spMkLst>
        </pc:spChg>
        <pc:picChg chg="add mod">
          <ac:chgData name="JHEYSON FABIAN VILLAVISAN BUITRAGO" userId="e5ced5c2-d787-455d-b115-4f08a699b8c8" providerId="ADAL" clId="{697342B5-C775-4770-B0AF-DEB4D22EC967}" dt="2025-08-28T20:27:52.884" v="762"/>
          <ac:picMkLst>
            <pc:docMk/>
            <pc:sldMk cId="2664902677" sldId="286"/>
            <ac:picMk id="7" creationId="{0B5A1470-2168-9229-FE99-430FE1B73CF6}"/>
          </ac:picMkLst>
        </pc:picChg>
      </pc:sldChg>
      <pc:sldChg chg="add del">
        <pc:chgData name="JHEYSON FABIAN VILLAVISAN BUITRAGO" userId="e5ced5c2-d787-455d-b115-4f08a699b8c8" providerId="ADAL" clId="{697342B5-C775-4770-B0AF-DEB4D22EC967}" dt="2025-08-28T19:56:35.847" v="12" actId="47"/>
        <pc:sldMkLst>
          <pc:docMk/>
          <pc:sldMk cId="185654624" sldId="287"/>
        </pc:sldMkLst>
      </pc:sldChg>
      <pc:sldChg chg="addSp delSp modSp add mod">
        <pc:chgData name="JHEYSON FABIAN VILLAVISAN BUITRAGO" userId="e5ced5c2-d787-455d-b115-4f08a699b8c8" providerId="ADAL" clId="{697342B5-C775-4770-B0AF-DEB4D22EC967}" dt="2025-08-28T20:42:36.488" v="853" actId="1076"/>
        <pc:sldMkLst>
          <pc:docMk/>
          <pc:sldMk cId="1073089991" sldId="287"/>
        </pc:sldMkLst>
        <pc:spChg chg="add del mod">
          <ac:chgData name="JHEYSON FABIAN VILLAVISAN BUITRAGO" userId="e5ced5c2-d787-455d-b115-4f08a699b8c8" providerId="ADAL" clId="{697342B5-C775-4770-B0AF-DEB4D22EC967}" dt="2025-08-28T20:36:31.247" v="785"/>
          <ac:spMkLst>
            <pc:docMk/>
            <pc:sldMk cId="1073089991" sldId="287"/>
            <ac:spMk id="4" creationId="{D1984C07-74F9-8464-7B40-9B8139D93742}"/>
          </ac:spMkLst>
        </pc:spChg>
        <pc:spChg chg="add mod">
          <ac:chgData name="JHEYSON FABIAN VILLAVISAN BUITRAGO" userId="e5ced5c2-d787-455d-b115-4f08a699b8c8" providerId="ADAL" clId="{697342B5-C775-4770-B0AF-DEB4D22EC967}" dt="2025-08-28T20:42:36.488" v="853" actId="1076"/>
          <ac:spMkLst>
            <pc:docMk/>
            <pc:sldMk cId="1073089991" sldId="287"/>
            <ac:spMk id="8" creationId="{6CA91BCA-7FD5-F7F5-5AB7-0239DDFE5123}"/>
          </ac:spMkLst>
        </pc:spChg>
        <pc:spChg chg="add del mod">
          <ac:chgData name="JHEYSON FABIAN VILLAVISAN BUITRAGO" userId="e5ced5c2-d787-455d-b115-4f08a699b8c8" providerId="ADAL" clId="{697342B5-C775-4770-B0AF-DEB4D22EC967}" dt="2025-08-28T20:38:48.908" v="813" actId="478"/>
          <ac:spMkLst>
            <pc:docMk/>
            <pc:sldMk cId="1073089991" sldId="287"/>
            <ac:spMk id="9" creationId="{95A05670-3803-8B36-179C-D2DCAED2CADE}"/>
          </ac:spMkLst>
        </pc:spChg>
        <pc:spChg chg="mod">
          <ac:chgData name="JHEYSON FABIAN VILLAVISAN BUITRAGO" userId="e5ced5c2-d787-455d-b115-4f08a699b8c8" providerId="ADAL" clId="{697342B5-C775-4770-B0AF-DEB4D22EC967}" dt="2025-08-28T20:34:08.269" v="767" actId="20577"/>
          <ac:spMkLst>
            <pc:docMk/>
            <pc:sldMk cId="1073089991" sldId="287"/>
            <ac:spMk id="10" creationId="{6CE15F19-4304-4E9C-5B15-16F0E1C739E7}"/>
          </ac:spMkLst>
        </pc:spChg>
      </pc:sldChg>
      <pc:sldChg chg="add del">
        <pc:chgData name="JHEYSON FABIAN VILLAVISAN BUITRAGO" userId="e5ced5c2-d787-455d-b115-4f08a699b8c8" providerId="ADAL" clId="{697342B5-C775-4770-B0AF-DEB4D22EC967}" dt="2025-08-28T19:56:36.726" v="17" actId="47"/>
        <pc:sldMkLst>
          <pc:docMk/>
          <pc:sldMk cId="1693476339" sldId="288"/>
        </pc:sldMkLst>
      </pc:sldChg>
      <pc:sldChg chg="addSp delSp modSp add mod">
        <pc:chgData name="JHEYSON FABIAN VILLAVISAN BUITRAGO" userId="e5ced5c2-d787-455d-b115-4f08a699b8c8" providerId="ADAL" clId="{697342B5-C775-4770-B0AF-DEB4D22EC967}" dt="2025-08-28T20:51:19.917" v="964" actId="1076"/>
        <pc:sldMkLst>
          <pc:docMk/>
          <pc:sldMk cId="3711119762" sldId="288"/>
        </pc:sldMkLst>
        <pc:spChg chg="add mod">
          <ac:chgData name="JHEYSON FABIAN VILLAVISAN BUITRAGO" userId="e5ced5c2-d787-455d-b115-4f08a699b8c8" providerId="ADAL" clId="{697342B5-C775-4770-B0AF-DEB4D22EC967}" dt="2025-08-28T20:42:53.365" v="856" actId="20577"/>
          <ac:spMkLst>
            <pc:docMk/>
            <pc:sldMk cId="3711119762" sldId="288"/>
            <ac:spMk id="4" creationId="{C6EAABA5-F086-102C-3823-B7B3904DBC69}"/>
          </ac:spMkLst>
        </pc:spChg>
        <pc:spChg chg="add mod">
          <ac:chgData name="JHEYSON FABIAN VILLAVISAN BUITRAGO" userId="e5ced5c2-d787-455d-b115-4f08a699b8c8" providerId="ADAL" clId="{697342B5-C775-4770-B0AF-DEB4D22EC967}" dt="2025-08-28T20:51:19.917" v="964" actId="1076"/>
          <ac:spMkLst>
            <pc:docMk/>
            <pc:sldMk cId="3711119762" sldId="288"/>
            <ac:spMk id="6" creationId="{1F092DC1-A4BD-EFB1-17B8-2A9CE74053A9}"/>
          </ac:spMkLst>
        </pc:spChg>
        <pc:spChg chg="del mod">
          <ac:chgData name="JHEYSON FABIAN VILLAVISAN BUITRAGO" userId="e5ced5c2-d787-455d-b115-4f08a699b8c8" providerId="ADAL" clId="{697342B5-C775-4770-B0AF-DEB4D22EC967}" dt="2025-08-28T20:39:17.674" v="822" actId="478"/>
          <ac:spMkLst>
            <pc:docMk/>
            <pc:sldMk cId="3711119762" sldId="288"/>
            <ac:spMk id="8" creationId="{9EE37487-2631-EF8F-1C5B-4AFDA7A892EF}"/>
          </ac:spMkLst>
        </pc:spChg>
        <pc:spChg chg="del">
          <ac:chgData name="JHEYSON FABIAN VILLAVISAN BUITRAGO" userId="e5ced5c2-d787-455d-b115-4f08a699b8c8" providerId="ADAL" clId="{697342B5-C775-4770-B0AF-DEB4D22EC967}" dt="2025-08-28T20:38:46.970" v="812" actId="478"/>
          <ac:spMkLst>
            <pc:docMk/>
            <pc:sldMk cId="3711119762" sldId="288"/>
            <ac:spMk id="9" creationId="{F778887E-C996-5804-E6B4-7834BB84E558}"/>
          </ac:spMkLst>
        </pc:spChg>
        <pc:spChg chg="mod">
          <ac:chgData name="JHEYSON FABIAN VILLAVISAN BUITRAGO" userId="e5ced5c2-d787-455d-b115-4f08a699b8c8" providerId="ADAL" clId="{697342B5-C775-4770-B0AF-DEB4D22EC967}" dt="2025-08-28T20:43:04.608" v="858" actId="20577"/>
          <ac:spMkLst>
            <pc:docMk/>
            <pc:sldMk cId="3711119762" sldId="288"/>
            <ac:spMk id="10" creationId="{BCA83372-EB58-3247-DBF2-87222200A45A}"/>
          </ac:spMkLst>
        </pc:spChg>
      </pc:sldChg>
      <pc:sldChg chg="addSp modSp add mod">
        <pc:chgData name="JHEYSON FABIAN VILLAVISAN BUITRAGO" userId="e5ced5c2-d787-455d-b115-4f08a699b8c8" providerId="ADAL" clId="{697342B5-C775-4770-B0AF-DEB4D22EC967}" dt="2025-08-28T20:52:17.324" v="975" actId="20577"/>
        <pc:sldMkLst>
          <pc:docMk/>
          <pc:sldMk cId="1844154036" sldId="289"/>
        </pc:sldMkLst>
        <pc:spChg chg="mod">
          <ac:chgData name="JHEYSON FABIAN VILLAVISAN BUITRAGO" userId="e5ced5c2-d787-455d-b115-4f08a699b8c8" providerId="ADAL" clId="{697342B5-C775-4770-B0AF-DEB4D22EC967}" dt="2025-08-28T20:51:43.666" v="972" actId="1076"/>
          <ac:spMkLst>
            <pc:docMk/>
            <pc:sldMk cId="1844154036" sldId="289"/>
            <ac:spMk id="4" creationId="{21F41B81-BBAA-57FA-B9BF-584882319343}"/>
          </ac:spMkLst>
        </pc:spChg>
        <pc:spChg chg="add mod">
          <ac:chgData name="JHEYSON FABIAN VILLAVISAN BUITRAGO" userId="e5ced5c2-d787-455d-b115-4f08a699b8c8" providerId="ADAL" clId="{697342B5-C775-4770-B0AF-DEB4D22EC967}" dt="2025-08-28T20:51:46.245" v="973" actId="1076"/>
          <ac:spMkLst>
            <pc:docMk/>
            <pc:sldMk cId="1844154036" sldId="289"/>
            <ac:spMk id="6" creationId="{967ECFF2-3718-A2C2-37A6-90F1FA7D0D9D}"/>
          </ac:spMkLst>
        </pc:spChg>
        <pc:spChg chg="mod">
          <ac:chgData name="JHEYSON FABIAN VILLAVISAN BUITRAGO" userId="e5ced5c2-d787-455d-b115-4f08a699b8c8" providerId="ADAL" clId="{697342B5-C775-4770-B0AF-DEB4D22EC967}" dt="2025-08-28T20:52:17.324" v="975" actId="20577"/>
          <ac:spMkLst>
            <pc:docMk/>
            <pc:sldMk cId="1844154036" sldId="289"/>
            <ac:spMk id="10" creationId="{7C2BB1C2-C28C-85EE-9C17-650C73A758CF}"/>
          </ac:spMkLst>
        </pc:spChg>
      </pc:sldChg>
      <pc:sldChg chg="add del">
        <pc:chgData name="JHEYSON FABIAN VILLAVISAN BUITRAGO" userId="e5ced5c2-d787-455d-b115-4f08a699b8c8" providerId="ADAL" clId="{697342B5-C775-4770-B0AF-DEB4D22EC967}" dt="2025-08-28T19:56:37.341" v="18" actId="47"/>
        <pc:sldMkLst>
          <pc:docMk/>
          <pc:sldMk cId="2984553591" sldId="289"/>
        </pc:sldMkLst>
      </pc:sldChg>
      <pc:sldChg chg="add del">
        <pc:chgData name="JHEYSON FABIAN VILLAVISAN BUITRAGO" userId="e5ced5c2-d787-455d-b115-4f08a699b8c8" providerId="ADAL" clId="{697342B5-C775-4770-B0AF-DEB4D22EC967}" dt="2025-08-28T19:56:37.594" v="19" actId="47"/>
        <pc:sldMkLst>
          <pc:docMk/>
          <pc:sldMk cId="407945755" sldId="290"/>
        </pc:sldMkLst>
      </pc:sldChg>
      <pc:sldChg chg="add del">
        <pc:chgData name="JHEYSON FABIAN VILLAVISAN BUITRAGO" userId="e5ced5c2-d787-455d-b115-4f08a699b8c8" providerId="ADAL" clId="{697342B5-C775-4770-B0AF-DEB4D22EC967}" dt="2025-08-28T19:56:37.973" v="20" actId="47"/>
        <pc:sldMkLst>
          <pc:docMk/>
          <pc:sldMk cId="1362307742" sldId="291"/>
        </pc:sldMkLst>
      </pc:sldChg>
      <pc:sldChg chg="add del">
        <pc:chgData name="JHEYSON FABIAN VILLAVISAN BUITRAGO" userId="e5ced5c2-d787-455d-b115-4f08a699b8c8" providerId="ADAL" clId="{697342B5-C775-4770-B0AF-DEB4D22EC967}" dt="2025-08-28T19:56:34.380" v="5" actId="47"/>
        <pc:sldMkLst>
          <pc:docMk/>
          <pc:sldMk cId="2448612144" sldId="293"/>
        </pc:sldMkLst>
      </pc:sldChg>
      <pc:sldChg chg="add del">
        <pc:chgData name="JHEYSON FABIAN VILLAVISAN BUITRAGO" userId="e5ced5c2-d787-455d-b115-4f08a699b8c8" providerId="ADAL" clId="{697342B5-C775-4770-B0AF-DEB4D22EC967}" dt="2025-08-28T19:56:36.188" v="14" actId="47"/>
        <pc:sldMkLst>
          <pc:docMk/>
          <pc:sldMk cId="2466407268" sldId="294"/>
        </pc:sldMkLst>
      </pc:sldChg>
      <pc:sldChg chg="add del">
        <pc:chgData name="JHEYSON FABIAN VILLAVISAN BUITRAGO" userId="e5ced5c2-d787-455d-b115-4f08a699b8c8" providerId="ADAL" clId="{697342B5-C775-4770-B0AF-DEB4D22EC967}" dt="2025-08-28T19:56:36.543" v="16" actId="47"/>
        <pc:sldMkLst>
          <pc:docMk/>
          <pc:sldMk cId="2113326980" sldId="295"/>
        </pc:sldMkLst>
      </pc:sldChg>
      <pc:sldChg chg="add del">
        <pc:chgData name="JHEYSON FABIAN VILLAVISAN BUITRAGO" userId="e5ced5c2-d787-455d-b115-4f08a699b8c8" providerId="ADAL" clId="{697342B5-C775-4770-B0AF-DEB4D22EC967}" dt="2025-08-28T19:56:34.591" v="6" actId="47"/>
        <pc:sldMkLst>
          <pc:docMk/>
          <pc:sldMk cId="291105608" sldId="296"/>
        </pc:sldMkLst>
      </pc:sldChg>
      <pc:sldChg chg="add del">
        <pc:chgData name="JHEYSON FABIAN VILLAVISAN BUITRAGO" userId="e5ced5c2-d787-455d-b115-4f08a699b8c8" providerId="ADAL" clId="{697342B5-C775-4770-B0AF-DEB4D22EC967}" dt="2025-08-28T19:56:34.798" v="7" actId="47"/>
        <pc:sldMkLst>
          <pc:docMk/>
          <pc:sldMk cId="3819376886" sldId="297"/>
        </pc:sldMkLst>
      </pc:sldChg>
      <pc:sldChg chg="addSp modSp add del mod">
        <pc:chgData name="JHEYSON FABIAN VILLAVISAN BUITRAGO" userId="e5ced5c2-d787-455d-b115-4f08a699b8c8" providerId="ADAL" clId="{697342B5-C775-4770-B0AF-DEB4D22EC967}" dt="2025-08-28T20:54:45.528" v="991" actId="1076"/>
        <pc:sldMkLst>
          <pc:docMk/>
          <pc:sldMk cId="3615389890" sldId="298"/>
        </pc:sldMkLst>
        <pc:spChg chg="add mod">
          <ac:chgData name="JHEYSON FABIAN VILLAVISAN BUITRAGO" userId="e5ced5c2-d787-455d-b115-4f08a699b8c8" providerId="ADAL" clId="{697342B5-C775-4770-B0AF-DEB4D22EC967}" dt="2025-08-28T20:54:45.528" v="991" actId="1076"/>
          <ac:spMkLst>
            <pc:docMk/>
            <pc:sldMk cId="3615389890" sldId="298"/>
            <ac:spMk id="4" creationId="{7A8A4C37-FC3E-2239-BB44-1219C8EE81E3}"/>
          </ac:spMkLst>
        </pc:spChg>
        <pc:spChg chg="mod">
          <ac:chgData name="JHEYSON FABIAN VILLAVISAN BUITRAGO" userId="e5ced5c2-d787-455d-b115-4f08a699b8c8" providerId="ADAL" clId="{697342B5-C775-4770-B0AF-DEB4D22EC967}" dt="2025-08-28T20:54:09.607" v="985" actId="20577"/>
          <ac:spMkLst>
            <pc:docMk/>
            <pc:sldMk cId="3615389890" sldId="298"/>
            <ac:spMk id="10" creationId="{B44EC515-5B24-BF20-B898-CA81C5CA1C28}"/>
          </ac:spMkLst>
        </pc:spChg>
      </pc:sldChg>
      <pc:sldChg chg="addSp modSp add del mod">
        <pc:chgData name="JHEYSON FABIAN VILLAVISAN BUITRAGO" userId="e5ced5c2-d787-455d-b115-4f08a699b8c8" providerId="ADAL" clId="{697342B5-C775-4770-B0AF-DEB4D22EC967}" dt="2025-08-28T20:54:40.094" v="989" actId="1582"/>
        <pc:sldMkLst>
          <pc:docMk/>
          <pc:sldMk cId="3420418071" sldId="299"/>
        </pc:sldMkLst>
        <pc:spChg chg="add mod">
          <ac:chgData name="JHEYSON FABIAN VILLAVISAN BUITRAGO" userId="e5ced5c2-d787-455d-b115-4f08a699b8c8" providerId="ADAL" clId="{697342B5-C775-4770-B0AF-DEB4D22EC967}" dt="2025-08-28T20:54:40.094" v="989" actId="1582"/>
          <ac:spMkLst>
            <pc:docMk/>
            <pc:sldMk cId="3420418071" sldId="299"/>
            <ac:spMk id="3" creationId="{9ED20A1D-E2E2-C092-F660-3B9DBF1E6A5B}"/>
          </ac:spMkLst>
        </pc:spChg>
        <pc:spChg chg="mod">
          <ac:chgData name="JHEYSON FABIAN VILLAVISAN BUITRAGO" userId="e5ced5c2-d787-455d-b115-4f08a699b8c8" providerId="ADAL" clId="{697342B5-C775-4770-B0AF-DEB4D22EC967}" dt="2025-08-28T20:53:34.621" v="978" actId="20577"/>
          <ac:spMkLst>
            <pc:docMk/>
            <pc:sldMk cId="3420418071" sldId="299"/>
            <ac:spMk id="10" creationId="{81863EB9-70AC-94AC-9357-8D202F2E6281}"/>
          </ac:spMkLst>
        </pc:spChg>
      </pc:sldChg>
      <pc:sldChg chg="modSp add del mod">
        <pc:chgData name="JHEYSON FABIAN VILLAVISAN BUITRAGO" userId="e5ced5c2-d787-455d-b115-4f08a699b8c8" providerId="ADAL" clId="{697342B5-C775-4770-B0AF-DEB4D22EC967}" dt="2025-08-28T20:54:03.060" v="983" actId="47"/>
        <pc:sldMkLst>
          <pc:docMk/>
          <pc:sldMk cId="24185597" sldId="300"/>
        </pc:sldMkLst>
        <pc:spChg chg="mod">
          <ac:chgData name="JHEYSON FABIAN VILLAVISAN BUITRAGO" userId="e5ced5c2-d787-455d-b115-4f08a699b8c8" providerId="ADAL" clId="{697342B5-C775-4770-B0AF-DEB4D22EC967}" dt="2025-08-28T20:53:44.053" v="981" actId="20577"/>
          <ac:spMkLst>
            <pc:docMk/>
            <pc:sldMk cId="24185597" sldId="300"/>
            <ac:spMk id="10" creationId="{81863EB9-70AC-94AC-9357-8D202F2E6281}"/>
          </ac:spMkLst>
        </pc:spChg>
      </pc:sldChg>
      <pc:sldChg chg="modSp add mod ord">
        <pc:chgData name="JHEYSON FABIAN VILLAVISAN BUITRAGO" userId="e5ced5c2-d787-455d-b115-4f08a699b8c8" providerId="ADAL" clId="{697342B5-C775-4770-B0AF-DEB4D22EC967}" dt="2025-08-28T20:57:01.603" v="1027" actId="1076"/>
        <pc:sldMkLst>
          <pc:docMk/>
          <pc:sldMk cId="3504482196" sldId="300"/>
        </pc:sldMkLst>
        <pc:spChg chg="mod">
          <ac:chgData name="JHEYSON FABIAN VILLAVISAN BUITRAGO" userId="e5ced5c2-d787-455d-b115-4f08a699b8c8" providerId="ADAL" clId="{697342B5-C775-4770-B0AF-DEB4D22EC967}" dt="2025-08-28T20:57:01.603" v="1027" actId="1076"/>
          <ac:spMkLst>
            <pc:docMk/>
            <pc:sldMk cId="3504482196" sldId="300"/>
            <ac:spMk id="4" creationId="{D3DB3A63-C44A-5FF6-78FB-9F155147ECDF}"/>
          </ac:spMkLst>
        </pc:spChg>
        <pc:spChg chg="mod">
          <ac:chgData name="JHEYSON FABIAN VILLAVISAN BUITRAGO" userId="e5ced5c2-d787-455d-b115-4f08a699b8c8" providerId="ADAL" clId="{697342B5-C775-4770-B0AF-DEB4D22EC967}" dt="2025-08-28T20:56:55.393" v="1026" actId="20577"/>
          <ac:spMkLst>
            <pc:docMk/>
            <pc:sldMk cId="3504482196" sldId="300"/>
            <ac:spMk id="6" creationId="{4EB563D7-1B8E-3BBA-4FF5-FAEA1C300D07}"/>
          </ac:spMkLst>
        </pc:spChg>
        <pc:spChg chg="mod">
          <ac:chgData name="JHEYSON FABIAN VILLAVISAN BUITRAGO" userId="e5ced5c2-d787-455d-b115-4f08a699b8c8" providerId="ADAL" clId="{697342B5-C775-4770-B0AF-DEB4D22EC967}" dt="2025-08-28T20:56:00.453" v="996" actId="20577"/>
          <ac:spMkLst>
            <pc:docMk/>
            <pc:sldMk cId="3504482196" sldId="300"/>
            <ac:spMk id="10" creationId="{815761EE-43D3-C184-C50E-901A04D4F924}"/>
          </ac:spMkLst>
        </pc:spChg>
      </pc:sldChg>
      <pc:sldChg chg="modSp add mod">
        <pc:chgData name="JHEYSON FABIAN VILLAVISAN BUITRAGO" userId="e5ced5c2-d787-455d-b115-4f08a699b8c8" providerId="ADAL" clId="{697342B5-C775-4770-B0AF-DEB4D22EC967}" dt="2025-08-28T20:59:42.880" v="1039" actId="20577"/>
        <pc:sldMkLst>
          <pc:docMk/>
          <pc:sldMk cId="3238592863" sldId="301"/>
        </pc:sldMkLst>
        <pc:spChg chg="mod">
          <ac:chgData name="JHEYSON FABIAN VILLAVISAN BUITRAGO" userId="e5ced5c2-d787-455d-b115-4f08a699b8c8" providerId="ADAL" clId="{697342B5-C775-4770-B0AF-DEB4D22EC967}" dt="2025-08-28T20:59:39.417" v="1037" actId="1076"/>
          <ac:spMkLst>
            <pc:docMk/>
            <pc:sldMk cId="3238592863" sldId="301"/>
            <ac:spMk id="4" creationId="{72939D39-AC47-6465-4731-BBEA29A43E25}"/>
          </ac:spMkLst>
        </pc:spChg>
        <pc:spChg chg="mod">
          <ac:chgData name="JHEYSON FABIAN VILLAVISAN BUITRAGO" userId="e5ced5c2-d787-455d-b115-4f08a699b8c8" providerId="ADAL" clId="{697342B5-C775-4770-B0AF-DEB4D22EC967}" dt="2025-08-28T20:59:42.880" v="1039" actId="20577"/>
          <ac:spMkLst>
            <pc:docMk/>
            <pc:sldMk cId="3238592863" sldId="301"/>
            <ac:spMk id="10" creationId="{C80B1B2F-2FEC-BE7A-A63A-DEAE28DB5A78}"/>
          </ac:spMkLst>
        </pc:spChg>
      </pc:sldChg>
      <pc:sldChg chg="addSp delSp modSp add mod">
        <pc:chgData name="JHEYSON FABIAN VILLAVISAN BUITRAGO" userId="e5ced5c2-d787-455d-b115-4f08a699b8c8" providerId="ADAL" clId="{697342B5-C775-4770-B0AF-DEB4D22EC967}" dt="2025-08-28T21:07:49.498" v="1247" actId="113"/>
        <pc:sldMkLst>
          <pc:docMk/>
          <pc:sldMk cId="1588383939" sldId="302"/>
        </pc:sldMkLst>
        <pc:spChg chg="add del mod">
          <ac:chgData name="JHEYSON FABIAN VILLAVISAN BUITRAGO" userId="e5ced5c2-d787-455d-b115-4f08a699b8c8" providerId="ADAL" clId="{697342B5-C775-4770-B0AF-DEB4D22EC967}" dt="2025-08-28T21:07:10.715" v="1127" actId="255"/>
          <ac:spMkLst>
            <pc:docMk/>
            <pc:sldMk cId="1588383939" sldId="302"/>
            <ac:spMk id="4" creationId="{28C1BCD1-3C4B-88DA-BD47-DB41809448CC}"/>
          </ac:spMkLst>
        </pc:spChg>
        <pc:spChg chg="del mod">
          <ac:chgData name="JHEYSON FABIAN VILLAVISAN BUITRAGO" userId="e5ced5c2-d787-455d-b115-4f08a699b8c8" providerId="ADAL" clId="{697342B5-C775-4770-B0AF-DEB4D22EC967}" dt="2025-08-28T21:05:53.678" v="1088" actId="478"/>
          <ac:spMkLst>
            <pc:docMk/>
            <pc:sldMk cId="1588383939" sldId="302"/>
            <ac:spMk id="6" creationId="{774A710A-E677-089E-5F72-EF5F710AC7B8}"/>
          </ac:spMkLst>
        </pc:spChg>
        <pc:spChg chg="add mod">
          <ac:chgData name="JHEYSON FABIAN VILLAVISAN BUITRAGO" userId="e5ced5c2-d787-455d-b115-4f08a699b8c8" providerId="ADAL" clId="{697342B5-C775-4770-B0AF-DEB4D22EC967}" dt="2025-08-28T21:07:49.498" v="1247" actId="113"/>
          <ac:spMkLst>
            <pc:docMk/>
            <pc:sldMk cId="1588383939" sldId="302"/>
            <ac:spMk id="8" creationId="{93AA07C4-0AEA-70A6-EA25-9C501E79AFCF}"/>
          </ac:spMkLst>
        </pc:spChg>
        <pc:spChg chg="mod">
          <ac:chgData name="JHEYSON FABIAN VILLAVISAN BUITRAGO" userId="e5ced5c2-d787-455d-b115-4f08a699b8c8" providerId="ADAL" clId="{697342B5-C775-4770-B0AF-DEB4D22EC967}" dt="2025-08-28T21:04:31.588" v="1042" actId="20577"/>
          <ac:spMkLst>
            <pc:docMk/>
            <pc:sldMk cId="1588383939" sldId="302"/>
            <ac:spMk id="10" creationId="{692BDF9E-2099-17C8-8E76-E854F08BBFAE}"/>
          </ac:spMkLst>
        </pc:spChg>
      </pc:sldChg>
      <pc:sldChg chg="addSp delSp modSp add mod">
        <pc:chgData name="JHEYSON FABIAN VILLAVISAN BUITRAGO" userId="e5ced5c2-d787-455d-b115-4f08a699b8c8" providerId="ADAL" clId="{697342B5-C775-4770-B0AF-DEB4D22EC967}" dt="2025-08-28T21:30:03.626" v="1792" actId="1076"/>
        <pc:sldMkLst>
          <pc:docMk/>
          <pc:sldMk cId="658582679" sldId="303"/>
        </pc:sldMkLst>
        <pc:spChg chg="mod">
          <ac:chgData name="JHEYSON FABIAN VILLAVISAN BUITRAGO" userId="e5ced5c2-d787-455d-b115-4f08a699b8c8" providerId="ADAL" clId="{697342B5-C775-4770-B0AF-DEB4D22EC967}" dt="2025-08-28T21:30:03.626" v="1792" actId="1076"/>
          <ac:spMkLst>
            <pc:docMk/>
            <pc:sldMk cId="658582679" sldId="303"/>
            <ac:spMk id="2" creationId="{B94E6F50-D2E7-A871-B3DC-2D5194654E04}"/>
          </ac:spMkLst>
        </pc:spChg>
        <pc:spChg chg="del">
          <ac:chgData name="JHEYSON FABIAN VILLAVISAN BUITRAGO" userId="e5ced5c2-d787-455d-b115-4f08a699b8c8" providerId="ADAL" clId="{697342B5-C775-4770-B0AF-DEB4D22EC967}" dt="2025-08-28T21:15:04.811" v="1279" actId="478"/>
          <ac:spMkLst>
            <pc:docMk/>
            <pc:sldMk cId="658582679" sldId="303"/>
            <ac:spMk id="4" creationId="{F52AFF45-6B44-F279-71D8-A2B100ADFD8C}"/>
          </ac:spMkLst>
        </pc:spChg>
        <pc:spChg chg="del">
          <ac:chgData name="JHEYSON FABIAN VILLAVISAN BUITRAGO" userId="e5ced5c2-d787-455d-b115-4f08a699b8c8" providerId="ADAL" clId="{697342B5-C775-4770-B0AF-DEB4D22EC967}" dt="2025-08-28T21:15:06.112" v="1280" actId="478"/>
          <ac:spMkLst>
            <pc:docMk/>
            <pc:sldMk cId="658582679" sldId="303"/>
            <ac:spMk id="8" creationId="{9AAECEF5-9D28-837C-E81E-E041C60677E3}"/>
          </ac:spMkLst>
        </pc:spChg>
        <pc:spChg chg="mod">
          <ac:chgData name="JHEYSON FABIAN VILLAVISAN BUITRAGO" userId="e5ced5c2-d787-455d-b115-4f08a699b8c8" providerId="ADAL" clId="{697342B5-C775-4770-B0AF-DEB4D22EC967}" dt="2025-08-28T21:25:54.972" v="1459" actId="20577"/>
          <ac:spMkLst>
            <pc:docMk/>
            <pc:sldMk cId="658582679" sldId="303"/>
            <ac:spMk id="10" creationId="{4C20299A-9B23-B98D-4204-84CEB692880A}"/>
          </ac:spMkLst>
        </pc:spChg>
        <pc:picChg chg="del">
          <ac:chgData name="JHEYSON FABIAN VILLAVISAN BUITRAGO" userId="e5ced5c2-d787-455d-b115-4f08a699b8c8" providerId="ADAL" clId="{697342B5-C775-4770-B0AF-DEB4D22EC967}" dt="2025-08-28T21:15:03.342" v="1278" actId="478"/>
          <ac:picMkLst>
            <pc:docMk/>
            <pc:sldMk cId="658582679" sldId="303"/>
            <ac:picMk id="7" creationId="{EE03B4DA-A22D-0251-3BA5-8CDB1D4CE836}"/>
          </ac:picMkLst>
        </pc:picChg>
        <pc:picChg chg="add mod">
          <ac:chgData name="JHEYSON FABIAN VILLAVISAN BUITRAGO" userId="e5ced5c2-d787-455d-b115-4f08a699b8c8" providerId="ADAL" clId="{697342B5-C775-4770-B0AF-DEB4D22EC967}" dt="2025-08-28T21:27:34.936" v="1476" actId="1076"/>
          <ac:picMkLst>
            <pc:docMk/>
            <pc:sldMk cId="658582679" sldId="303"/>
            <ac:picMk id="3074" creationId="{DB4CE4F1-A45C-1060-E61F-2E9D89F84627}"/>
          </ac:picMkLst>
        </pc:picChg>
        <pc:picChg chg="add mod">
          <ac:chgData name="JHEYSON FABIAN VILLAVISAN BUITRAGO" userId="e5ced5c2-d787-455d-b115-4f08a699b8c8" providerId="ADAL" clId="{697342B5-C775-4770-B0AF-DEB4D22EC967}" dt="2025-08-28T21:27:36.447" v="1477" actId="1076"/>
          <ac:picMkLst>
            <pc:docMk/>
            <pc:sldMk cId="658582679" sldId="303"/>
            <ac:picMk id="3076" creationId="{2109C652-ACA9-A567-1C0C-B48D21C78981}"/>
          </ac:picMkLst>
        </pc:picChg>
      </pc:sldChg>
    </pc:docChg>
  </pc:docChgLst>
  <pc:docChgLst>
    <pc:chgData name="JHEYSON FABIAN VILLAVISAN BUITRAGO" userId="e5ced5c2-d787-455d-b115-4f08a699b8c8" providerId="ADAL" clId="{E611AEB0-3E0A-425F-BE9E-C3689EC9C195}"/>
    <pc:docChg chg="undo custSel addSld delSld modSld sldOrd modSection">
      <pc:chgData name="JHEYSON FABIAN VILLAVISAN BUITRAGO" userId="e5ced5c2-d787-455d-b115-4f08a699b8c8" providerId="ADAL" clId="{E611AEB0-3E0A-425F-BE9E-C3689EC9C195}" dt="2023-08-13T23:43:28.742" v="2558" actId="20577"/>
      <pc:docMkLst>
        <pc:docMk/>
      </pc:docMkLst>
      <pc:sldChg chg="modSp mod">
        <pc:chgData name="JHEYSON FABIAN VILLAVISAN BUITRAGO" userId="e5ced5c2-d787-455d-b115-4f08a699b8c8" providerId="ADAL" clId="{E611AEB0-3E0A-425F-BE9E-C3689EC9C195}" dt="2023-08-06T21:21:20.793" v="61" actId="20577"/>
        <pc:sldMkLst>
          <pc:docMk/>
          <pc:sldMk cId="0" sldId="256"/>
        </pc:sldMkLst>
      </pc:sldChg>
      <pc:sldChg chg="del">
        <pc:chgData name="JHEYSON FABIAN VILLAVISAN BUITRAGO" userId="e5ced5c2-d787-455d-b115-4f08a699b8c8" providerId="ADAL" clId="{E611AEB0-3E0A-425F-BE9E-C3689EC9C195}" dt="2023-08-06T21:16:53.114" v="27" actId="47"/>
        <pc:sldMkLst>
          <pc:docMk/>
          <pc:sldMk cId="0" sldId="261"/>
        </pc:sldMkLst>
      </pc:sldChg>
      <pc:sldChg chg="del">
        <pc:chgData name="JHEYSON FABIAN VILLAVISAN BUITRAGO" userId="e5ced5c2-d787-455d-b115-4f08a699b8c8" providerId="ADAL" clId="{E611AEB0-3E0A-425F-BE9E-C3689EC9C195}" dt="2023-08-06T21:16:53.114" v="27" actId="47"/>
        <pc:sldMkLst>
          <pc:docMk/>
          <pc:sldMk cId="0" sldId="264"/>
        </pc:sldMkLst>
      </pc:sldChg>
      <pc:sldChg chg="del">
        <pc:chgData name="JHEYSON FABIAN VILLAVISAN BUITRAGO" userId="e5ced5c2-d787-455d-b115-4f08a699b8c8" providerId="ADAL" clId="{E611AEB0-3E0A-425F-BE9E-C3689EC9C195}" dt="2023-08-06T21:16:53.114" v="27" actId="47"/>
        <pc:sldMkLst>
          <pc:docMk/>
          <pc:sldMk cId="0" sldId="265"/>
        </pc:sldMkLst>
      </pc:sldChg>
      <pc:sldChg chg="del">
        <pc:chgData name="JHEYSON FABIAN VILLAVISAN BUITRAGO" userId="e5ced5c2-d787-455d-b115-4f08a699b8c8" providerId="ADAL" clId="{E611AEB0-3E0A-425F-BE9E-C3689EC9C195}" dt="2023-08-06T21:16:53.114" v="27" actId="47"/>
        <pc:sldMkLst>
          <pc:docMk/>
          <pc:sldMk cId="0" sldId="266"/>
        </pc:sldMkLst>
      </pc:sldChg>
      <pc:sldChg chg="del">
        <pc:chgData name="JHEYSON FABIAN VILLAVISAN BUITRAGO" userId="e5ced5c2-d787-455d-b115-4f08a699b8c8" providerId="ADAL" clId="{E611AEB0-3E0A-425F-BE9E-C3689EC9C195}" dt="2023-08-06T21:16:53.114" v="27" actId="47"/>
        <pc:sldMkLst>
          <pc:docMk/>
          <pc:sldMk cId="0" sldId="268"/>
        </pc:sldMkLst>
      </pc:sldChg>
      <pc:sldChg chg="modSp mod ord">
        <pc:chgData name="JHEYSON FABIAN VILLAVISAN BUITRAGO" userId="e5ced5c2-d787-455d-b115-4f08a699b8c8" providerId="ADAL" clId="{E611AEB0-3E0A-425F-BE9E-C3689EC9C195}" dt="2023-08-06T21:17:51.190" v="33" actId="20577"/>
        <pc:sldMkLst>
          <pc:docMk/>
          <pc:sldMk cId="2505371292" sldId="270"/>
        </pc:sldMkLst>
      </pc:sldChg>
      <pc:sldChg chg="addSp delSp modSp mod">
        <pc:chgData name="JHEYSON FABIAN VILLAVISAN BUITRAGO" userId="e5ced5c2-d787-455d-b115-4f08a699b8c8" providerId="ADAL" clId="{E611AEB0-3E0A-425F-BE9E-C3689EC9C195}" dt="2023-08-06T21:17:54.373" v="34" actId="20577"/>
        <pc:sldMkLst>
          <pc:docMk/>
          <pc:sldMk cId="3709177429" sldId="274"/>
        </pc:sldMkLst>
      </pc:sldChg>
      <pc:sldChg chg="addSp delSp modSp add mod">
        <pc:chgData name="JHEYSON FABIAN VILLAVISAN BUITRAGO" userId="e5ced5c2-d787-455d-b115-4f08a699b8c8" providerId="ADAL" clId="{E611AEB0-3E0A-425F-BE9E-C3689EC9C195}" dt="2023-08-06T21:21:49.016" v="104" actId="1076"/>
        <pc:sldMkLst>
          <pc:docMk/>
          <pc:sldMk cId="616220982" sldId="275"/>
        </pc:sldMkLst>
      </pc:sldChg>
      <pc:sldChg chg="del">
        <pc:chgData name="JHEYSON FABIAN VILLAVISAN BUITRAGO" userId="e5ced5c2-d787-455d-b115-4f08a699b8c8" providerId="ADAL" clId="{E611AEB0-3E0A-425F-BE9E-C3689EC9C195}" dt="2023-08-06T21:16:53.114" v="27" actId="47"/>
        <pc:sldMkLst>
          <pc:docMk/>
          <pc:sldMk cId="2680639377" sldId="275"/>
        </pc:sldMkLst>
      </pc:sldChg>
      <pc:sldChg chg="addSp modSp add mod">
        <pc:chgData name="JHEYSON FABIAN VILLAVISAN BUITRAGO" userId="e5ced5c2-d787-455d-b115-4f08a699b8c8" providerId="ADAL" clId="{E611AEB0-3E0A-425F-BE9E-C3689EC9C195}" dt="2023-08-13T20:06:29.028" v="1843" actId="20577"/>
        <pc:sldMkLst>
          <pc:docMk/>
          <pc:sldMk cId="3873222534" sldId="276"/>
        </pc:sldMkLst>
      </pc:sldChg>
      <pc:sldChg chg="del">
        <pc:chgData name="JHEYSON FABIAN VILLAVISAN BUITRAGO" userId="e5ced5c2-d787-455d-b115-4f08a699b8c8" providerId="ADAL" clId="{E611AEB0-3E0A-425F-BE9E-C3689EC9C195}" dt="2023-08-06T21:16:53.114" v="27" actId="47"/>
        <pc:sldMkLst>
          <pc:docMk/>
          <pc:sldMk cId="1955606898" sldId="277"/>
        </pc:sldMkLst>
      </pc:sldChg>
      <pc:sldChg chg="addSp delSp modSp add mod">
        <pc:chgData name="JHEYSON FABIAN VILLAVISAN BUITRAGO" userId="e5ced5c2-d787-455d-b115-4f08a699b8c8" providerId="ADAL" clId="{E611AEB0-3E0A-425F-BE9E-C3689EC9C195}" dt="2023-08-06T22:38:44.355" v="675" actId="20577"/>
        <pc:sldMkLst>
          <pc:docMk/>
          <pc:sldMk cId="3594096077" sldId="277"/>
        </pc:sldMkLst>
      </pc:sldChg>
      <pc:sldChg chg="addSp delSp modSp add mod">
        <pc:chgData name="JHEYSON FABIAN VILLAVISAN BUITRAGO" userId="e5ced5c2-d787-455d-b115-4f08a699b8c8" providerId="ADAL" clId="{E611AEB0-3E0A-425F-BE9E-C3689EC9C195}" dt="2023-08-13T20:13:55.593" v="1857" actId="20577"/>
        <pc:sldMkLst>
          <pc:docMk/>
          <pc:sldMk cId="58491467" sldId="278"/>
        </pc:sldMkLst>
      </pc:sldChg>
      <pc:sldChg chg="del">
        <pc:chgData name="JHEYSON FABIAN VILLAVISAN BUITRAGO" userId="e5ced5c2-d787-455d-b115-4f08a699b8c8" providerId="ADAL" clId="{E611AEB0-3E0A-425F-BE9E-C3689EC9C195}" dt="2023-08-06T21:16:53.114" v="27" actId="47"/>
        <pc:sldMkLst>
          <pc:docMk/>
          <pc:sldMk cId="214171354" sldId="278"/>
        </pc:sldMkLst>
      </pc:sldChg>
      <pc:sldChg chg="add del">
        <pc:chgData name="JHEYSON FABIAN VILLAVISAN BUITRAGO" userId="e5ced5c2-d787-455d-b115-4f08a699b8c8" providerId="ADAL" clId="{E611AEB0-3E0A-425F-BE9E-C3689EC9C195}" dt="2023-08-06T22:56:20.201" v="962"/>
        <pc:sldMkLst>
          <pc:docMk/>
          <pc:sldMk cId="884874599" sldId="279"/>
        </pc:sldMkLst>
      </pc:sldChg>
      <pc:sldChg chg="modSp add mod">
        <pc:chgData name="JHEYSON FABIAN VILLAVISAN BUITRAGO" userId="e5ced5c2-d787-455d-b115-4f08a699b8c8" providerId="ADAL" clId="{E611AEB0-3E0A-425F-BE9E-C3689EC9C195}" dt="2023-08-06T23:03:02.327" v="1195" actId="20577"/>
        <pc:sldMkLst>
          <pc:docMk/>
          <pc:sldMk cId="1894837781" sldId="279"/>
        </pc:sldMkLst>
      </pc:sldChg>
      <pc:sldChg chg="del">
        <pc:chgData name="JHEYSON FABIAN VILLAVISAN BUITRAGO" userId="e5ced5c2-d787-455d-b115-4f08a699b8c8" providerId="ADAL" clId="{E611AEB0-3E0A-425F-BE9E-C3689EC9C195}" dt="2023-08-06T21:16:53.114" v="27" actId="47"/>
        <pc:sldMkLst>
          <pc:docMk/>
          <pc:sldMk cId="3765501484" sldId="279"/>
        </pc:sldMkLst>
      </pc:sldChg>
      <pc:sldChg chg="addSp modSp add mod">
        <pc:chgData name="JHEYSON FABIAN VILLAVISAN BUITRAGO" userId="e5ced5c2-d787-455d-b115-4f08a699b8c8" providerId="ADAL" clId="{E611AEB0-3E0A-425F-BE9E-C3689EC9C195}" dt="2023-08-13T20:07:21.430" v="1844" actId="313"/>
        <pc:sldMkLst>
          <pc:docMk/>
          <pc:sldMk cId="1064503744" sldId="280"/>
        </pc:sldMkLst>
      </pc:sldChg>
      <pc:sldChg chg="addSp delSp modSp add del mod">
        <pc:chgData name="JHEYSON FABIAN VILLAVISAN BUITRAGO" userId="e5ced5c2-d787-455d-b115-4f08a699b8c8" providerId="ADAL" clId="{E611AEB0-3E0A-425F-BE9E-C3689EC9C195}" dt="2023-08-06T23:02:48.758" v="1193" actId="47"/>
        <pc:sldMkLst>
          <pc:docMk/>
          <pc:sldMk cId="863128466" sldId="281"/>
        </pc:sldMkLst>
      </pc:sldChg>
      <pc:sldChg chg="modSp add mod">
        <pc:chgData name="JHEYSON FABIAN VILLAVISAN BUITRAGO" userId="e5ced5c2-d787-455d-b115-4f08a699b8c8" providerId="ADAL" clId="{E611AEB0-3E0A-425F-BE9E-C3689EC9C195}" dt="2023-08-06T23:50:37.257" v="1760" actId="20577"/>
        <pc:sldMkLst>
          <pc:docMk/>
          <pc:sldMk cId="3279518594" sldId="282"/>
        </pc:sldMkLst>
      </pc:sldChg>
      <pc:sldChg chg="addSp delSp modSp add mod modNotes modNotesTx">
        <pc:chgData name="JHEYSON FABIAN VILLAVISAN BUITRAGO" userId="e5ced5c2-d787-455d-b115-4f08a699b8c8" providerId="ADAL" clId="{E611AEB0-3E0A-425F-BE9E-C3689EC9C195}" dt="2023-08-13T20:54:34.948" v="1936" actId="20577"/>
        <pc:sldMkLst>
          <pc:docMk/>
          <pc:sldMk cId="600911693" sldId="283"/>
        </pc:sldMkLst>
      </pc:sldChg>
      <pc:sldChg chg="add del">
        <pc:chgData name="JHEYSON FABIAN VILLAVISAN BUITRAGO" userId="e5ced5c2-d787-455d-b115-4f08a699b8c8" providerId="ADAL" clId="{E611AEB0-3E0A-425F-BE9E-C3689EC9C195}" dt="2023-08-06T23:14:40.928" v="1476"/>
        <pc:sldMkLst>
          <pc:docMk/>
          <pc:sldMk cId="1235829378" sldId="284"/>
        </pc:sldMkLst>
      </pc:sldChg>
      <pc:sldChg chg="addSp delSp modSp add mod">
        <pc:chgData name="JHEYSON FABIAN VILLAVISAN BUITRAGO" userId="e5ced5c2-d787-455d-b115-4f08a699b8c8" providerId="ADAL" clId="{E611AEB0-3E0A-425F-BE9E-C3689EC9C195}" dt="2023-08-13T23:43:28.742" v="2558" actId="20577"/>
        <pc:sldMkLst>
          <pc:docMk/>
          <pc:sldMk cId="1698574024" sldId="284"/>
        </pc:sldMkLst>
      </pc:sldChg>
      <pc:sldChg chg="addSp delSp modSp add mod">
        <pc:chgData name="JHEYSON FABIAN VILLAVISAN BUITRAGO" userId="e5ced5c2-d787-455d-b115-4f08a699b8c8" providerId="ADAL" clId="{E611AEB0-3E0A-425F-BE9E-C3689EC9C195}" dt="2023-08-13T22:58:27.737" v="2422" actId="20577"/>
        <pc:sldMkLst>
          <pc:docMk/>
          <pc:sldMk cId="1499167107" sldId="285"/>
        </pc:sldMkLst>
      </pc:sldChg>
      <pc:sldChg chg="modSp add mod">
        <pc:chgData name="JHEYSON FABIAN VILLAVISAN BUITRAGO" userId="e5ced5c2-d787-455d-b115-4f08a699b8c8" providerId="ADAL" clId="{E611AEB0-3E0A-425F-BE9E-C3689EC9C195}" dt="2023-08-13T20:54:50.902" v="1941" actId="1076"/>
        <pc:sldMkLst>
          <pc:docMk/>
          <pc:sldMk cId="1001278451" sldId="286"/>
        </pc:sldMkLst>
      </pc:sldChg>
      <pc:sldChg chg="addSp delSp modSp add mod modNotes modNotesTx">
        <pc:chgData name="JHEYSON FABIAN VILLAVISAN BUITRAGO" userId="e5ced5c2-d787-455d-b115-4f08a699b8c8" providerId="ADAL" clId="{E611AEB0-3E0A-425F-BE9E-C3689EC9C195}" dt="2023-08-13T21:49:53.481" v="1959" actId="27636"/>
        <pc:sldMkLst>
          <pc:docMk/>
          <pc:sldMk cId="185654624" sldId="287"/>
        </pc:sldMkLst>
      </pc:sldChg>
      <pc:sldChg chg="addSp delSp modSp add mod ord modNotes modNotesTx">
        <pc:chgData name="JHEYSON FABIAN VILLAVISAN BUITRAGO" userId="e5ced5c2-d787-455d-b115-4f08a699b8c8" providerId="ADAL" clId="{E611AEB0-3E0A-425F-BE9E-C3689EC9C195}" dt="2023-08-13T22:00:57.834" v="2228" actId="20577"/>
        <pc:sldMkLst>
          <pc:docMk/>
          <pc:sldMk cId="1693476339" sldId="288"/>
        </pc:sldMkLst>
      </pc:sldChg>
      <pc:sldChg chg="addSp delSp modSp add mod modNotes modNotesTx">
        <pc:chgData name="JHEYSON FABIAN VILLAVISAN BUITRAGO" userId="e5ced5c2-d787-455d-b115-4f08a699b8c8" providerId="ADAL" clId="{E611AEB0-3E0A-425F-BE9E-C3689EC9C195}" dt="2023-08-13T22:03:21.085" v="2296" actId="20577"/>
        <pc:sldMkLst>
          <pc:docMk/>
          <pc:sldMk cId="2984553591" sldId="289"/>
        </pc:sldMkLst>
      </pc:sldChg>
      <pc:sldChg chg="addSp modSp add mod">
        <pc:chgData name="JHEYSON FABIAN VILLAVISAN BUITRAGO" userId="e5ced5c2-d787-455d-b115-4f08a699b8c8" providerId="ADAL" clId="{E611AEB0-3E0A-425F-BE9E-C3689EC9C195}" dt="2023-08-13T22:14:01.533" v="2343" actId="6549"/>
        <pc:sldMkLst>
          <pc:docMk/>
          <pc:sldMk cId="407945755" sldId="290"/>
        </pc:sldMkLst>
      </pc:sldChg>
      <pc:sldChg chg="addSp delSp modSp add del mod modNotes">
        <pc:chgData name="JHEYSON FABIAN VILLAVISAN BUITRAGO" userId="e5ced5c2-d787-455d-b115-4f08a699b8c8" providerId="ADAL" clId="{E611AEB0-3E0A-425F-BE9E-C3689EC9C195}" dt="2023-08-13T22:02:32.087" v="2251" actId="47"/>
        <pc:sldMkLst>
          <pc:docMk/>
          <pc:sldMk cId="2173391928" sldId="290"/>
        </pc:sldMkLst>
      </pc:sldChg>
      <pc:sldChg chg="addSp delSp modSp add mod modNotes modNotesTx">
        <pc:chgData name="JHEYSON FABIAN VILLAVISAN BUITRAGO" userId="e5ced5c2-d787-455d-b115-4f08a699b8c8" providerId="ADAL" clId="{E611AEB0-3E0A-425F-BE9E-C3689EC9C195}" dt="2023-08-13T22:54:08.046" v="2345" actId="27636"/>
        <pc:sldMkLst>
          <pc:docMk/>
          <pc:sldMk cId="1362307742" sldId="291"/>
        </pc:sldMkLst>
      </pc:sldChg>
      <pc:sldChg chg="addSp delSp modSp add mod modNotes modNotesTx">
        <pc:chgData name="JHEYSON FABIAN VILLAVISAN BUITRAGO" userId="e5ced5c2-d787-455d-b115-4f08a699b8c8" providerId="ADAL" clId="{E611AEB0-3E0A-425F-BE9E-C3689EC9C195}" dt="2023-08-13T23:30:03.823" v="2510" actId="1076"/>
        <pc:sldMkLst>
          <pc:docMk/>
          <pc:sldMk cId="1411283449" sldId="292"/>
        </pc:sldMkLst>
      </pc:sldChg>
    </pc:docChg>
  </pc:docChgLst>
  <pc:docChgLst>
    <pc:chgData name="JHEYSON FABIAN VILLAVISAN BUITRAGO" userId="S::jfvillavisanb@itc.edu.co::e5ced5c2-d787-455d-b115-4f08a699b8c8" providerId="AD" clId="Web-{15AE415D-BC42-1952-4D2A-BF7A6F4B0271}"/>
    <pc:docChg chg="modSld">
      <pc:chgData name="JHEYSON FABIAN VILLAVISAN BUITRAGO" userId="S::jfvillavisanb@itc.edu.co::e5ced5c2-d787-455d-b115-4f08a699b8c8" providerId="AD" clId="Web-{15AE415D-BC42-1952-4D2A-BF7A6F4B0271}" dt="2024-08-14T00:34:54.133" v="4" actId="1076"/>
      <pc:docMkLst>
        <pc:docMk/>
      </pc:docMkLst>
      <pc:sldChg chg="modSp">
        <pc:chgData name="JHEYSON FABIAN VILLAVISAN BUITRAGO" userId="S::jfvillavisanb@itc.edu.co::e5ced5c2-d787-455d-b115-4f08a699b8c8" providerId="AD" clId="Web-{15AE415D-BC42-1952-4D2A-BF7A6F4B0271}" dt="2024-08-14T00:34:54.133" v="4" actId="1076"/>
        <pc:sldMkLst>
          <pc:docMk/>
          <pc:sldMk cId="185654624" sldId="287"/>
        </pc:sldMkLst>
      </pc:sldChg>
      <pc:sldChg chg="addSp delSp modSp">
        <pc:chgData name="JHEYSON FABIAN VILLAVISAN BUITRAGO" userId="S::jfvillavisanb@itc.edu.co::e5ced5c2-d787-455d-b115-4f08a699b8c8" providerId="AD" clId="Web-{15AE415D-BC42-1952-4D2A-BF7A6F4B0271}" dt="2024-08-13T22:53:33.079" v="2" actId="1076"/>
        <pc:sldMkLst>
          <pc:docMk/>
          <pc:sldMk cId="407945755" sldId="290"/>
        </pc:sldMkLst>
      </pc:sldChg>
    </pc:docChg>
  </pc:docChgLst>
  <pc:docChgLst>
    <pc:chgData name="DIEGO ALEJANDRO RODRIGUEZ GOMEZ" userId="S::darodriguezgo@itc.edu.co::1e2337d8-8fab-437d-a653-fa453b036901" providerId="AD" clId="Web-{ED068615-2687-A8F8-DB88-E3E4C92E219D}"/>
    <pc:docChg chg="sldOrd">
      <pc:chgData name="DIEGO ALEJANDRO RODRIGUEZ GOMEZ" userId="S::darodriguezgo@itc.edu.co::1e2337d8-8fab-437d-a653-fa453b036901" providerId="AD" clId="Web-{ED068615-2687-A8F8-DB88-E3E4C92E219D}" dt="2024-10-03T00:40:14.879" v="0"/>
      <pc:docMkLst>
        <pc:docMk/>
      </pc:docMkLst>
      <pc:sldChg chg="ord">
        <pc:chgData name="DIEGO ALEJANDRO RODRIGUEZ GOMEZ" userId="S::darodriguezgo@itc.edu.co::1e2337d8-8fab-437d-a653-fa453b036901" providerId="AD" clId="Web-{ED068615-2687-A8F8-DB88-E3E4C92E219D}" dt="2024-10-03T00:40:14.879" v="0"/>
        <pc:sldMkLst>
          <pc:docMk/>
          <pc:sldMk cId="1894837781" sldId="279"/>
        </pc:sldMkLst>
      </pc:sldChg>
    </pc:docChg>
  </pc:docChgLst>
  <pc:docChgLst>
    <pc:chgData name="CESAR ANDRES CARDENAS CHITIVA" userId="S::cacardenasc@itc.edu.co::7141082e-f5bc-48e1-a733-4ff10f1b4670" providerId="AD" clId="Web-{466D600D-8185-DC2E-AD7B-C958F5CFFF3E}"/>
    <pc:docChg chg="delSld modSection">
      <pc:chgData name="CESAR ANDRES CARDENAS CHITIVA" userId="S::cacardenasc@itc.edu.co::7141082e-f5bc-48e1-a733-4ff10f1b4670" providerId="AD" clId="Web-{466D600D-8185-DC2E-AD7B-C958F5CFFF3E}" dt="2023-09-10T19:32:45.392" v="0"/>
      <pc:docMkLst>
        <pc:docMk/>
      </pc:docMkLst>
      <pc:sldChg chg="del">
        <pc:chgData name="CESAR ANDRES CARDENAS CHITIVA" userId="S::cacardenasc@itc.edu.co::7141082e-f5bc-48e1-a733-4ff10f1b4670" providerId="AD" clId="Web-{466D600D-8185-DC2E-AD7B-C958F5CFFF3E}" dt="2023-09-10T19:32:45.392" v="0"/>
        <pc:sldMkLst>
          <pc:docMk/>
          <pc:sldMk cId="3279518594" sldId="282"/>
        </pc:sldMkLst>
      </pc:sldChg>
    </pc:docChg>
  </pc:docChgLst>
  <pc:docChgLst>
    <pc:chgData name="JHEYSON FABIAN VILLAVISAN BUITRAGO" userId="S::jfvillavisanb@itc.edu.co::e5ced5c2-d787-455d-b115-4f08a699b8c8" providerId="AD" clId="Web-{50FA6DDA-E351-DBE3-AA80-3D7A525F08AF}"/>
    <pc:docChg chg="modSld">
      <pc:chgData name="JHEYSON FABIAN VILLAVISAN BUITRAGO" userId="S::jfvillavisanb@itc.edu.co::e5ced5c2-d787-455d-b115-4f08a699b8c8" providerId="AD" clId="Web-{50FA6DDA-E351-DBE3-AA80-3D7A525F08AF}" dt="2024-08-28T00:49:28.227" v="0"/>
      <pc:docMkLst>
        <pc:docMk/>
      </pc:docMkLst>
      <pc:sldChg chg="delSp">
        <pc:chgData name="JHEYSON FABIAN VILLAVISAN BUITRAGO" userId="S::jfvillavisanb@itc.edu.co::e5ced5c2-d787-455d-b115-4f08a699b8c8" providerId="AD" clId="Web-{50FA6DDA-E351-DBE3-AA80-3D7A525F08AF}" dt="2024-08-28T00:49:28.227" v="0"/>
        <pc:sldMkLst>
          <pc:docMk/>
          <pc:sldMk cId="407945755" sldId="290"/>
        </pc:sldMkLst>
      </pc:sldChg>
    </pc:docChg>
  </pc:docChgLst>
  <pc:docChgLst>
    <pc:chgData name="JHEYSON FABIAN VILLAVISAN BUITRAGO" userId="e5ced5c2-d787-455d-b115-4f08a699b8c8" providerId="ADAL" clId="{83D57D63-D11F-4A5C-AF47-0F7B7BC46677}"/>
    <pc:docChg chg="custSel delSld modSld sldOrd modSection">
      <pc:chgData name="JHEYSON FABIAN VILLAVISAN BUITRAGO" userId="e5ced5c2-d787-455d-b115-4f08a699b8c8" providerId="ADAL" clId="{83D57D63-D11F-4A5C-AF47-0F7B7BC46677}" dt="2025-01-09T15:40:52.938" v="52" actId="1076"/>
      <pc:docMkLst>
        <pc:docMk/>
      </pc:docMkLst>
      <pc:sldChg chg="addSp delSp modSp mod">
        <pc:chgData name="JHEYSON FABIAN VILLAVISAN BUITRAGO" userId="e5ced5c2-d787-455d-b115-4f08a699b8c8" providerId="ADAL" clId="{83D57D63-D11F-4A5C-AF47-0F7B7BC46677}" dt="2025-01-04T23:16:10.811" v="4" actId="478"/>
        <pc:sldMkLst>
          <pc:docMk/>
          <pc:sldMk cId="2505371292" sldId="270"/>
        </pc:sldMkLst>
      </pc:sldChg>
      <pc:sldChg chg="modSp">
        <pc:chgData name="JHEYSON FABIAN VILLAVISAN BUITRAGO" userId="e5ced5c2-d787-455d-b115-4f08a699b8c8" providerId="ADAL" clId="{83D57D63-D11F-4A5C-AF47-0F7B7BC46677}" dt="2025-01-09T15:36:47.768" v="40"/>
        <pc:sldMkLst>
          <pc:docMk/>
          <pc:sldMk cId="1064503744" sldId="280"/>
        </pc:sldMkLst>
      </pc:sldChg>
      <pc:sldChg chg="modSp">
        <pc:chgData name="JHEYSON FABIAN VILLAVISAN BUITRAGO" userId="e5ced5c2-d787-455d-b115-4f08a699b8c8" providerId="ADAL" clId="{83D57D63-D11F-4A5C-AF47-0F7B7BC46677}" dt="2025-01-09T15:36:58.875" v="44"/>
        <pc:sldMkLst>
          <pc:docMk/>
          <pc:sldMk cId="600911693" sldId="283"/>
        </pc:sldMkLst>
      </pc:sldChg>
      <pc:sldChg chg="modSp mod">
        <pc:chgData name="JHEYSON FABIAN VILLAVISAN BUITRAGO" userId="e5ced5c2-d787-455d-b115-4f08a699b8c8" providerId="ADAL" clId="{83D57D63-D11F-4A5C-AF47-0F7B7BC46677}" dt="2025-01-09T15:38:47.438" v="48" actId="113"/>
        <pc:sldMkLst>
          <pc:docMk/>
          <pc:sldMk cId="1001278451" sldId="286"/>
        </pc:sldMkLst>
      </pc:sldChg>
      <pc:sldChg chg="modSp mod">
        <pc:chgData name="JHEYSON FABIAN VILLAVISAN BUITRAGO" userId="e5ced5c2-d787-455d-b115-4f08a699b8c8" providerId="ADAL" clId="{83D57D63-D11F-4A5C-AF47-0F7B7BC46677}" dt="2025-01-09T15:36:53.429" v="42"/>
        <pc:sldMkLst>
          <pc:docMk/>
          <pc:sldMk cId="185654624" sldId="287"/>
        </pc:sldMkLst>
      </pc:sldChg>
      <pc:sldChg chg="modSp mod">
        <pc:chgData name="JHEYSON FABIAN VILLAVISAN BUITRAGO" userId="e5ced5c2-d787-455d-b115-4f08a699b8c8" providerId="ADAL" clId="{83D57D63-D11F-4A5C-AF47-0F7B7BC46677}" dt="2025-01-09T15:40:52.938" v="52" actId="1076"/>
        <pc:sldMkLst>
          <pc:docMk/>
          <pc:sldMk cId="407945755" sldId="290"/>
        </pc:sldMkLst>
      </pc:sldChg>
      <pc:sldChg chg="modSp mod">
        <pc:chgData name="JHEYSON FABIAN VILLAVISAN BUITRAGO" userId="e5ced5c2-d787-455d-b115-4f08a699b8c8" providerId="ADAL" clId="{83D57D63-D11F-4A5C-AF47-0F7B7BC46677}" dt="2025-01-09T15:35:54.806" v="38" actId="20577"/>
        <pc:sldMkLst>
          <pc:docMk/>
          <pc:sldMk cId="2448612144" sldId="293"/>
        </pc:sldMkLst>
      </pc:sldChg>
      <pc:sldChg chg="addSp modSp mod ord">
        <pc:chgData name="JHEYSON FABIAN VILLAVISAN BUITRAGO" userId="e5ced5c2-d787-455d-b115-4f08a699b8c8" providerId="ADAL" clId="{83D57D63-D11F-4A5C-AF47-0F7B7BC46677}" dt="2025-01-09T15:37:20.119" v="47" actId="113"/>
        <pc:sldMkLst>
          <pc:docMk/>
          <pc:sldMk cId="2466407268" sldId="294"/>
        </pc:sldMkLst>
      </pc:sldChg>
      <pc:sldChg chg="modSp">
        <pc:chgData name="JHEYSON FABIAN VILLAVISAN BUITRAGO" userId="e5ced5c2-d787-455d-b115-4f08a699b8c8" providerId="ADAL" clId="{83D57D63-D11F-4A5C-AF47-0F7B7BC46677}" dt="2025-01-08T17:02:49.348" v="17" actId="20577"/>
        <pc:sldMkLst>
          <pc:docMk/>
          <pc:sldMk cId="2113326980" sldId="295"/>
        </pc:sldMkLst>
      </pc:sldChg>
      <pc:sldChg chg="del">
        <pc:chgData name="JHEYSON FABIAN VILLAVISAN BUITRAGO" userId="e5ced5c2-d787-455d-b115-4f08a699b8c8" providerId="ADAL" clId="{83D57D63-D11F-4A5C-AF47-0F7B7BC46677}" dt="2025-01-03T19:53:35.355" v="1" actId="47"/>
        <pc:sldMkLst>
          <pc:docMk/>
          <pc:sldMk cId="3981299200" sldId="296"/>
        </pc:sldMkLst>
      </pc:sldChg>
      <pc:sldChg chg="del">
        <pc:chgData name="JHEYSON FABIAN VILLAVISAN BUITRAGO" userId="e5ced5c2-d787-455d-b115-4f08a699b8c8" providerId="ADAL" clId="{83D57D63-D11F-4A5C-AF47-0F7B7BC46677}" dt="2025-01-03T19:53:19.807" v="0" actId="47"/>
        <pc:sldMkLst>
          <pc:docMk/>
          <pc:sldMk cId="1439744647" sldId="297"/>
        </pc:sldMkLst>
      </pc:sldChg>
    </pc:docChg>
  </pc:docChgLst>
  <pc:docChgLst>
    <pc:chgData name="DIEGO ALEJANDRO RODRIGUEZ GOMEZ" userId="S::darodriguezgo@itc.edu.co::1e2337d8-8fab-437d-a653-fa453b036901" providerId="AD" clId="Web-{C13E926A-233F-0F61-E50D-8A8162AF14F2}"/>
    <pc:docChg chg="addSld modSld sldOrd modSection">
      <pc:chgData name="DIEGO ALEJANDRO RODRIGUEZ GOMEZ" userId="S::darodriguezgo@itc.edu.co::1e2337d8-8fab-437d-a653-fa453b036901" providerId="AD" clId="Web-{C13E926A-233F-0F61-E50D-8A8162AF14F2}" dt="2024-08-28T01:30:14.005" v="6"/>
      <pc:docMkLst>
        <pc:docMk/>
      </pc:docMkLst>
      <pc:sldChg chg="ord">
        <pc:chgData name="DIEGO ALEJANDRO RODRIGUEZ GOMEZ" userId="S::darodriguezgo@itc.edu.co::1e2337d8-8fab-437d-a653-fa453b036901" providerId="AD" clId="Web-{C13E926A-233F-0F61-E50D-8A8162AF14F2}" dt="2024-08-28T00:47:08.796" v="0"/>
        <pc:sldMkLst>
          <pc:docMk/>
          <pc:sldMk cId="2984553591" sldId="289"/>
        </pc:sldMkLst>
      </pc:sldChg>
      <pc:sldChg chg="addSp delSp modSp ord">
        <pc:chgData name="DIEGO ALEJANDRO RODRIGUEZ GOMEZ" userId="S::darodriguezgo@itc.edu.co::1e2337d8-8fab-437d-a653-fa453b036901" providerId="AD" clId="Web-{C13E926A-233F-0F61-E50D-8A8162AF14F2}" dt="2024-08-28T01:30:14.005" v="6"/>
        <pc:sldMkLst>
          <pc:docMk/>
          <pc:sldMk cId="407945755" sldId="290"/>
        </pc:sldMkLst>
      </pc:sldChg>
      <pc:sldChg chg="new">
        <pc:chgData name="DIEGO ALEJANDRO RODRIGUEZ GOMEZ" userId="S::darodriguezgo@itc.edu.co::1e2337d8-8fab-437d-a653-fa453b036901" providerId="AD" clId="Web-{C13E926A-233F-0F61-E50D-8A8162AF14F2}" dt="2024-08-28T00:48:28.626" v="1"/>
        <pc:sldMkLst>
          <pc:docMk/>
          <pc:sldMk cId="3981299200" sldId="296"/>
        </pc:sldMkLst>
      </pc:sldChg>
    </pc:docChg>
  </pc:docChgLst>
  <pc:docChgLst>
    <pc:chgData name="DIEGO ALEJANDRO RODRIGUEZ GOMEZ" userId="S::darodriguezgo@itc.edu.co::1e2337d8-8fab-437d-a653-fa453b036901" providerId="AD" clId="Web-{538D1E32-CF57-9A4D-28E3-F76089058522}"/>
    <pc:docChg chg="addSld modSection">
      <pc:chgData name="DIEGO ALEJANDRO RODRIGUEZ GOMEZ" userId="S::darodriguezgo@itc.edu.co::1e2337d8-8fab-437d-a653-fa453b036901" providerId="AD" clId="Web-{538D1E32-CF57-9A4D-28E3-F76089058522}" dt="2024-08-28T02:04:32.248" v="0"/>
      <pc:docMkLst>
        <pc:docMk/>
      </pc:docMkLst>
      <pc:sldChg chg="new">
        <pc:chgData name="DIEGO ALEJANDRO RODRIGUEZ GOMEZ" userId="S::darodriguezgo@itc.edu.co::1e2337d8-8fab-437d-a653-fa453b036901" providerId="AD" clId="Web-{538D1E32-CF57-9A4D-28E3-F76089058522}" dt="2024-08-28T02:04:32.248" v="0"/>
        <pc:sldMkLst>
          <pc:docMk/>
          <pc:sldMk cId="1439744647" sldId="297"/>
        </pc:sldMkLst>
      </pc:sldChg>
    </pc:docChg>
  </pc:docChgLst>
  <pc:docChgLst>
    <pc:chgData name="JHEYSON FABIAN VILLAVISAN BUITRAGO" userId="e5ced5c2-d787-455d-b115-4f08a699b8c8" providerId="ADAL" clId="{1E2E911B-7E72-4E39-98E0-2C0EB388CD7F}"/>
    <pc:docChg chg="custSel addSld modSld modSection">
      <pc:chgData name="JHEYSON FABIAN VILLAVISAN BUITRAGO" userId="e5ced5c2-d787-455d-b115-4f08a699b8c8" providerId="ADAL" clId="{1E2E911B-7E72-4E39-98E0-2C0EB388CD7F}" dt="2024-09-03T14:29:29.165" v="211" actId="20577"/>
      <pc:docMkLst>
        <pc:docMk/>
      </pc:docMkLst>
      <pc:sldChg chg="addSp delSp modSp mod">
        <pc:chgData name="JHEYSON FABIAN VILLAVISAN BUITRAGO" userId="e5ced5c2-d787-455d-b115-4f08a699b8c8" providerId="ADAL" clId="{1E2E911B-7E72-4E39-98E0-2C0EB388CD7F}" dt="2024-08-12T16:39:02.340" v="18" actId="20577"/>
        <pc:sldMkLst>
          <pc:docMk/>
          <pc:sldMk cId="2505371292" sldId="270"/>
        </pc:sldMkLst>
      </pc:sldChg>
      <pc:sldChg chg="modSp">
        <pc:chgData name="JHEYSON FABIAN VILLAVISAN BUITRAGO" userId="e5ced5c2-d787-455d-b115-4f08a699b8c8" providerId="ADAL" clId="{1E2E911B-7E72-4E39-98E0-2C0EB388CD7F}" dt="2024-08-12T16:39:14.175" v="19" actId="20577"/>
        <pc:sldMkLst>
          <pc:docMk/>
          <pc:sldMk cId="3873222534" sldId="276"/>
        </pc:sldMkLst>
      </pc:sldChg>
      <pc:sldChg chg="modSp">
        <pc:chgData name="JHEYSON FABIAN VILLAVISAN BUITRAGO" userId="e5ced5c2-d787-455d-b115-4f08a699b8c8" providerId="ADAL" clId="{1E2E911B-7E72-4E39-98E0-2C0EB388CD7F}" dt="2024-08-12T16:39:51.260" v="22" actId="20577"/>
        <pc:sldMkLst>
          <pc:docMk/>
          <pc:sldMk cId="58491467" sldId="278"/>
        </pc:sldMkLst>
      </pc:sldChg>
      <pc:sldChg chg="modSp mod">
        <pc:chgData name="JHEYSON FABIAN VILLAVISAN BUITRAGO" userId="e5ced5c2-d787-455d-b115-4f08a699b8c8" providerId="ADAL" clId="{1E2E911B-7E72-4E39-98E0-2C0EB388CD7F}" dt="2024-08-12T16:50:01.767" v="28" actId="20577"/>
        <pc:sldMkLst>
          <pc:docMk/>
          <pc:sldMk cId="1894837781" sldId="279"/>
        </pc:sldMkLst>
      </pc:sldChg>
      <pc:sldChg chg="addSp modSp mod">
        <pc:chgData name="JHEYSON FABIAN VILLAVISAN BUITRAGO" userId="e5ced5c2-d787-455d-b115-4f08a699b8c8" providerId="ADAL" clId="{1E2E911B-7E72-4E39-98E0-2C0EB388CD7F}" dt="2024-08-12T16:58:55.987" v="53" actId="20577"/>
        <pc:sldMkLst>
          <pc:docMk/>
          <pc:sldMk cId="1064503744" sldId="280"/>
        </pc:sldMkLst>
      </pc:sldChg>
      <pc:sldChg chg="modSp mod">
        <pc:chgData name="JHEYSON FABIAN VILLAVISAN BUITRAGO" userId="e5ced5c2-d787-455d-b115-4f08a699b8c8" providerId="ADAL" clId="{1E2E911B-7E72-4E39-98E0-2C0EB388CD7F}" dt="2024-08-12T16:58:45.549" v="51" actId="20577"/>
        <pc:sldMkLst>
          <pc:docMk/>
          <pc:sldMk cId="600911693" sldId="283"/>
        </pc:sldMkLst>
      </pc:sldChg>
      <pc:sldChg chg="modSp mod">
        <pc:chgData name="JHEYSON FABIAN VILLAVISAN BUITRAGO" userId="e5ced5c2-d787-455d-b115-4f08a699b8c8" providerId="ADAL" clId="{1E2E911B-7E72-4E39-98E0-2C0EB388CD7F}" dt="2024-08-12T17:58:30.651" v="204" actId="20577"/>
        <pc:sldMkLst>
          <pc:docMk/>
          <pc:sldMk cId="1698574024" sldId="284"/>
        </pc:sldMkLst>
      </pc:sldChg>
      <pc:sldChg chg="modSp mod">
        <pc:chgData name="JHEYSON FABIAN VILLAVISAN BUITRAGO" userId="e5ced5c2-d787-455d-b115-4f08a699b8c8" providerId="ADAL" clId="{1E2E911B-7E72-4E39-98E0-2C0EB388CD7F}" dt="2024-08-12T17:58:36.581" v="208" actId="20577"/>
        <pc:sldMkLst>
          <pc:docMk/>
          <pc:sldMk cId="1499167107" sldId="285"/>
        </pc:sldMkLst>
      </pc:sldChg>
      <pc:sldChg chg="addSp modSp mod">
        <pc:chgData name="JHEYSON FABIAN VILLAVISAN BUITRAGO" userId="e5ced5c2-d787-455d-b115-4f08a699b8c8" providerId="ADAL" clId="{1E2E911B-7E72-4E39-98E0-2C0EB388CD7F}" dt="2024-08-12T17:05:04.214" v="64" actId="20577"/>
        <pc:sldMkLst>
          <pc:docMk/>
          <pc:sldMk cId="1001278451" sldId="286"/>
        </pc:sldMkLst>
      </pc:sldChg>
      <pc:sldChg chg="addSp modSp mod">
        <pc:chgData name="JHEYSON FABIAN VILLAVISAN BUITRAGO" userId="e5ced5c2-d787-455d-b115-4f08a699b8c8" providerId="ADAL" clId="{1E2E911B-7E72-4E39-98E0-2C0EB388CD7F}" dt="2024-08-20T21:47:44.001" v="209" actId="1076"/>
        <pc:sldMkLst>
          <pc:docMk/>
          <pc:sldMk cId="185654624" sldId="287"/>
        </pc:sldMkLst>
      </pc:sldChg>
      <pc:sldChg chg="modSp mod">
        <pc:chgData name="JHEYSON FABIAN VILLAVISAN BUITRAGO" userId="e5ced5c2-d787-455d-b115-4f08a699b8c8" providerId="ADAL" clId="{1E2E911B-7E72-4E39-98E0-2C0EB388CD7F}" dt="2024-08-12T17:45:05.182" v="187" actId="20577"/>
        <pc:sldMkLst>
          <pc:docMk/>
          <pc:sldMk cId="1693476339" sldId="288"/>
        </pc:sldMkLst>
      </pc:sldChg>
      <pc:sldChg chg="modSp mod">
        <pc:chgData name="JHEYSON FABIAN VILLAVISAN BUITRAGO" userId="e5ced5c2-d787-455d-b115-4f08a699b8c8" providerId="ADAL" clId="{1E2E911B-7E72-4E39-98E0-2C0EB388CD7F}" dt="2024-08-12T17:45:07.724" v="189" actId="20577"/>
        <pc:sldMkLst>
          <pc:docMk/>
          <pc:sldMk cId="2984553591" sldId="289"/>
        </pc:sldMkLst>
      </pc:sldChg>
      <pc:sldChg chg="modSp mod">
        <pc:chgData name="JHEYSON FABIAN VILLAVISAN BUITRAGO" userId="e5ced5c2-d787-455d-b115-4f08a699b8c8" providerId="ADAL" clId="{1E2E911B-7E72-4E39-98E0-2C0EB388CD7F}" dt="2024-08-12T17:45:40.642" v="199" actId="1076"/>
        <pc:sldMkLst>
          <pc:docMk/>
          <pc:sldMk cId="407945755" sldId="290"/>
        </pc:sldMkLst>
      </pc:sldChg>
      <pc:sldChg chg="modSp mod">
        <pc:chgData name="JHEYSON FABIAN VILLAVISAN BUITRAGO" userId="e5ced5c2-d787-455d-b115-4f08a699b8c8" providerId="ADAL" clId="{1E2E911B-7E72-4E39-98E0-2C0EB388CD7F}" dt="2024-09-03T14:29:29.165" v="211" actId="20577"/>
        <pc:sldMkLst>
          <pc:docMk/>
          <pc:sldMk cId="1362307742" sldId="291"/>
        </pc:sldMkLst>
      </pc:sldChg>
      <pc:sldChg chg="modSp mod">
        <pc:chgData name="JHEYSON FABIAN VILLAVISAN BUITRAGO" userId="e5ced5c2-d787-455d-b115-4f08a699b8c8" providerId="ADAL" clId="{1E2E911B-7E72-4E39-98E0-2C0EB388CD7F}" dt="2024-08-12T17:58:34.241" v="206" actId="20577"/>
        <pc:sldMkLst>
          <pc:docMk/>
          <pc:sldMk cId="1411283449" sldId="292"/>
        </pc:sldMkLst>
      </pc:sldChg>
      <pc:sldChg chg="modSp add mod">
        <pc:chgData name="JHEYSON FABIAN VILLAVISAN BUITRAGO" userId="e5ced5c2-d787-455d-b115-4f08a699b8c8" providerId="ADAL" clId="{1E2E911B-7E72-4E39-98E0-2C0EB388CD7F}" dt="2024-08-12T16:49:47.251" v="27" actId="20577"/>
        <pc:sldMkLst>
          <pc:docMk/>
          <pc:sldMk cId="2448612144" sldId="293"/>
        </pc:sldMkLst>
      </pc:sldChg>
      <pc:sldChg chg="addSp delSp modSp add mod">
        <pc:chgData name="JHEYSON FABIAN VILLAVISAN BUITRAGO" userId="e5ced5c2-d787-455d-b115-4f08a699b8c8" providerId="ADAL" clId="{1E2E911B-7E72-4E39-98E0-2C0EB388CD7F}" dt="2024-08-12T17:44:59.584" v="183" actId="20577"/>
        <pc:sldMkLst>
          <pc:docMk/>
          <pc:sldMk cId="2466407268" sldId="294"/>
        </pc:sldMkLst>
      </pc:sldChg>
      <pc:sldChg chg="addSp modSp add mod">
        <pc:chgData name="JHEYSON FABIAN VILLAVISAN BUITRAGO" userId="e5ced5c2-d787-455d-b115-4f08a699b8c8" providerId="ADAL" clId="{1E2E911B-7E72-4E39-98E0-2C0EB388CD7F}" dt="2024-08-12T17:45:02.067" v="185" actId="20577"/>
        <pc:sldMkLst>
          <pc:docMk/>
          <pc:sldMk cId="2113326980" sldId="295"/>
        </pc:sldMkLst>
      </pc:sldChg>
    </pc:docChg>
  </pc:docChgLst>
  <pc:docChgLst>
    <pc:chgData name="JHEYSON FABIAN VILLAVISAN BUITRAGO" userId="e5ced5c2-d787-455d-b115-4f08a699b8c8" providerId="ADAL" clId="{6D4E4387-A8B5-4EAB-B129-13D0102C3393}"/>
    <pc:docChg chg="undo custSel addSld modSld modSection">
      <pc:chgData name="JHEYSON FABIAN VILLAVISAN BUITRAGO" userId="e5ced5c2-d787-455d-b115-4f08a699b8c8" providerId="ADAL" clId="{6D4E4387-A8B5-4EAB-B129-13D0102C3393}" dt="2023-08-02T00:01:03.382" v="783" actId="20577"/>
      <pc:docMkLst>
        <pc:docMk/>
      </pc:docMkLst>
      <pc:sldChg chg="delSp modSp mod">
        <pc:chgData name="JHEYSON FABIAN VILLAVISAN BUITRAGO" userId="e5ced5c2-d787-455d-b115-4f08a699b8c8" providerId="ADAL" clId="{6D4E4387-A8B5-4EAB-B129-13D0102C3393}" dt="2023-08-01T18:38:51.331" v="37" actId="1076"/>
        <pc:sldMkLst>
          <pc:docMk/>
          <pc:sldMk cId="0" sldId="256"/>
        </pc:sldMkLst>
      </pc:sldChg>
      <pc:sldChg chg="addSp delSp modSp">
        <pc:chgData name="JHEYSON FABIAN VILLAVISAN BUITRAGO" userId="e5ced5c2-d787-455d-b115-4f08a699b8c8" providerId="ADAL" clId="{6D4E4387-A8B5-4EAB-B129-13D0102C3393}" dt="2023-08-01T18:50:11.591" v="691" actId="20577"/>
        <pc:sldMkLst>
          <pc:docMk/>
          <pc:sldMk cId="0" sldId="261"/>
        </pc:sldMkLst>
      </pc:sldChg>
      <pc:sldChg chg="delSp">
        <pc:chgData name="JHEYSON FABIAN VILLAVISAN BUITRAGO" userId="e5ced5c2-d787-455d-b115-4f08a699b8c8" providerId="ADAL" clId="{6D4E4387-A8B5-4EAB-B129-13D0102C3393}" dt="2023-08-01T18:39:15.327" v="44" actId="478"/>
        <pc:sldMkLst>
          <pc:docMk/>
          <pc:sldMk cId="0" sldId="264"/>
        </pc:sldMkLst>
      </pc:sldChg>
      <pc:sldChg chg="addSp delSp modSp">
        <pc:chgData name="JHEYSON FABIAN VILLAVISAN BUITRAGO" userId="e5ced5c2-d787-455d-b115-4f08a699b8c8" providerId="ADAL" clId="{6D4E4387-A8B5-4EAB-B129-13D0102C3393}" dt="2023-08-01T18:40:30.551" v="89"/>
        <pc:sldMkLst>
          <pc:docMk/>
          <pc:sldMk cId="0" sldId="265"/>
        </pc:sldMkLst>
      </pc:sldChg>
      <pc:sldChg chg="addSp delSp modSp">
        <pc:chgData name="JHEYSON FABIAN VILLAVISAN BUITRAGO" userId="e5ced5c2-d787-455d-b115-4f08a699b8c8" providerId="ADAL" clId="{6D4E4387-A8B5-4EAB-B129-13D0102C3393}" dt="2023-08-01T18:40:32.003" v="90"/>
        <pc:sldMkLst>
          <pc:docMk/>
          <pc:sldMk cId="0" sldId="266"/>
        </pc:sldMkLst>
      </pc:sldChg>
      <pc:sldChg chg="addSp delSp modSp">
        <pc:chgData name="JHEYSON FABIAN VILLAVISAN BUITRAGO" userId="e5ced5c2-d787-455d-b115-4f08a699b8c8" providerId="ADAL" clId="{6D4E4387-A8B5-4EAB-B129-13D0102C3393}" dt="2023-08-01T18:40:35.454" v="93"/>
        <pc:sldMkLst>
          <pc:docMk/>
          <pc:sldMk cId="0" sldId="268"/>
        </pc:sldMkLst>
      </pc:sldChg>
      <pc:sldChg chg="addSp delSp modSp mod">
        <pc:chgData name="JHEYSON FABIAN VILLAVISAN BUITRAGO" userId="e5ced5c2-d787-455d-b115-4f08a699b8c8" providerId="ADAL" clId="{6D4E4387-A8B5-4EAB-B129-13D0102C3393}" dt="2023-08-02T00:01:03.382" v="783" actId="20577"/>
        <pc:sldMkLst>
          <pc:docMk/>
          <pc:sldMk cId="2505371292" sldId="270"/>
        </pc:sldMkLst>
      </pc:sldChg>
      <pc:sldChg chg="addSp delSp modSp mod">
        <pc:chgData name="JHEYSON FABIAN VILLAVISAN BUITRAGO" userId="e5ced5c2-d787-455d-b115-4f08a699b8c8" providerId="ADAL" clId="{6D4E4387-A8B5-4EAB-B129-13D0102C3393}" dt="2023-08-01T19:03:12.469" v="724" actId="20577"/>
        <pc:sldMkLst>
          <pc:docMk/>
          <pc:sldMk cId="3709177429" sldId="274"/>
        </pc:sldMkLst>
      </pc:sldChg>
      <pc:sldChg chg="addSp delSp modSp">
        <pc:chgData name="JHEYSON FABIAN VILLAVISAN BUITRAGO" userId="e5ced5c2-d787-455d-b115-4f08a699b8c8" providerId="ADAL" clId="{6D4E4387-A8B5-4EAB-B129-13D0102C3393}" dt="2023-08-01T18:40:33.092" v="91"/>
        <pc:sldMkLst>
          <pc:docMk/>
          <pc:sldMk cId="2680639377" sldId="275"/>
        </pc:sldMkLst>
      </pc:sldChg>
      <pc:sldChg chg="addSp delSp modSp">
        <pc:chgData name="JHEYSON FABIAN VILLAVISAN BUITRAGO" userId="e5ced5c2-d787-455d-b115-4f08a699b8c8" providerId="ADAL" clId="{6D4E4387-A8B5-4EAB-B129-13D0102C3393}" dt="2023-08-01T18:40:34.096" v="92"/>
        <pc:sldMkLst>
          <pc:docMk/>
          <pc:sldMk cId="1955606898" sldId="277"/>
        </pc:sldMkLst>
      </pc:sldChg>
      <pc:sldChg chg="addSp delSp modSp">
        <pc:chgData name="JHEYSON FABIAN VILLAVISAN BUITRAGO" userId="e5ced5c2-d787-455d-b115-4f08a699b8c8" providerId="ADAL" clId="{6D4E4387-A8B5-4EAB-B129-13D0102C3393}" dt="2023-08-01T18:40:19.901" v="86"/>
        <pc:sldMkLst>
          <pc:docMk/>
          <pc:sldMk cId="214171354" sldId="278"/>
        </pc:sldMkLst>
      </pc:sldChg>
      <pc:sldChg chg="addSp delSp modSp add mod">
        <pc:chgData name="JHEYSON FABIAN VILLAVISAN BUITRAGO" userId="e5ced5c2-d787-455d-b115-4f08a699b8c8" providerId="ADAL" clId="{6D4E4387-A8B5-4EAB-B129-13D0102C3393}" dt="2023-08-01T19:21:09.537" v="739" actId="1076"/>
        <pc:sldMkLst>
          <pc:docMk/>
          <pc:sldMk cId="3765501484" sldId="279"/>
        </pc:sldMkLst>
      </pc:sldChg>
    </pc:docChg>
  </pc:docChgLst>
  <pc:docChgLst>
    <pc:chgData name="JHEYSON FABIAN VILLAVISAN BUITRAGO" userId="e5ced5c2-d787-455d-b115-4f08a699b8c8" providerId="ADAL" clId="{FE57EBB9-7AE9-4756-9485-EE2269EC4231}"/>
    <pc:docChg chg="custSel addSld delSld modSld modSection">
      <pc:chgData name="JHEYSON FABIAN VILLAVISAN BUITRAGO" userId="e5ced5c2-d787-455d-b115-4f08a699b8c8" providerId="ADAL" clId="{FE57EBB9-7AE9-4756-9485-EE2269EC4231}" dt="2025-08-22T17:25:29.623" v="290" actId="47"/>
      <pc:docMkLst>
        <pc:docMk/>
      </pc:docMkLst>
      <pc:sldChg chg="modSp mod">
        <pc:chgData name="JHEYSON FABIAN VILLAVISAN BUITRAGO" userId="e5ced5c2-d787-455d-b115-4f08a699b8c8" providerId="ADAL" clId="{FE57EBB9-7AE9-4756-9485-EE2269EC4231}" dt="2025-08-22T16:54:38.773" v="1" actId="20577"/>
        <pc:sldMkLst>
          <pc:docMk/>
          <pc:sldMk cId="0" sldId="256"/>
        </pc:sldMkLst>
        <pc:spChg chg="mod">
          <ac:chgData name="JHEYSON FABIAN VILLAVISAN BUITRAGO" userId="e5ced5c2-d787-455d-b115-4f08a699b8c8" providerId="ADAL" clId="{FE57EBB9-7AE9-4756-9485-EE2269EC4231}" dt="2025-08-22T16:54:38.773" v="1" actId="20577"/>
          <ac:spMkLst>
            <pc:docMk/>
            <pc:sldMk cId="0" sldId="256"/>
            <ac:spMk id="10" creationId="{0D52910C-C7FF-51AD-9B9D-1A390D5FFE1B}"/>
          </ac:spMkLst>
        </pc:spChg>
      </pc:sldChg>
      <pc:sldChg chg="del">
        <pc:chgData name="JHEYSON FABIAN VILLAVISAN BUITRAGO" userId="e5ced5c2-d787-455d-b115-4f08a699b8c8" providerId="ADAL" clId="{FE57EBB9-7AE9-4756-9485-EE2269EC4231}" dt="2025-08-22T16:54:41.694" v="2" actId="47"/>
        <pc:sldMkLst>
          <pc:docMk/>
          <pc:sldMk cId="2505371292" sldId="270"/>
        </pc:sldMkLst>
      </pc:sldChg>
      <pc:sldChg chg="modSp del mod">
        <pc:chgData name="JHEYSON FABIAN VILLAVISAN BUITRAGO" userId="e5ced5c2-d787-455d-b115-4f08a699b8c8" providerId="ADAL" clId="{FE57EBB9-7AE9-4756-9485-EE2269EC4231}" dt="2025-08-22T16:54:48.581" v="5" actId="47"/>
        <pc:sldMkLst>
          <pc:docMk/>
          <pc:sldMk cId="3709177429" sldId="274"/>
        </pc:sldMkLst>
      </pc:sldChg>
      <pc:sldChg chg="modSp mod">
        <pc:chgData name="JHEYSON FABIAN VILLAVISAN BUITRAGO" userId="e5ced5c2-d787-455d-b115-4f08a699b8c8" providerId="ADAL" clId="{FE57EBB9-7AE9-4756-9485-EE2269EC4231}" dt="2025-08-22T17:04:52.794" v="12"/>
        <pc:sldMkLst>
          <pc:docMk/>
          <pc:sldMk cId="616220982" sldId="275"/>
        </pc:sldMkLst>
        <pc:spChg chg="mod">
          <ac:chgData name="JHEYSON FABIAN VILLAVISAN BUITRAGO" userId="e5ced5c2-d787-455d-b115-4f08a699b8c8" providerId="ADAL" clId="{FE57EBB9-7AE9-4756-9485-EE2269EC4231}" dt="2025-08-22T17:04:52.794" v="12"/>
          <ac:spMkLst>
            <pc:docMk/>
            <pc:sldMk cId="616220982" sldId="275"/>
            <ac:spMk id="5" creationId="{AD83FA30-4A3C-43B8-17CD-C08519129156}"/>
          </ac:spMkLst>
        </pc:spChg>
        <pc:spChg chg="mod">
          <ac:chgData name="JHEYSON FABIAN VILLAVISAN BUITRAGO" userId="e5ced5c2-d787-455d-b115-4f08a699b8c8" providerId="ADAL" clId="{FE57EBB9-7AE9-4756-9485-EE2269EC4231}" dt="2025-08-22T16:55:01.944" v="7" actId="20577"/>
          <ac:spMkLst>
            <pc:docMk/>
            <pc:sldMk cId="616220982" sldId="275"/>
            <ac:spMk id="10" creationId="{AF4E183E-A171-4923-A99E-D149888CEC37}"/>
          </ac:spMkLst>
        </pc:spChg>
      </pc:sldChg>
      <pc:sldChg chg="modSp mod">
        <pc:chgData name="JHEYSON FABIAN VILLAVISAN BUITRAGO" userId="e5ced5c2-d787-455d-b115-4f08a699b8c8" providerId="ADAL" clId="{FE57EBB9-7AE9-4756-9485-EE2269EC4231}" dt="2025-08-22T17:04:54.271" v="13"/>
        <pc:sldMkLst>
          <pc:docMk/>
          <pc:sldMk cId="3873222534" sldId="276"/>
        </pc:sldMkLst>
      </pc:sldChg>
      <pc:sldChg chg="modSp mod">
        <pc:chgData name="JHEYSON FABIAN VILLAVISAN BUITRAGO" userId="e5ced5c2-d787-455d-b115-4f08a699b8c8" providerId="ADAL" clId="{FE57EBB9-7AE9-4756-9485-EE2269EC4231}" dt="2025-08-22T17:04:55.720" v="14"/>
        <pc:sldMkLst>
          <pc:docMk/>
          <pc:sldMk cId="3594096077" sldId="277"/>
        </pc:sldMkLst>
      </pc:sldChg>
      <pc:sldChg chg="modSp mod">
        <pc:chgData name="JHEYSON FABIAN VILLAVISAN BUITRAGO" userId="e5ced5c2-d787-455d-b115-4f08a699b8c8" providerId="ADAL" clId="{FE57EBB9-7AE9-4756-9485-EE2269EC4231}" dt="2025-08-22T17:06:55.254" v="40" actId="20577"/>
        <pc:sldMkLst>
          <pc:docMk/>
          <pc:sldMk cId="58491467" sldId="278"/>
        </pc:sldMkLst>
      </pc:sldChg>
      <pc:sldChg chg="modSp mod">
        <pc:chgData name="JHEYSON FABIAN VILLAVISAN BUITRAGO" userId="e5ced5c2-d787-455d-b115-4f08a699b8c8" providerId="ADAL" clId="{FE57EBB9-7AE9-4756-9485-EE2269EC4231}" dt="2025-08-22T17:23:31.498" v="253" actId="20577"/>
        <pc:sldMkLst>
          <pc:docMk/>
          <pc:sldMk cId="1894837781" sldId="279"/>
        </pc:sldMkLst>
      </pc:sldChg>
      <pc:sldChg chg="modSp mod">
        <pc:chgData name="JHEYSON FABIAN VILLAVISAN BUITRAGO" userId="e5ced5c2-d787-455d-b115-4f08a699b8c8" providerId="ADAL" clId="{FE57EBB9-7AE9-4756-9485-EE2269EC4231}" dt="2025-08-22T17:23:36.591" v="255" actId="20577"/>
        <pc:sldMkLst>
          <pc:docMk/>
          <pc:sldMk cId="1064503744" sldId="280"/>
        </pc:sldMkLst>
      </pc:sldChg>
      <pc:sldChg chg="modSp mod modNotesTx">
        <pc:chgData name="JHEYSON FABIAN VILLAVISAN BUITRAGO" userId="e5ced5c2-d787-455d-b115-4f08a699b8c8" providerId="ADAL" clId="{FE57EBB9-7AE9-4756-9485-EE2269EC4231}" dt="2025-08-22T17:24:02.583" v="260" actId="20577"/>
        <pc:sldMkLst>
          <pc:docMk/>
          <pc:sldMk cId="600911693" sldId="283"/>
        </pc:sldMkLst>
      </pc:sldChg>
      <pc:sldChg chg="modSp mod">
        <pc:chgData name="JHEYSON FABIAN VILLAVISAN BUITRAGO" userId="e5ced5c2-d787-455d-b115-4f08a699b8c8" providerId="ADAL" clId="{FE57EBB9-7AE9-4756-9485-EE2269EC4231}" dt="2025-08-22T17:25:23.244" v="288" actId="20577"/>
        <pc:sldMkLst>
          <pc:docMk/>
          <pc:sldMk cId="1698574024" sldId="284"/>
        </pc:sldMkLst>
      </pc:sldChg>
      <pc:sldChg chg="del">
        <pc:chgData name="JHEYSON FABIAN VILLAVISAN BUITRAGO" userId="e5ced5c2-d787-455d-b115-4f08a699b8c8" providerId="ADAL" clId="{FE57EBB9-7AE9-4756-9485-EE2269EC4231}" dt="2025-08-22T17:25:29.623" v="290" actId="47"/>
        <pc:sldMkLst>
          <pc:docMk/>
          <pc:sldMk cId="1499167107" sldId="285"/>
        </pc:sldMkLst>
      </pc:sldChg>
      <pc:sldChg chg="modSp mod">
        <pc:chgData name="JHEYSON FABIAN VILLAVISAN BUITRAGO" userId="e5ced5c2-d787-455d-b115-4f08a699b8c8" providerId="ADAL" clId="{FE57EBB9-7AE9-4756-9485-EE2269EC4231}" dt="2025-08-22T17:24:51.280" v="268" actId="20577"/>
        <pc:sldMkLst>
          <pc:docMk/>
          <pc:sldMk cId="1001278451" sldId="286"/>
        </pc:sldMkLst>
      </pc:sldChg>
      <pc:sldChg chg="modSp mod modNotesTx">
        <pc:chgData name="JHEYSON FABIAN VILLAVISAN BUITRAGO" userId="e5ced5c2-d787-455d-b115-4f08a699b8c8" providerId="ADAL" clId="{FE57EBB9-7AE9-4756-9485-EE2269EC4231}" dt="2025-08-22T17:24:12.648" v="261" actId="20577"/>
        <pc:sldMkLst>
          <pc:docMk/>
          <pc:sldMk cId="185654624" sldId="287"/>
        </pc:sldMkLst>
      </pc:sldChg>
      <pc:sldChg chg="modSp mod modNotesTx">
        <pc:chgData name="JHEYSON FABIAN VILLAVISAN BUITRAGO" userId="e5ced5c2-d787-455d-b115-4f08a699b8c8" providerId="ADAL" clId="{FE57EBB9-7AE9-4756-9485-EE2269EC4231}" dt="2025-08-22T17:25:01.546" v="276" actId="20577"/>
        <pc:sldMkLst>
          <pc:docMk/>
          <pc:sldMk cId="1693476339" sldId="288"/>
        </pc:sldMkLst>
      </pc:sldChg>
      <pc:sldChg chg="modSp mod">
        <pc:chgData name="JHEYSON FABIAN VILLAVISAN BUITRAGO" userId="e5ced5c2-d787-455d-b115-4f08a699b8c8" providerId="ADAL" clId="{FE57EBB9-7AE9-4756-9485-EE2269EC4231}" dt="2025-08-22T17:25:05.064" v="278" actId="20577"/>
        <pc:sldMkLst>
          <pc:docMk/>
          <pc:sldMk cId="2984553591" sldId="289"/>
        </pc:sldMkLst>
      </pc:sldChg>
      <pc:sldChg chg="modSp mod">
        <pc:chgData name="JHEYSON FABIAN VILLAVISAN BUITRAGO" userId="e5ced5c2-d787-455d-b115-4f08a699b8c8" providerId="ADAL" clId="{FE57EBB9-7AE9-4756-9485-EE2269EC4231}" dt="2025-08-22T17:25:08.401" v="280" actId="20577"/>
        <pc:sldMkLst>
          <pc:docMk/>
          <pc:sldMk cId="407945755" sldId="290"/>
        </pc:sldMkLst>
      </pc:sldChg>
      <pc:sldChg chg="modSp mod modNotesTx">
        <pc:chgData name="JHEYSON FABIAN VILLAVISAN BUITRAGO" userId="e5ced5c2-d787-455d-b115-4f08a699b8c8" providerId="ADAL" clId="{FE57EBB9-7AE9-4756-9485-EE2269EC4231}" dt="2025-08-22T17:25:19.352" v="286" actId="20577"/>
        <pc:sldMkLst>
          <pc:docMk/>
          <pc:sldMk cId="1362307742" sldId="291"/>
        </pc:sldMkLst>
      </pc:sldChg>
      <pc:sldChg chg="modSp del modNotesTx">
        <pc:chgData name="JHEYSON FABIAN VILLAVISAN BUITRAGO" userId="e5ced5c2-d787-455d-b115-4f08a699b8c8" providerId="ADAL" clId="{FE57EBB9-7AE9-4756-9485-EE2269EC4231}" dt="2025-08-22T17:25:27.866" v="289" actId="47"/>
        <pc:sldMkLst>
          <pc:docMk/>
          <pc:sldMk cId="1411283449" sldId="292"/>
        </pc:sldMkLst>
      </pc:sldChg>
      <pc:sldChg chg="modSp mod">
        <pc:chgData name="JHEYSON FABIAN VILLAVISAN BUITRAGO" userId="e5ced5c2-d787-455d-b115-4f08a699b8c8" providerId="ADAL" clId="{FE57EBB9-7AE9-4756-9485-EE2269EC4231}" dt="2025-08-22T17:07:02.309" v="42" actId="20577"/>
        <pc:sldMkLst>
          <pc:docMk/>
          <pc:sldMk cId="2448612144" sldId="293"/>
        </pc:sldMkLst>
      </pc:sldChg>
      <pc:sldChg chg="modSp mod">
        <pc:chgData name="JHEYSON FABIAN VILLAVISAN BUITRAGO" userId="e5ced5c2-d787-455d-b115-4f08a699b8c8" providerId="ADAL" clId="{FE57EBB9-7AE9-4756-9485-EE2269EC4231}" dt="2025-08-22T17:24:46.513" v="266" actId="20577"/>
        <pc:sldMkLst>
          <pc:docMk/>
          <pc:sldMk cId="2466407268" sldId="294"/>
        </pc:sldMkLst>
      </pc:sldChg>
      <pc:sldChg chg="modSp mod">
        <pc:chgData name="JHEYSON FABIAN VILLAVISAN BUITRAGO" userId="e5ced5c2-d787-455d-b115-4f08a699b8c8" providerId="ADAL" clId="{FE57EBB9-7AE9-4756-9485-EE2269EC4231}" dt="2025-08-22T17:24:57.122" v="274" actId="20577"/>
        <pc:sldMkLst>
          <pc:docMk/>
          <pc:sldMk cId="2113326980" sldId="295"/>
        </pc:sldMkLst>
      </pc:sldChg>
      <pc:sldChg chg="modSp add mod">
        <pc:chgData name="JHEYSON FABIAN VILLAVISAN BUITRAGO" userId="e5ced5c2-d787-455d-b115-4f08a699b8c8" providerId="ADAL" clId="{FE57EBB9-7AE9-4756-9485-EE2269EC4231}" dt="2025-08-22T17:08:16.935" v="78" actId="20577"/>
        <pc:sldMkLst>
          <pc:docMk/>
          <pc:sldMk cId="291105608" sldId="296"/>
        </pc:sldMkLst>
      </pc:sldChg>
      <pc:sldChg chg="modSp add mod">
        <pc:chgData name="JHEYSON FABIAN VILLAVISAN BUITRAGO" userId="e5ced5c2-d787-455d-b115-4f08a699b8c8" providerId="ADAL" clId="{FE57EBB9-7AE9-4756-9485-EE2269EC4231}" dt="2025-08-22T17:09:35.710" v="94" actId="20577"/>
        <pc:sldMkLst>
          <pc:docMk/>
          <pc:sldMk cId="3819376886" sldId="297"/>
        </pc:sldMkLst>
      </pc:sldChg>
      <pc:sldChg chg="addSp delSp modSp add mod">
        <pc:chgData name="JHEYSON FABIAN VILLAVISAN BUITRAGO" userId="e5ced5c2-d787-455d-b115-4f08a699b8c8" providerId="ADAL" clId="{FE57EBB9-7AE9-4756-9485-EE2269EC4231}" dt="2025-08-22T17:18:51.233" v="241" actId="1076"/>
        <pc:sldMkLst>
          <pc:docMk/>
          <pc:sldMk cId="3615389890" sldId="298"/>
        </pc:sldMkLst>
      </pc:sldChg>
      <pc:sldChg chg="addSp delSp modSp add mod">
        <pc:chgData name="JHEYSON FABIAN VILLAVISAN BUITRAGO" userId="e5ced5c2-d787-455d-b115-4f08a699b8c8" providerId="ADAL" clId="{FE57EBB9-7AE9-4756-9485-EE2269EC4231}" dt="2025-08-22T17:21:32.800" v="251" actId="1076"/>
        <pc:sldMkLst>
          <pc:docMk/>
          <pc:sldMk cId="3420418071" sldId="299"/>
        </pc:sldMkLst>
      </pc:sldChg>
    </pc:docChg>
  </pc:docChgLst>
  <pc:docChgLst>
    <pc:chgData name="Jheyson Fabian Villavisan Buitrago" userId="b9abc243-2adc-4788-8ef1-b07bec73deff" providerId="ADAL" clId="{33DDCE01-D5A0-4892-8419-FF73BDBED2B5}"/>
    <pc:docChg chg="undo custSel addSld delSld modSld modMainMaster modSection">
      <pc:chgData name="Jheyson Fabian Villavisan Buitrago" userId="b9abc243-2adc-4788-8ef1-b07bec73deff" providerId="ADAL" clId="{33DDCE01-D5A0-4892-8419-FF73BDBED2B5}" dt="2023-02-12T23:52:00.525" v="841" actId="47"/>
      <pc:docMkLst>
        <pc:docMk/>
      </pc:docMkLst>
      <pc:sldChg chg="addSp delSp modSp mod">
        <pc:chgData name="Jheyson Fabian Villavisan Buitrago" userId="b9abc243-2adc-4788-8ef1-b07bec73deff" providerId="ADAL" clId="{33DDCE01-D5A0-4892-8419-FF73BDBED2B5}" dt="2023-02-12T23:49:29.616" v="833" actId="20577"/>
        <pc:sldMkLst>
          <pc:docMk/>
          <pc:sldMk cId="0" sldId="256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1:28:06.624" v="776" actId="1076"/>
        <pc:sldMkLst>
          <pc:docMk/>
          <pc:sldMk cId="0" sldId="261"/>
        </pc:sldMkLst>
      </pc:sldChg>
      <pc:sldChg chg="addSp delSp modSp del">
        <pc:chgData name="Jheyson Fabian Villavisan Buitrago" userId="b9abc243-2adc-4788-8ef1-b07bec73deff" providerId="ADAL" clId="{33DDCE01-D5A0-4892-8419-FF73BDBED2B5}" dt="2023-02-12T21:25:48.745" v="723" actId="47"/>
        <pc:sldMkLst>
          <pc:docMk/>
          <pc:sldMk cId="0" sldId="263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1:27:42.140" v="775" actId="20577"/>
        <pc:sldMkLst>
          <pc:docMk/>
          <pc:sldMk cId="0" sldId="264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1:29:26.929" v="780" actId="20577"/>
        <pc:sldMkLst>
          <pc:docMk/>
          <pc:sldMk cId="0" sldId="265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0:26:28.068" v="263" actId="478"/>
        <pc:sldMkLst>
          <pc:docMk/>
          <pc:sldMk cId="0" sldId="266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2:48:24.178" v="783"/>
        <pc:sldMkLst>
          <pc:docMk/>
          <pc:sldMk cId="0" sldId="268"/>
        </pc:sldMkLst>
      </pc:sldChg>
      <pc:sldChg chg="modSp del">
        <pc:chgData name="Jheyson Fabian Villavisan Buitrago" userId="b9abc243-2adc-4788-8ef1-b07bec73deff" providerId="ADAL" clId="{33DDCE01-D5A0-4892-8419-FF73BDBED2B5}" dt="2023-02-12T20:16:51.698" v="89" actId="47"/>
        <pc:sldMkLst>
          <pc:docMk/>
          <pc:sldMk cId="0" sldId="269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1:06:34.390" v="722" actId="1076"/>
        <pc:sldMkLst>
          <pc:docMk/>
          <pc:sldMk cId="2505371292" sldId="270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0:17:40.832" v="98" actId="113"/>
        <pc:sldMkLst>
          <pc:docMk/>
          <pc:sldMk cId="3709177429" sldId="274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0:26:34.092" v="264" actId="478"/>
        <pc:sldMkLst>
          <pc:docMk/>
          <pc:sldMk cId="2680639377" sldId="275"/>
        </pc:sldMkLst>
      </pc:sldChg>
      <pc:sldChg chg="addSp delSp modSp del">
        <pc:chgData name="Jheyson Fabian Villavisan Buitrago" userId="b9abc243-2adc-4788-8ef1-b07bec73deff" providerId="ADAL" clId="{33DDCE01-D5A0-4892-8419-FF73BDBED2B5}" dt="2023-02-12T23:52:00.525" v="841" actId="47"/>
        <pc:sldMkLst>
          <pc:docMk/>
          <pc:sldMk cId="870139891" sldId="276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3:50:02.034" v="840" actId="1076"/>
        <pc:sldMkLst>
          <pc:docMk/>
          <pc:sldMk cId="1955606898" sldId="277"/>
        </pc:sldMkLst>
      </pc:sldChg>
      <pc:sldChg chg="addSp delSp modSp">
        <pc:chgData name="Jheyson Fabian Villavisan Buitrago" userId="b9abc243-2adc-4788-8ef1-b07bec73deff" providerId="ADAL" clId="{33DDCE01-D5A0-4892-8419-FF73BDBED2B5}" dt="2023-02-12T20:16:04.791" v="72"/>
        <pc:sldMkLst>
          <pc:docMk/>
          <pc:sldMk cId="214171354" sldId="278"/>
        </pc:sldMkLst>
      </pc:sldChg>
      <pc:sldChg chg="new del">
        <pc:chgData name="Jheyson Fabian Villavisan Buitrago" userId="b9abc243-2adc-4788-8ef1-b07bec73deff" providerId="ADAL" clId="{33DDCE01-D5A0-4892-8419-FF73BDBED2B5}" dt="2023-02-12T21:06:15.608" v="715" actId="680"/>
        <pc:sldMkLst>
          <pc:docMk/>
          <pc:sldMk cId="3471673601" sldId="279"/>
        </pc:sldMkLst>
      </pc:sldChg>
      <pc:sldMasterChg chg="addSp modSldLayout">
        <pc:chgData name="Jheyson Fabian Villavisan Buitrago" userId="b9abc243-2adc-4788-8ef1-b07bec73deff" providerId="ADAL" clId="{33DDCE01-D5A0-4892-8419-FF73BDBED2B5}" dt="2023-02-12T20:12:44.943" v="6"/>
        <pc:sldMasterMkLst>
          <pc:docMk/>
          <pc:sldMasterMk cId="87750959" sldId="2147483778"/>
        </pc:sldMasterMkLst>
        <pc:sldLayoutChg chg="addSp">
          <pc:chgData name="Jheyson Fabian Villavisan Buitrago" userId="b9abc243-2adc-4788-8ef1-b07bec73deff" providerId="ADAL" clId="{33DDCE01-D5A0-4892-8419-FF73BDBED2B5}" dt="2023-02-12T20:12:44.943" v="6"/>
          <pc:sldLayoutMkLst>
            <pc:docMk/>
            <pc:sldMasterMk cId="87750959" sldId="2147483778"/>
            <pc:sldLayoutMk cId="1675921050" sldId="2147483779"/>
          </pc:sldLayoutMkLst>
        </pc:sldLayoutChg>
      </pc:sldMasterChg>
      <pc:sldMasterChg chg="addSp modSldLayout">
        <pc:chgData name="Jheyson Fabian Villavisan Buitrago" userId="b9abc243-2adc-4788-8ef1-b07bec73deff" providerId="ADAL" clId="{33DDCE01-D5A0-4892-8419-FF73BDBED2B5}" dt="2023-02-12T20:06:35.969" v="0"/>
        <pc:sldMasterMkLst>
          <pc:docMk/>
          <pc:sldMasterMk cId="3641214427" sldId="2147483778"/>
        </pc:sldMasterMkLst>
        <pc:sldLayoutChg chg="addSp">
          <pc:chgData name="Jheyson Fabian Villavisan Buitrago" userId="b9abc243-2adc-4788-8ef1-b07bec73deff" providerId="ADAL" clId="{33DDCE01-D5A0-4892-8419-FF73BDBED2B5}" dt="2023-02-12T20:06:35.969" v="0"/>
          <pc:sldLayoutMkLst>
            <pc:docMk/>
            <pc:sldMasterMk cId="3641214427" sldId="2147483778"/>
            <pc:sldLayoutMk cId="4117338386" sldId="214748377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47915143-6094-49C4-8478-307681A6487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E61AFD88-643E-4E4D-8153-8A3839D76E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BB1C097-8B49-4A36-A7FA-8C8F0C277D41}" type="datetimeFigureOut">
              <a:rPr lang="es-CO"/>
              <a:pPr>
                <a:defRPr/>
              </a:pPr>
              <a:t>28/08/2025</a:t>
            </a:fld>
            <a:endParaRPr lang="es-CO"/>
          </a:p>
        </p:txBody>
      </p:sp>
      <p:sp>
        <p:nvSpPr>
          <p:cNvPr id="4" name="3 Marcador de pie de página">
            <a:extLst>
              <a:ext uri="{FF2B5EF4-FFF2-40B4-BE49-F238E27FC236}">
                <a16:creationId xmlns:a16="http://schemas.microsoft.com/office/drawing/2014/main" id="{3BE10141-B975-4F90-A194-E7FDEF6D96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5" name="4 Marcador de número de diapositiva">
            <a:extLst>
              <a:ext uri="{FF2B5EF4-FFF2-40B4-BE49-F238E27FC236}">
                <a16:creationId xmlns:a16="http://schemas.microsoft.com/office/drawing/2014/main" id="{CB5420F6-B73B-496E-99A5-DA0DEB4910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7E2DAB9-AA88-43A6-983F-CB4A7A312EAD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2C95AF31-5149-4332-A5F3-9D9CFCFA32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D4B5AF27-5D83-4D95-A156-928EF9B608B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A0040F3-314B-4AAA-954A-3936AF2F78D0}" type="datetimeFigureOut">
              <a:rPr lang="es-CO"/>
              <a:pPr>
                <a:defRPr/>
              </a:pPr>
              <a:t>28/08/2025</a:t>
            </a:fld>
            <a:endParaRPr lang="es-CO"/>
          </a:p>
        </p:txBody>
      </p:sp>
      <p:sp>
        <p:nvSpPr>
          <p:cNvPr id="4" name="3 Marcador de imagen de diapositiva">
            <a:extLst>
              <a:ext uri="{FF2B5EF4-FFF2-40B4-BE49-F238E27FC236}">
                <a16:creationId xmlns:a16="http://schemas.microsoft.com/office/drawing/2014/main" id="{090DF562-10D4-4334-812B-4254934B62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CO" noProof="0"/>
          </a:p>
        </p:txBody>
      </p:sp>
      <p:sp>
        <p:nvSpPr>
          <p:cNvPr id="5" name="4 Marcador de notas">
            <a:extLst>
              <a:ext uri="{FF2B5EF4-FFF2-40B4-BE49-F238E27FC236}">
                <a16:creationId xmlns:a16="http://schemas.microsoft.com/office/drawing/2014/main" id="{0DF2FAE4-4DE9-447F-A5F2-283E54F41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CO" noProof="0"/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7D994E73-BBA8-4FBD-B1A6-0A295B0740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4D0EE3C9-11EB-42C6-BDB8-87C72B3F8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D1E0FDF-8C6F-43B4-8722-700C06D0C414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1 Marcador de imagen de diapositiva">
            <a:extLst>
              <a:ext uri="{FF2B5EF4-FFF2-40B4-BE49-F238E27FC236}">
                <a16:creationId xmlns:a16="http://schemas.microsoft.com/office/drawing/2014/main" id="{78D3C7C4-FFB3-42B6-A4B0-ED4A84AF8C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2 Marcador de notas">
            <a:extLst>
              <a:ext uri="{FF2B5EF4-FFF2-40B4-BE49-F238E27FC236}">
                <a16:creationId xmlns:a16="http://schemas.microsoft.com/office/drawing/2014/main" id="{E86488B3-6D5E-452F-A655-0C78399B0D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6148" name="3 Marcador de número de diapositiva">
            <a:extLst>
              <a:ext uri="{FF2B5EF4-FFF2-40B4-BE49-F238E27FC236}">
                <a16:creationId xmlns:a16="http://schemas.microsoft.com/office/drawing/2014/main" id="{7A241DB1-0FDE-44DC-B1DD-D836F28027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8E7ECF6-8A67-4CA6-BDA2-9506B8AC7939}" type="slidenum">
              <a:rPr lang="es-CO" altLang="es-CO" smtClean="0"/>
              <a:pPr>
                <a:spcBef>
                  <a:spcPct val="0"/>
                </a:spcBef>
              </a:pPr>
              <a:t>1</a:t>
            </a:fld>
            <a:endParaRPr lang="es-CO" altLang="es-CO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D1E0FDF-8C6F-43B4-8722-700C06D0C414}" type="slidenum">
              <a:rPr lang="es-CO" altLang="es-CO" smtClean="0"/>
              <a:pPr>
                <a:defRPr/>
              </a:pPr>
              <a:t>14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782439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B2269-AD04-7DAE-D3B5-6C1B0D179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27176A9-FDC1-B579-59BF-1C877A5ADD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9BE83E6-0BF6-26F3-8359-566019BD2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497FC3C-8949-CFDB-454C-9CB5F10C6C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D1E0FDF-8C6F-43B4-8722-700C06D0C414}" type="slidenum">
              <a:rPr lang="es-CO" altLang="es-CO" smtClean="0"/>
              <a:pPr>
                <a:defRPr/>
              </a:pPr>
              <a:t>15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810905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A858E-C76E-83AC-8C75-9B355DE0A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F17801B-F8DA-994A-6241-F98CDE4C9F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3C1AAB7-4C94-0A7B-B1D5-68C5E231B2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E50762-878D-4036-6085-DC9035677F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D1E0FDF-8C6F-43B4-8722-700C06D0C414}" type="slidenum">
              <a:rPr lang="es-CO" altLang="es-CO" smtClean="0"/>
              <a:pPr>
                <a:defRPr/>
              </a:pPr>
              <a:t>16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959221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31A7C-8464-722D-9BD3-712FD0D49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EA4A08C-E38D-C728-8AB5-30689CA2DA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DAA9CCB-75A4-E8B4-15FC-EBA0520066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C22A9CB-9D39-75F1-75C1-29B2C5A99A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D1E0FDF-8C6F-43B4-8722-700C06D0C414}" type="slidenum">
              <a:rPr lang="es-CO" altLang="es-CO" smtClean="0"/>
              <a:pPr>
                <a:defRPr/>
              </a:pPr>
              <a:t>19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988127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23CF7-25DE-478F-9BCB-BC40EEF7F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849EC93-6A68-E627-D3F2-CE5F239FA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7509AB0-1C0B-6137-A289-7A72D7AF7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6C1188-8998-24FE-0A9B-5687170598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D1E0FDF-8C6F-43B4-8722-700C06D0C414}" type="slidenum">
              <a:rPr lang="es-CO" altLang="es-CO" smtClean="0"/>
              <a:pPr>
                <a:defRPr/>
              </a:pPr>
              <a:t>20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5148596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6BBD2-FAA3-F5A0-FED3-EAA86E5A8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02B811C-47E5-CB15-2955-EBACE53C6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9A22070-AAD8-01BD-A7B0-B14EB0F5B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65A9753-C29B-C33D-D47B-82E8FF4673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D1E0FDF-8C6F-43B4-8722-700C06D0C414}" type="slidenum">
              <a:rPr lang="es-CO" altLang="es-CO" smtClean="0"/>
              <a:pPr>
                <a:defRPr/>
              </a:pPr>
              <a:t>21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6784823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C45E0-4DFA-5008-2D4B-1A321F6DF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922BF68-5EB0-5BF6-BF28-0E20FA51ED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10CA68-8B0F-553C-1CE8-7F4EF96ED1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AF3B95-3644-3E14-0764-4E7B472B2B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D1E0FDF-8C6F-43B4-8722-700C06D0C414}" type="slidenum">
              <a:rPr lang="es-CO" altLang="es-CO" smtClean="0"/>
              <a:pPr>
                <a:defRPr/>
              </a:pPr>
              <a:t>22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535246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320F6C-4CB6-1231-6926-9D1C0EFBB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71532A-F766-06A1-B904-5E7DD21FD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762F4B-DC61-F7F5-8966-D2718230E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28/08/2025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3D9FE6-9A5C-9367-1C28-183D385B8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DBBB9F-3052-B3AE-E085-BB27B5033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32E1E3-6AB7-4D92-A33A-F043E6C5B717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  <p:sp>
        <p:nvSpPr>
          <p:cNvPr id="7" name="7 Rectángulo">
            <a:extLst>
              <a:ext uri="{FF2B5EF4-FFF2-40B4-BE49-F238E27FC236}">
                <a16:creationId xmlns:a16="http://schemas.microsoft.com/office/drawing/2014/main" id="{4EDA08D5-F667-8787-0063-21E612015DD7}"/>
              </a:ext>
            </a:extLst>
          </p:cNvPr>
          <p:cNvSpPr/>
          <p:nvPr userDrawn="1"/>
        </p:nvSpPr>
        <p:spPr>
          <a:xfrm>
            <a:off x="0" y="5786438"/>
            <a:ext cx="9144000" cy="1071562"/>
          </a:xfrm>
          <a:prstGeom prst="rect">
            <a:avLst/>
          </a:prstGeom>
          <a:solidFill>
            <a:srgbClr val="D5D6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5921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BD68A1-6D68-CD6D-C3FD-91DA62A29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398EC3-5D4E-468C-F30B-CE6560798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9830B3-74C5-1ACB-B556-F55E98F59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28/08/2025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27DCF0-C431-0852-42CE-95C44852C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46AD75-DF05-40EA-B4F3-3CF83558E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219D7D-12FE-4B7D-95D8-6A0F2828D8E3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7549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C31533-0C84-ADE9-99EA-26241D9B4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1E6E27-3202-D0B8-F283-8CFBD093E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8D6381-9943-A208-5F45-856FCB429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28/08/2025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9BCE5B-A275-1968-3267-A868EB60B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B90775-642D-4759-324A-AE1E31858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D14026-6FB7-464F-BD55-9983151CEDB0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851364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C947BA-2671-5DCE-289C-858407397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6C8C46-4DD7-DB89-3971-B7D6B1F47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BB1AC8-CC6D-7CD8-18BA-F0920AEC1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38D8F2-068C-1F31-5CF2-766814AC3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28/08/2025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32360FD-9E47-D090-4AB3-714887C3A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D37D2D-9508-DFEF-774C-C8A5B6A21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813DE1-EA20-4BEF-AB12-D2D69A6090C3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019277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57BAD9-4D34-20A2-A9AE-82964CF41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59AA51-6010-C8FF-084C-C110BCCDA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6FAE22-1B9C-8F57-87A7-2E14CE304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E7830DD-6A40-8E27-70CB-D8FE41AD3C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777C88D-8DD0-FC51-A16D-49E686FFA9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4FB2C8A-08F4-1A41-5036-C328209FC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28/08/2025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B5A1F5B-743C-D501-930D-F90EBA8A6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73F5F7C-9BF7-A3DE-8669-2EC9E00E0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150205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0EE9A1-E144-373F-F5D9-12C31B7C6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8BE38C-0964-C281-4826-2C3C11C49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28/08/2025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3AB1AB-1E52-7FD3-3BB7-A73F570B9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167E51-3FDD-695C-0CE2-96F608F7E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739500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49E5E9C-8C29-201A-9031-69BC92AF4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28/08/2025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F115059-38DA-DC3D-A1B7-0C4BF8683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C62E63-C8FB-04D9-3735-C7919A9D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8C22F4-EE15-4184-8A4F-C4124F2BE447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02141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E3FE12-3262-8961-6F36-E338D8C87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2AB934-4DB1-C46B-4EB1-4D1AAC7D0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8C1947E-F2E3-1002-A600-DED1B9DA8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DA0B25A-FC1B-767C-8C69-FE2AD6FE5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28/08/2025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85C023-3180-C2A8-6BD0-63D18C453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F4F0A9-714D-5058-F92E-179ECE0AA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CB0E3D-5246-46A6-A0B3-053B7FB2AE0D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239017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1D8E29-2B5D-9CF4-A199-E673E0D5B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D75A990-0E1F-4E60-D107-9756D6BFD3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6BD761-3CC8-1CF5-9984-F066094FCB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1540D8-AA84-05D7-E9B4-4E08651A5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28/08/2025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086AA3-AF31-8C9A-7F2F-B87848C6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1105B9-8899-D51A-88C0-376DC7823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953745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704477-2834-99EC-CFA8-180937D0B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AAFD096-F1C5-E969-C636-867E3E66E5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912F77-4B86-C6CC-4ED2-812449AE8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28/08/2025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E79BD8-72C6-81E3-EF48-F29328E65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1B4782-D0C0-509F-4BDC-03E4A791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712065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9545E7B-9A8C-6F62-F333-E612FC1E4B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E5C78DD-62C0-ADA7-4AC6-5F7C5B358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5F10F1-E647-76F8-2174-E45862B25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28/08/2025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416465-EAB8-8324-072F-8B25CA808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151C83-117D-752A-7DDA-A1F8A8B94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064717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7 Rectángulo">
            <a:extLst>
              <a:ext uri="{FF2B5EF4-FFF2-40B4-BE49-F238E27FC236}">
                <a16:creationId xmlns:a16="http://schemas.microsoft.com/office/drawing/2014/main" id="{EC631D57-6843-47FB-8C0A-4FA9AA9BC663}"/>
              </a:ext>
            </a:extLst>
          </p:cNvPr>
          <p:cNvSpPr/>
          <p:nvPr userDrawn="1"/>
        </p:nvSpPr>
        <p:spPr>
          <a:xfrm>
            <a:off x="0" y="5786438"/>
            <a:ext cx="9144000" cy="1071562"/>
          </a:xfrm>
          <a:prstGeom prst="rect">
            <a:avLst/>
          </a:prstGeom>
          <a:solidFill>
            <a:srgbClr val="D5D6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CO"/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4000496" y="71414"/>
            <a:ext cx="5072066" cy="571504"/>
          </a:xfrm>
        </p:spPr>
        <p:txBody>
          <a:bodyPr/>
          <a:lstStyle>
            <a:lvl1pPr algn="r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857224" y="857232"/>
            <a:ext cx="7715304" cy="500066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047221BE-117B-43C8-9D2A-CE256401BA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438" y="206375"/>
            <a:ext cx="785812" cy="365125"/>
          </a:xfr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532E1E3-6AB7-4D92-A33A-F043E6C5B717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827616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5 Marcador de número de diapositiva" descr="&lt;No.&gt;">
            <a:extLst>
              <a:ext uri="{FF2B5EF4-FFF2-40B4-BE49-F238E27FC236}">
                <a16:creationId xmlns:a16="http://schemas.microsoft.com/office/drawing/2014/main" id="{61EBF708-C41B-44B1-97EC-CF1BBBC20C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19D7D-12FE-4B7D-95D8-6A0F2828D8E3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701494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7224" y="264318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57224" y="1071546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5 Marcador de número de diapositiva" descr="&lt;No.&gt;">
            <a:extLst>
              <a:ext uri="{FF2B5EF4-FFF2-40B4-BE49-F238E27FC236}">
                <a16:creationId xmlns:a16="http://schemas.microsoft.com/office/drawing/2014/main" id="{EE100265-4A3B-4F40-A5F0-770BFD064A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D14026-6FB7-464F-BD55-9983151CEDB0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3516683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857224" y="2214554"/>
            <a:ext cx="3571900" cy="402589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2214554"/>
            <a:ext cx="4038600" cy="40005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5 Marcador de número de diapositiva" descr="&lt;No.&gt;">
            <a:extLst>
              <a:ext uri="{FF2B5EF4-FFF2-40B4-BE49-F238E27FC236}">
                <a16:creationId xmlns:a16="http://schemas.microsoft.com/office/drawing/2014/main" id="{DFF2B988-F19E-4F04-BD27-A48F39A01A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813DE1-EA20-4BEF-AB12-D2D69A6090C3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54911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5 Marcador de número de diapositiva" descr="&lt;No.&gt;">
            <a:extLst>
              <a:ext uri="{FF2B5EF4-FFF2-40B4-BE49-F238E27FC236}">
                <a16:creationId xmlns:a16="http://schemas.microsoft.com/office/drawing/2014/main" id="{FF35CE3E-FD30-4207-9576-68F58A4C8E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321CA9-07FE-4363-8077-5E54FDAF3616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9126016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5 Marcador de número de diapositiva" descr="&lt;No.&gt;">
            <a:extLst>
              <a:ext uri="{FF2B5EF4-FFF2-40B4-BE49-F238E27FC236}">
                <a16:creationId xmlns:a16="http://schemas.microsoft.com/office/drawing/2014/main" id="{D69FD3F0-0EF5-4AC6-A81B-0CFD0FF773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BDF024-4D44-479D-901F-E26036C4C7D1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442379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 Marcador de número de diapositiva" descr="&lt;No.&gt;">
            <a:extLst>
              <a:ext uri="{FF2B5EF4-FFF2-40B4-BE49-F238E27FC236}">
                <a16:creationId xmlns:a16="http://schemas.microsoft.com/office/drawing/2014/main" id="{0FCC1E91-35AF-4149-AC6B-42626F30B6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8C22F4-EE15-4184-8A4F-C4124F2BE447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694708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7224" y="85723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032250" y="85723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857224" y="200024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5 Marcador de número de diapositiva" descr="&lt;No.&gt;">
            <a:extLst>
              <a:ext uri="{FF2B5EF4-FFF2-40B4-BE49-F238E27FC236}">
                <a16:creationId xmlns:a16="http://schemas.microsoft.com/office/drawing/2014/main" id="{B1F7549D-979F-45AB-AD58-5BF7CB6DB3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B0E3D-5246-46A6-A0B3-053B7FB2AE0D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9624281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5072074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928670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CO" noProof="0"/>
          </a:p>
        </p:txBody>
      </p:sp>
      <p:sp>
        <p:nvSpPr>
          <p:cNvPr id="4" name="5 Marcador de número de diapositiva" descr="&lt;No.&gt;">
            <a:extLst>
              <a:ext uri="{FF2B5EF4-FFF2-40B4-BE49-F238E27FC236}">
                <a16:creationId xmlns:a16="http://schemas.microsoft.com/office/drawing/2014/main" id="{3328A9B1-3ED4-438D-8E87-64D0CD3849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9056AB-9AE7-49AD-9364-B4271C824DC3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000895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D1179B3-E3F7-8DF3-ABF5-4D23297F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E192CF-B8E8-68F7-E0A0-A63F6554F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113D34-63A4-3585-73E1-7A6563CC9F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7635E-2D71-42E7-9E6C-FBB85A15A85F}" type="datetimeFigureOut">
              <a:rPr lang="es-CO" smtClean="0"/>
              <a:t>28/08/2025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79372D-5D91-7624-4D7B-06BE31EEB2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491E14-EF87-176A-B3C5-BCD96C5D38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  <p:sp>
        <p:nvSpPr>
          <p:cNvPr id="7" name="6 Rectángulo">
            <a:extLst>
              <a:ext uri="{FF2B5EF4-FFF2-40B4-BE49-F238E27FC236}">
                <a16:creationId xmlns:a16="http://schemas.microsoft.com/office/drawing/2014/main" id="{7B0CA632-E545-9F27-F48F-19EBC6FED7F0}"/>
              </a:ext>
            </a:extLst>
          </p:cNvPr>
          <p:cNvSpPr/>
          <p:nvPr userDrawn="1"/>
        </p:nvSpPr>
        <p:spPr>
          <a:xfrm>
            <a:off x="0" y="5786438"/>
            <a:ext cx="9144000" cy="1071562"/>
          </a:xfrm>
          <a:prstGeom prst="rect">
            <a:avLst/>
          </a:prstGeom>
          <a:solidFill>
            <a:srgbClr val="D5D6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750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77" r:id="rId12"/>
    <p:sldLayoutId id="2147483769" r:id="rId13"/>
    <p:sldLayoutId id="2147483770" r:id="rId14"/>
    <p:sldLayoutId id="2147483771" r:id="rId15"/>
    <p:sldLayoutId id="2147483772" r:id="rId16"/>
    <p:sldLayoutId id="2147483773" r:id="rId17"/>
    <p:sldLayoutId id="2147483774" r:id="rId18"/>
    <p:sldLayoutId id="2147483775" r:id="rId19"/>
    <p:sldLayoutId id="2147483776" r:id="rId2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1 Título">
            <a:extLst>
              <a:ext uri="{FF2B5EF4-FFF2-40B4-BE49-F238E27FC236}">
                <a16:creationId xmlns:a16="http://schemas.microsoft.com/office/drawing/2014/main" id="{612B5792-076C-452D-8592-DDADCC263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8575"/>
            <a:ext cx="779463" cy="720725"/>
          </a:xfrm>
        </p:spPr>
        <p:txBody>
          <a:bodyPr/>
          <a:lstStyle/>
          <a:p>
            <a:pPr algn="ctr" eaLnBrk="1" hangingPunct="1"/>
            <a:r>
              <a:rPr lang="es-CO" altLang="es-CO" sz="3600"/>
              <a:t>1</a:t>
            </a:r>
          </a:p>
        </p:txBody>
      </p:sp>
      <p:sp>
        <p:nvSpPr>
          <p:cNvPr id="5124" name="2 Subtítulo">
            <a:extLst>
              <a:ext uri="{FF2B5EF4-FFF2-40B4-BE49-F238E27FC236}">
                <a16:creationId xmlns:a16="http://schemas.microsoft.com/office/drawing/2014/main" id="{75207037-66AB-408E-B44C-6489E27F4A1E}"/>
              </a:ext>
            </a:extLst>
          </p:cNvPr>
          <p:cNvSpPr txBox="1">
            <a:spLocks/>
          </p:cNvSpPr>
          <p:nvPr/>
        </p:nvSpPr>
        <p:spPr bwMode="auto">
          <a:xfrm>
            <a:off x="779463" y="5733256"/>
            <a:ext cx="6400800" cy="129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s-CO" altLang="es-CO" sz="2800">
                <a:solidFill>
                  <a:srgbClr val="898989"/>
                </a:solidFill>
              </a:rPr>
              <a:t>Jheyson F. Villavisan B</a:t>
            </a:r>
            <a:endParaRPr lang="es-CO" altLang="es-CO" sz="1800">
              <a:solidFill>
                <a:srgbClr val="898989"/>
              </a:solidFill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s-CO" altLang="es-CO" sz="2400">
              <a:solidFill>
                <a:srgbClr val="898989"/>
              </a:solidFill>
            </a:endParaRPr>
          </a:p>
        </p:txBody>
      </p:sp>
      <p:sp>
        <p:nvSpPr>
          <p:cNvPr id="10" name="2 Subtítulo">
            <a:extLst>
              <a:ext uri="{FF2B5EF4-FFF2-40B4-BE49-F238E27FC236}">
                <a16:creationId xmlns:a16="http://schemas.microsoft.com/office/drawing/2014/main" id="{0D52910C-C7FF-51AD-9B9D-1A390D5FFE1B}"/>
              </a:ext>
            </a:extLst>
          </p:cNvPr>
          <p:cNvSpPr txBox="1">
            <a:spLocks/>
          </p:cNvSpPr>
          <p:nvPr/>
        </p:nvSpPr>
        <p:spPr bwMode="auto">
          <a:xfrm>
            <a:off x="2123728" y="3178968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pic>
        <p:nvPicPr>
          <p:cNvPr id="1028" name="Picture 4" descr="Programas - Intranet ETITC">
            <a:extLst>
              <a:ext uri="{FF2B5EF4-FFF2-40B4-BE49-F238E27FC236}">
                <a16:creationId xmlns:a16="http://schemas.microsoft.com/office/drawing/2014/main" id="{86BA1783-B2FE-6B6A-8793-A57527FC5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1B6180-BCA0-4F51-9F68-9E5BAB8A4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6078" y="2847975"/>
            <a:ext cx="5456585" cy="1162050"/>
          </a:xfrm>
        </p:spPr>
        <p:txBody>
          <a:bodyPr/>
          <a:lstStyle/>
          <a:p>
            <a:pPr algn="ctr"/>
            <a:r>
              <a:rPr lang="es-CO" b="1" dirty="0"/>
              <a:t>Modelamiento Matemático de sistemas Físicos</a:t>
            </a: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AF4E183E-A171-4923-A99E-D149888CEC37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2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EC83F540-C4A2-EE56-0418-B8CD7CA17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AD83FA30-4A3C-43B8-17CD-C08519129156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</p:spTree>
    <p:extLst>
      <p:ext uri="{BB962C8B-B14F-4D97-AF65-F5344CB8AC3E}">
        <p14:creationId xmlns:p14="http://schemas.microsoft.com/office/powerpoint/2010/main" val="616220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29895-F9C6-8F06-C6C1-15AF6DC48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749B6E-4106-4C47-9E8B-DF7F796D6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6078" y="2847975"/>
            <a:ext cx="5456585" cy="1162050"/>
          </a:xfrm>
        </p:spPr>
        <p:txBody>
          <a:bodyPr/>
          <a:lstStyle/>
          <a:p>
            <a:pPr algn="ctr"/>
            <a:r>
              <a:rPr lang="es-CO" b="1" dirty="0"/>
              <a:t>¿Por qué es importante el Modelamiento Matemático de sistemas Físicos?</a:t>
            </a: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47F3B260-85B8-531C-FD20-06EF041D5DF3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3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D385CB51-5B65-97F2-28CE-DA87C3CAC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3B480893-61CD-7C31-031E-97571BB9E0C8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</p:spTree>
    <p:extLst>
      <p:ext uri="{BB962C8B-B14F-4D97-AF65-F5344CB8AC3E}">
        <p14:creationId xmlns:p14="http://schemas.microsoft.com/office/powerpoint/2010/main" val="3945607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B97C5-C03E-5882-2A8B-6EA403E85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617FC0-0DB6-F445-0333-E6C21FC6C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611" y="3142943"/>
            <a:ext cx="7412777" cy="1162050"/>
          </a:xfrm>
        </p:spPr>
        <p:txBody>
          <a:bodyPr>
            <a:normAutofit fontScale="90000"/>
          </a:bodyPr>
          <a:lstStyle/>
          <a:p>
            <a:r>
              <a:rPr lang="es-ES" dirty="0"/>
              <a:t>El modelamiento matemático de sistemas físicos es importante por varias razones fundamentales, ya que permite </a:t>
            </a:r>
            <a:r>
              <a:rPr lang="es-ES" b="1" dirty="0"/>
              <a:t>comprender, predecir y optimizar </a:t>
            </a:r>
            <a:r>
              <a:rPr lang="es-ES" dirty="0"/>
              <a:t>el comportamiento de fenómenos en el mundo real</a:t>
            </a:r>
            <a:endParaRPr lang="es-ES" dirty="0">
              <a:effectLst/>
            </a:endParaRP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49951D00-4330-2060-FCD6-42D9EA8A4F97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4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F64273A3-1B50-78B2-9718-E04C1999B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5E4C5A02-88E9-990F-B8E4-1B0C22C51A9B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</p:spTree>
    <p:extLst>
      <p:ext uri="{BB962C8B-B14F-4D97-AF65-F5344CB8AC3E}">
        <p14:creationId xmlns:p14="http://schemas.microsoft.com/office/powerpoint/2010/main" val="2780058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99294-AA92-AA9E-899E-AFB3BC42D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848B91-633F-E097-A45A-B8BA9EC8E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611" y="1535369"/>
            <a:ext cx="7412777" cy="1162050"/>
          </a:xfrm>
        </p:spPr>
        <p:txBody>
          <a:bodyPr>
            <a:normAutofit/>
          </a:bodyPr>
          <a:lstStyle/>
          <a:p>
            <a:r>
              <a:rPr lang="es-ES" b="1" dirty="0"/>
              <a:t>¿Cómo se modela matemáticamente un sistema físico?</a:t>
            </a:r>
            <a:endParaRPr lang="es-ES" b="1" dirty="0">
              <a:effectLst/>
            </a:endParaRP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C93F25C1-5755-8316-B4F6-9D1CB7A3CBA6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5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A84714D4-3F29-FE14-0E4A-89C3A6B3F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BEF6881F-520E-CACA-42AB-11D480943F25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</p:spTree>
    <p:extLst>
      <p:ext uri="{BB962C8B-B14F-4D97-AF65-F5344CB8AC3E}">
        <p14:creationId xmlns:p14="http://schemas.microsoft.com/office/powerpoint/2010/main" val="2919251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2E0CB-AFAD-E6C5-06AA-2F4E2E7F6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1981CD-0148-E0B3-4631-B3E5C9EB4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611" y="1535369"/>
            <a:ext cx="7412777" cy="1162050"/>
          </a:xfrm>
        </p:spPr>
        <p:txBody>
          <a:bodyPr>
            <a:normAutofit/>
          </a:bodyPr>
          <a:lstStyle/>
          <a:p>
            <a:r>
              <a:rPr lang="es-ES" b="1" dirty="0"/>
              <a:t>¿Cómo se modela matemáticamente un sistema físico?</a:t>
            </a:r>
            <a:endParaRPr lang="es-ES" b="1" dirty="0">
              <a:effectLst/>
            </a:endParaRP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76377510-5CB1-8C41-4754-BAAF64382220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6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9B5B9716-CF6A-6BDE-31C7-1354524A3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1AF5EE88-2850-945F-0BBE-9BFB8BC45778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2CFC784-C36D-0D53-65C6-066BB70D6AC1}"/>
              </a:ext>
            </a:extLst>
          </p:cNvPr>
          <p:cNvSpPr txBox="1">
            <a:spLocks/>
          </p:cNvSpPr>
          <p:nvPr/>
        </p:nvSpPr>
        <p:spPr>
          <a:xfrm>
            <a:off x="865611" y="3472901"/>
            <a:ext cx="7412777" cy="22464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AutoNum type="arabicPeriod"/>
            </a:pPr>
            <a:r>
              <a:rPr lang="es-ES" b="1" dirty="0"/>
              <a:t>Definir el sistema y el objetivo</a:t>
            </a:r>
          </a:p>
          <a:p>
            <a:r>
              <a:rPr lang="es-ES" dirty="0"/>
              <a:t>Determina qué fenómeno o sistema quieres modelar (por ejemplo, el movimiento de un péndulo, el flujo de un fluido, un circuito eléctrico).</a:t>
            </a:r>
          </a:p>
          <a:p>
            <a:endParaRPr lang="es-ES" dirty="0"/>
          </a:p>
          <a:p>
            <a:r>
              <a:rPr lang="es-ES" dirty="0"/>
              <a:t>Define qué quieres lograr con el modelo (predecir comportamiento, optimizar diseño, entender interacciones, etc.).</a:t>
            </a:r>
          </a:p>
          <a:p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436345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48301-F43A-FB53-5B1A-BB046C3B7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707F3F-FDDA-CEB6-08FF-6ECA59D79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611" y="1535369"/>
            <a:ext cx="7412777" cy="1162050"/>
          </a:xfrm>
        </p:spPr>
        <p:txBody>
          <a:bodyPr>
            <a:normAutofit/>
          </a:bodyPr>
          <a:lstStyle/>
          <a:p>
            <a:r>
              <a:rPr lang="es-ES" b="1" dirty="0"/>
              <a:t>¿Cómo se modela matemáticamente un sistema físico?</a:t>
            </a:r>
            <a:endParaRPr lang="es-ES" b="1" dirty="0">
              <a:effectLst/>
            </a:endParaRP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942E4CC2-27C2-9E27-D999-7E988631E02C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7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2BE17CCD-F7D1-B72A-4622-F74878B81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36DB10A8-08BB-3641-90AF-4085B045855B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F3312225-3450-EDB2-330B-0FF868BCAA4D}"/>
              </a:ext>
            </a:extLst>
          </p:cNvPr>
          <p:cNvSpPr txBox="1">
            <a:spLocks/>
          </p:cNvSpPr>
          <p:nvPr/>
        </p:nvSpPr>
        <p:spPr>
          <a:xfrm>
            <a:off x="865611" y="3472901"/>
            <a:ext cx="7412777" cy="22464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2.  Identificar las variables y parámetros</a:t>
            </a:r>
          </a:p>
          <a:p>
            <a:r>
              <a:rPr lang="es-ES" dirty="0"/>
              <a:t>Determina las cantidades que cambian en el sistema (por ejemplo, posición, velocidad, temperatura, voltaje).</a:t>
            </a:r>
          </a:p>
          <a:p>
            <a:r>
              <a:rPr lang="es-ES" dirty="0"/>
              <a:t>Identifica las constantes que caracterizan el sistema (por ejemplo, masa, gravedad, resistencia eléctrica).</a:t>
            </a:r>
          </a:p>
          <a:p>
            <a:r>
              <a:rPr lang="es-ES" dirty="0"/>
              <a:t>Observa cómo estas variables y parámetros interactúan (por ejemplo, la fuerza gravitacional depende de la masa y la distancia).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14664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24B9F-C6EE-0D96-69A9-4798505BF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913281-708B-3415-3AF0-38141A54E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611" y="1535369"/>
            <a:ext cx="7412777" cy="1162050"/>
          </a:xfrm>
        </p:spPr>
        <p:txBody>
          <a:bodyPr>
            <a:normAutofit/>
          </a:bodyPr>
          <a:lstStyle/>
          <a:p>
            <a:r>
              <a:rPr lang="es-ES" b="1" dirty="0"/>
              <a:t>¿Cómo se modela matemáticamente un sistema físico?</a:t>
            </a:r>
            <a:endParaRPr lang="es-ES" b="1" dirty="0">
              <a:effectLst/>
            </a:endParaRP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66899F1C-7251-A9F3-A153-5B66F76919B8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8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FE282E80-158F-3DBE-F1B9-2B010C3B8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12B07C45-299E-17A3-A723-E8D734634A3D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BEE8194-FDBC-3185-C63B-9D042C4DB8D1}"/>
              </a:ext>
            </a:extLst>
          </p:cNvPr>
          <p:cNvSpPr txBox="1">
            <a:spLocks/>
          </p:cNvSpPr>
          <p:nvPr/>
        </p:nvSpPr>
        <p:spPr>
          <a:xfrm>
            <a:off x="865611" y="3037376"/>
            <a:ext cx="7412777" cy="22464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3.  Formular hipótesis y suposiciones</a:t>
            </a:r>
          </a:p>
          <a:p>
            <a:r>
              <a:rPr lang="es-ES" dirty="0"/>
              <a:t>Por ejemplo, en un modelo de caída libre, podrías asumir que la resistencia del aire es despreciable.</a:t>
            </a:r>
          </a:p>
          <a:p>
            <a:r>
              <a:rPr lang="es-ES" dirty="0"/>
              <a:t>Estas suposiciones deben ser razonables y basadas en el contexto del sistema y el objetivo del modelo.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6185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203CA-4C36-23E2-5EF3-12E4228DA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4365F2-F133-2CA8-CBFB-9C14C53F8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611" y="1535369"/>
            <a:ext cx="7412777" cy="1162050"/>
          </a:xfrm>
        </p:spPr>
        <p:txBody>
          <a:bodyPr>
            <a:normAutofit/>
          </a:bodyPr>
          <a:lstStyle/>
          <a:p>
            <a:r>
              <a:rPr lang="es-ES" b="1" dirty="0"/>
              <a:t>¿Cómo se modela matemáticamente un sistema físico?</a:t>
            </a:r>
            <a:endParaRPr lang="es-ES" b="1" dirty="0">
              <a:effectLst/>
            </a:endParaRP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B1A49FEB-25AF-E461-72BD-7A8EF116FAFD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9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3D0F43B4-5CC1-80E2-67FD-96E374BB4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CC23F006-5561-0A6B-B2B9-325E9B34A05D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86914BEC-450A-0709-4F10-5671B1AD3D9F}"/>
              </a:ext>
            </a:extLst>
          </p:cNvPr>
          <p:cNvSpPr txBox="1">
            <a:spLocks/>
          </p:cNvSpPr>
          <p:nvPr/>
        </p:nvSpPr>
        <p:spPr>
          <a:xfrm>
            <a:off x="865611" y="3037376"/>
            <a:ext cx="7412777" cy="22464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4.  Establecer las ecuaciones matemáticas</a:t>
            </a:r>
          </a:p>
          <a:p>
            <a:r>
              <a:rPr lang="es-ES" dirty="0"/>
              <a:t>Usa leyes físicas, principios o relaciones conocidas para describir el sistema. Por ejemplo:</a:t>
            </a:r>
          </a:p>
          <a:p>
            <a:r>
              <a:rPr lang="es-ES" dirty="0"/>
              <a:t>- Mecánica: Leyes de Newton (F = </a:t>
            </a:r>
            <a:r>
              <a:rPr lang="es-ES" dirty="0" err="1"/>
              <a:t>ma</a:t>
            </a:r>
            <a:r>
              <a:rPr lang="es-ES" dirty="0"/>
              <a:t>), conservación de energía o momento.</a:t>
            </a:r>
          </a:p>
          <a:p>
            <a:r>
              <a:rPr lang="es-ES" dirty="0"/>
              <a:t>- Electricidad: Leyes de Ohm o ecuaciones de Maxwell.</a:t>
            </a:r>
          </a:p>
          <a:p>
            <a:r>
              <a:rPr lang="es-ES" dirty="0"/>
              <a:t>Expresa estas relaciones en forma de ecuaciones diferenciales, algebraicas o integrales, según el caso.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41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08FB2-AA73-A57B-3B4A-ACE26D485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B9BED5-9F17-B518-EB52-81026AB3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611" y="1535369"/>
            <a:ext cx="7412777" cy="1162050"/>
          </a:xfrm>
        </p:spPr>
        <p:txBody>
          <a:bodyPr>
            <a:normAutofit/>
          </a:bodyPr>
          <a:lstStyle/>
          <a:p>
            <a:r>
              <a:rPr lang="es-ES" b="1" dirty="0"/>
              <a:t>¿Cómo se modela matemáticamente un sistema físico?</a:t>
            </a:r>
            <a:endParaRPr lang="es-ES" b="1" dirty="0">
              <a:effectLst/>
            </a:endParaRP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CC1DE702-602E-CDB5-A01B-890E2C68B523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10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C3A0E307-4F4C-9BB8-40B2-E81747819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E988738F-44C0-1E53-E60B-3C689BF62CE9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1AE8AF89-F11B-BDD1-87AD-6D6C2D317E93}"/>
              </a:ext>
            </a:extLst>
          </p:cNvPr>
          <p:cNvSpPr txBox="1">
            <a:spLocks/>
          </p:cNvSpPr>
          <p:nvPr/>
        </p:nvSpPr>
        <p:spPr>
          <a:xfrm>
            <a:off x="865611" y="3037376"/>
            <a:ext cx="7412777" cy="22464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5.  Resolver el modelo</a:t>
            </a:r>
          </a:p>
          <a:p>
            <a:r>
              <a:rPr lang="es-ES" dirty="0"/>
              <a:t>Analíticamente: Si es posible, resuelve las ecuaciones usando métodos matemáticos exactos (por ejemplo, integrando ecuaciones diferenciales lineales o </a:t>
            </a:r>
            <a:r>
              <a:rPr lang="es-ES" b="1" dirty="0"/>
              <a:t>Transformada de Laplace</a:t>
            </a:r>
            <a:r>
              <a:rPr lang="es-ES" dirty="0"/>
              <a:t>).</a:t>
            </a:r>
          </a:p>
          <a:p>
            <a:r>
              <a:rPr lang="es-CO" dirty="0"/>
              <a:t>Numéricamente: Para sistemas complejos, usa métodos computacionales como el método de Euler, Runge-</a:t>
            </a:r>
            <a:r>
              <a:rPr lang="es-CO" dirty="0" err="1"/>
              <a:t>Kutta</a:t>
            </a:r>
            <a:r>
              <a:rPr lang="es-CO" dirty="0"/>
              <a:t> o software como MATLAB, Python o </a:t>
            </a:r>
            <a:r>
              <a:rPr lang="es-CO" dirty="0" err="1"/>
              <a:t>Mathematica</a:t>
            </a:r>
            <a:r>
              <a:rPr lang="es-CO" dirty="0"/>
              <a:t>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49203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76E9D-5C11-422C-1614-C9AA2648F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74C90C-FBA4-9A85-CD8F-EC7F55F0A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611" y="1535369"/>
            <a:ext cx="7412777" cy="1162050"/>
          </a:xfrm>
        </p:spPr>
        <p:txBody>
          <a:bodyPr>
            <a:normAutofit/>
          </a:bodyPr>
          <a:lstStyle/>
          <a:p>
            <a:r>
              <a:rPr lang="es-ES" b="1" dirty="0"/>
              <a:t>¿Cómo se modela matemáticamente un sistema físico?</a:t>
            </a:r>
            <a:endParaRPr lang="es-ES" b="1" dirty="0">
              <a:effectLst/>
            </a:endParaRP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4CCC9A6D-E01E-111F-0FA6-C28E5C17AFAA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11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A781D205-5806-2CDC-1D6D-34F795552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BF3B77EF-38EE-40F2-BBEF-1C27F6CE5909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B3D8AEB4-EE7F-1FCC-0848-C5AC67151BD4}"/>
              </a:ext>
            </a:extLst>
          </p:cNvPr>
          <p:cNvSpPr txBox="1">
            <a:spLocks/>
          </p:cNvSpPr>
          <p:nvPr/>
        </p:nvSpPr>
        <p:spPr>
          <a:xfrm>
            <a:off x="865611" y="3229105"/>
            <a:ext cx="7412777" cy="224641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6.  Validar el modelo</a:t>
            </a:r>
          </a:p>
          <a:p>
            <a:r>
              <a:rPr lang="es-ES" dirty="0"/>
              <a:t>Compara los resultados del modelo con datos experimentales o reales. Por ejemplo, si modelas el movimiento de un proyectil, verifica si las trayectorias predichas coinciden con mediciones reales.</a:t>
            </a:r>
          </a:p>
          <a:p>
            <a:r>
              <a:rPr lang="es-ES" dirty="0"/>
              <a:t>Ajusta el modelo si los resultados no son precisos, revisando suposiciones o parámetros.</a:t>
            </a:r>
            <a:endParaRPr lang="es-CO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34430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55BC4-B92C-44C0-B2B2-EFD84827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C0B87D-BEAF-AA16-8C63-110F1201F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611" y="1535369"/>
            <a:ext cx="7412777" cy="1162050"/>
          </a:xfrm>
        </p:spPr>
        <p:txBody>
          <a:bodyPr>
            <a:normAutofit/>
          </a:bodyPr>
          <a:lstStyle/>
          <a:p>
            <a:r>
              <a:rPr lang="es-ES" b="1" dirty="0"/>
              <a:t>¿Cómo se modela matemáticamente un sistema físico?</a:t>
            </a:r>
            <a:endParaRPr lang="es-ES" b="1" dirty="0">
              <a:effectLst/>
            </a:endParaRP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67F5B028-C1AC-C52B-C8E7-67F466429690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12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15237C34-4F72-476F-C91A-364A0097D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12C240E3-95EB-333A-0FE9-36AFEDD6B39C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93BB3BEB-975C-EA3A-81C5-0BA48BEFE8F3}"/>
              </a:ext>
            </a:extLst>
          </p:cNvPr>
          <p:cNvSpPr txBox="1">
            <a:spLocks/>
          </p:cNvSpPr>
          <p:nvPr/>
        </p:nvSpPr>
        <p:spPr>
          <a:xfrm>
            <a:off x="865610" y="3393310"/>
            <a:ext cx="7412777" cy="22464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7.  Analizar y utilizar el modelo</a:t>
            </a:r>
          </a:p>
          <a:p>
            <a:r>
              <a:rPr lang="es-ES" dirty="0"/>
              <a:t>Interpreta los resultados para responder al objetivo inicial (por ejemplo, determinar la máxima altura de un proyectil o la estabilidad de un circuito).</a:t>
            </a:r>
          </a:p>
          <a:p>
            <a:r>
              <a:rPr lang="es-ES" dirty="0"/>
              <a:t>Realiza simulaciones para explorar diferentes escenarios (por ejemplo, cambiar parámetros como la masa o la resistencia).</a:t>
            </a:r>
          </a:p>
          <a:p>
            <a:r>
              <a:rPr lang="es-ES" dirty="0"/>
              <a:t>Usa el modelo para tomar decisiones, optimizar diseños o predecir comportamientos futuros.</a:t>
            </a:r>
          </a:p>
          <a:p>
            <a:endParaRPr lang="es-CO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1355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7EFFD-D555-3F8A-ADEA-0958AA187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219FEB-462E-6C36-9FA0-5A69E8D55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463" y="1963073"/>
            <a:ext cx="7412777" cy="1162050"/>
          </a:xfrm>
        </p:spPr>
        <p:txBody>
          <a:bodyPr>
            <a:normAutofit fontScale="90000"/>
          </a:bodyPr>
          <a:lstStyle/>
          <a:p>
            <a:r>
              <a:rPr lang="es-ES" b="1" dirty="0">
                <a:effectLst/>
              </a:rPr>
              <a:t>Ejemplo</a:t>
            </a:r>
            <a:br>
              <a:rPr lang="es-ES" b="1" dirty="0">
                <a:effectLst/>
              </a:rPr>
            </a:br>
            <a:r>
              <a:rPr lang="es-ES" dirty="0">
                <a:solidFill>
                  <a:srgbClr val="212121"/>
                </a:solidFill>
                <a:latin typeface="Helvetica" panose="020B0604020202020204" pitchFamily="34" charset="0"/>
              </a:rPr>
              <a:t>Obtener la función de transferencia en el dominio de Laplace, en términos de R, L y C del siguiente sistema eléctrico:</a:t>
            </a:r>
            <a:br>
              <a:rPr lang="es-ES" dirty="0">
                <a:solidFill>
                  <a:srgbClr val="212121"/>
                </a:solidFill>
                <a:latin typeface="Helvetica" panose="020B0604020202020204" pitchFamily="34" charset="0"/>
              </a:rPr>
            </a:br>
            <a:endParaRPr lang="es-ES" b="1" dirty="0">
              <a:effectLst/>
            </a:endParaRP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063A1A47-4C95-3088-3016-187E8E5596A2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13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429D45D8-AD63-8A74-4348-D06424920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477C3704-E681-02BA-C4FC-263938923874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76BA687-99EA-EBA4-6DF2-4A318D2301A9}"/>
              </a:ext>
            </a:extLst>
          </p:cNvPr>
          <p:cNvSpPr txBox="1">
            <a:spLocks/>
          </p:cNvSpPr>
          <p:nvPr/>
        </p:nvSpPr>
        <p:spPr>
          <a:xfrm>
            <a:off x="865610" y="3393310"/>
            <a:ext cx="7412777" cy="22464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O" dirty="0"/>
          </a:p>
          <a:p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B5A1470-2168-9229-FE99-430FE1B73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848" y="2996952"/>
            <a:ext cx="4508304" cy="239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902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35D8F-DEBB-8142-EDBC-30898E095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BBD78B-04FD-1455-C957-A4C8B2906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463" y="1963073"/>
            <a:ext cx="7412777" cy="1162050"/>
          </a:xfrm>
        </p:spPr>
        <p:txBody>
          <a:bodyPr>
            <a:normAutofit fontScale="90000"/>
          </a:bodyPr>
          <a:lstStyle/>
          <a:p>
            <a:r>
              <a:rPr lang="es-ES" b="1" dirty="0">
                <a:effectLst/>
              </a:rPr>
              <a:t>Ejemplo</a:t>
            </a:r>
            <a:br>
              <a:rPr lang="es-ES" b="1" dirty="0">
                <a:effectLst/>
              </a:rPr>
            </a:br>
            <a:r>
              <a:rPr lang="es-ES" dirty="0">
                <a:solidFill>
                  <a:srgbClr val="212121"/>
                </a:solidFill>
                <a:latin typeface="Helvetica" panose="020B0604020202020204" pitchFamily="34" charset="0"/>
              </a:rPr>
              <a:t>Obtener la función de transferencia en el dominio de Laplace, en términos de R, L y C del siguiente sistema eléctrico:</a:t>
            </a:r>
            <a:br>
              <a:rPr lang="es-ES" dirty="0">
                <a:solidFill>
                  <a:srgbClr val="212121"/>
                </a:solidFill>
                <a:latin typeface="Helvetica" panose="020B0604020202020204" pitchFamily="34" charset="0"/>
              </a:rPr>
            </a:br>
            <a:endParaRPr lang="es-ES" b="1" dirty="0">
              <a:effectLst/>
            </a:endParaRP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6CE15F19-4304-4E9C-5B15-16F0E1C739E7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14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0419153B-CC98-C329-BA1D-9E3F89669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E8102D1D-AD2F-FDD5-23C9-CE73321B70F9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F83E8C5F-488F-69D8-8369-D2C1A8F31771}"/>
              </a:ext>
            </a:extLst>
          </p:cNvPr>
          <p:cNvSpPr txBox="1">
            <a:spLocks/>
          </p:cNvSpPr>
          <p:nvPr/>
        </p:nvSpPr>
        <p:spPr>
          <a:xfrm>
            <a:off x="865610" y="3393310"/>
            <a:ext cx="7412777" cy="22464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O" dirty="0"/>
          </a:p>
          <a:p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7AF2006-3D31-68CD-414B-4984D01B25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7848" y="2996952"/>
            <a:ext cx="4508304" cy="239569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6CA91BCA-7FD5-F7F5-5AB7-0239DDFE5123}"/>
                  </a:ext>
                </a:extLst>
              </p:cNvPr>
              <p:cNvSpPr txBox="1"/>
              <p:nvPr/>
            </p:nvSpPr>
            <p:spPr>
              <a:xfrm>
                <a:off x="2249127" y="5858031"/>
                <a:ext cx="4645742" cy="848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CO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6CA91BCA-7FD5-F7F5-5AB7-0239DDFE5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127" y="5858031"/>
                <a:ext cx="4645742" cy="8485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3089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5823E-FE3F-AC49-953B-8DB0A3638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E5416E-6C07-961E-6F75-879A72A28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463" y="1963073"/>
            <a:ext cx="7412777" cy="1162050"/>
          </a:xfrm>
        </p:spPr>
        <p:txBody>
          <a:bodyPr>
            <a:normAutofit fontScale="90000"/>
          </a:bodyPr>
          <a:lstStyle/>
          <a:p>
            <a:r>
              <a:rPr lang="es-ES" b="1" dirty="0">
                <a:effectLst/>
              </a:rPr>
              <a:t>Ejemplo</a:t>
            </a:r>
            <a:br>
              <a:rPr lang="es-ES" b="1" dirty="0">
                <a:effectLst/>
              </a:rPr>
            </a:br>
            <a:r>
              <a:rPr lang="es-ES" dirty="0">
                <a:solidFill>
                  <a:srgbClr val="212121"/>
                </a:solidFill>
                <a:latin typeface="Helvetica" panose="020B0604020202020204" pitchFamily="34" charset="0"/>
              </a:rPr>
              <a:t>Obtener la función de transferencia en el dominio de Laplace, en términos de R, L y C del siguiente sistema eléctrico:</a:t>
            </a:r>
            <a:br>
              <a:rPr lang="es-ES" dirty="0">
                <a:solidFill>
                  <a:srgbClr val="212121"/>
                </a:solidFill>
                <a:latin typeface="Helvetica" panose="020B0604020202020204" pitchFamily="34" charset="0"/>
              </a:rPr>
            </a:br>
            <a:endParaRPr lang="es-ES" b="1" dirty="0">
              <a:effectLst/>
            </a:endParaRP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BCA83372-EB58-3247-DBF2-87222200A45A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15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6B7CA4E1-D19E-8DDB-594B-0E1C2F0F1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9E2E4724-7BCC-7A2B-EBBF-72DEDF288411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6A71D60A-527E-B66C-CD51-6C95A73B312C}"/>
              </a:ext>
            </a:extLst>
          </p:cNvPr>
          <p:cNvSpPr txBox="1">
            <a:spLocks/>
          </p:cNvSpPr>
          <p:nvPr/>
        </p:nvSpPr>
        <p:spPr>
          <a:xfrm>
            <a:off x="865610" y="3393310"/>
            <a:ext cx="7412777" cy="22464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O" dirty="0"/>
          </a:p>
          <a:p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E3E861F-F4E1-0DB1-DF13-B33D3DDEB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7848" y="2996952"/>
            <a:ext cx="4508304" cy="239569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C6EAABA5-F086-102C-3823-B7B3904DBC69}"/>
                  </a:ext>
                </a:extLst>
              </p:cNvPr>
              <p:cNvSpPr txBox="1"/>
              <p:nvPr/>
            </p:nvSpPr>
            <p:spPr>
              <a:xfrm>
                <a:off x="3340891" y="6059501"/>
                <a:ext cx="21823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C6EAABA5-F086-102C-3823-B7B3904DB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0891" y="6059501"/>
                <a:ext cx="2182392" cy="276999"/>
              </a:xfrm>
              <a:prstGeom prst="rect">
                <a:avLst/>
              </a:prstGeom>
              <a:blipFill>
                <a:blip r:embed="rId5"/>
                <a:stretch>
                  <a:fillRect l="-1117" r="-2235" b="-1777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1F092DC1-A4BD-EFB1-17B8-2A9CE74053A9}"/>
                  </a:ext>
                </a:extLst>
              </p:cNvPr>
              <p:cNvSpPr txBox="1"/>
              <p:nvPr/>
            </p:nvSpPr>
            <p:spPr>
              <a:xfrm>
                <a:off x="4082279" y="6426525"/>
                <a:ext cx="8071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1F092DC1-A4BD-EFB1-17B8-2A9CE7405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279" y="6426525"/>
                <a:ext cx="807144" cy="276999"/>
              </a:xfrm>
              <a:prstGeom prst="rect">
                <a:avLst/>
              </a:prstGeom>
              <a:blipFill>
                <a:blip r:embed="rId6"/>
                <a:stretch>
                  <a:fillRect l="-3788" r="-1515" b="-1304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1119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074D2-6E3E-CFFD-C22A-001D5D610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2104A9-3235-5213-E577-C8B163741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463" y="1963073"/>
            <a:ext cx="7412777" cy="1162050"/>
          </a:xfrm>
        </p:spPr>
        <p:txBody>
          <a:bodyPr>
            <a:normAutofit fontScale="90000"/>
          </a:bodyPr>
          <a:lstStyle/>
          <a:p>
            <a:r>
              <a:rPr lang="es-ES" b="1" dirty="0">
                <a:effectLst/>
              </a:rPr>
              <a:t>Ejemplo</a:t>
            </a:r>
            <a:br>
              <a:rPr lang="es-ES" b="1" dirty="0">
                <a:effectLst/>
              </a:rPr>
            </a:br>
            <a:r>
              <a:rPr lang="es-ES" dirty="0">
                <a:solidFill>
                  <a:srgbClr val="212121"/>
                </a:solidFill>
                <a:latin typeface="Helvetica" panose="020B0604020202020204" pitchFamily="34" charset="0"/>
              </a:rPr>
              <a:t>Obtener la función de transferencia en el dominio de Laplace, en términos de R, L y C del siguiente sistema eléctrico:</a:t>
            </a:r>
            <a:br>
              <a:rPr lang="es-ES" dirty="0">
                <a:solidFill>
                  <a:srgbClr val="212121"/>
                </a:solidFill>
                <a:latin typeface="Helvetica" panose="020B0604020202020204" pitchFamily="34" charset="0"/>
              </a:rPr>
            </a:br>
            <a:endParaRPr lang="es-ES" b="1" dirty="0">
              <a:effectLst/>
            </a:endParaRP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7C2BB1C2-C28C-85EE-9C17-650C73A758CF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16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813FEEE0-C709-9B04-6AD9-E6F9F4C3A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99F87A44-418B-F294-4F83-C581CF97AAF5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8B390CCD-0689-DCB0-5463-7DCFAEDE76C7}"/>
              </a:ext>
            </a:extLst>
          </p:cNvPr>
          <p:cNvSpPr txBox="1">
            <a:spLocks/>
          </p:cNvSpPr>
          <p:nvPr/>
        </p:nvSpPr>
        <p:spPr>
          <a:xfrm>
            <a:off x="865610" y="3393310"/>
            <a:ext cx="7412777" cy="22464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O" dirty="0"/>
          </a:p>
          <a:p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6D6E188-B8FF-09E3-5A5B-69F318AAA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7848" y="2996952"/>
            <a:ext cx="4508304" cy="239569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1F41B81-BBAA-57FA-B9BF-584882319343}"/>
                  </a:ext>
                </a:extLst>
              </p:cNvPr>
              <p:cNvSpPr txBox="1"/>
              <p:nvPr/>
            </p:nvSpPr>
            <p:spPr>
              <a:xfrm>
                <a:off x="2811905" y="5468641"/>
                <a:ext cx="3669723" cy="7265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𝑑𝑖</m:t>
                          </m:r>
                          <m:d>
                            <m:d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𝑅𝑖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)−</m:t>
                      </m:r>
                      <m:f>
                        <m:f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1F41B81-BBAA-57FA-B9BF-584882319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905" y="5468641"/>
                <a:ext cx="3669723" cy="7265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67ECFF2-3718-A2C2-37A6-90F1FA7D0D9D}"/>
                  </a:ext>
                </a:extLst>
              </p:cNvPr>
              <p:cNvSpPr txBox="1"/>
              <p:nvPr/>
            </p:nvSpPr>
            <p:spPr>
              <a:xfrm>
                <a:off x="3846416" y="6063252"/>
                <a:ext cx="1565107" cy="7265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67ECFF2-3718-A2C2-37A6-90F1FA7D0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6416" y="6063252"/>
                <a:ext cx="1565107" cy="7265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4154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18865-A536-FF78-A3E6-EA1C02F4E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F11E3E-A664-A2C7-E0E6-CB0E19E9C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926" y="1340768"/>
            <a:ext cx="5456585" cy="1162050"/>
          </a:xfrm>
        </p:spPr>
        <p:txBody>
          <a:bodyPr>
            <a:normAutofit/>
          </a:bodyPr>
          <a:lstStyle/>
          <a:p>
            <a:pPr algn="ctr"/>
            <a:r>
              <a:rPr lang="es-CO" b="1" dirty="0"/>
              <a:t>Teoremas de la transformada de Laplace</a:t>
            </a: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81863EB9-70AC-94AC-9357-8D202F2E6281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17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FE00FAF5-F089-2ABF-F0F5-4AFFAF797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C00A6E59-1095-2AE0-BB7C-1AA9C023C494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7664AC0-8B17-47EA-E51F-71E1EC2A5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998" y="2646870"/>
            <a:ext cx="2172003" cy="7144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750422D-1A2A-2C1D-AF12-EA69A381D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3470" y="3622897"/>
            <a:ext cx="3277057" cy="33342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1A9096A-B2DC-DFE3-D1F2-DF914EE01A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5998" y="4329002"/>
            <a:ext cx="2257740" cy="304843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9ED20A1D-E2E2-C092-F660-3B9DBF1E6A5B}"/>
              </a:ext>
            </a:extLst>
          </p:cNvPr>
          <p:cNvSpPr/>
          <p:nvPr/>
        </p:nvSpPr>
        <p:spPr>
          <a:xfrm>
            <a:off x="3140765" y="2502818"/>
            <a:ext cx="2835965" cy="92618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0418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40168-431B-B65B-6BC4-1E4527095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89ABE0-9A19-5CC5-4B61-879F54886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926" y="1340768"/>
            <a:ext cx="5456585" cy="1162050"/>
          </a:xfrm>
        </p:spPr>
        <p:txBody>
          <a:bodyPr>
            <a:normAutofit/>
          </a:bodyPr>
          <a:lstStyle/>
          <a:p>
            <a:pPr algn="ctr"/>
            <a:r>
              <a:rPr lang="es-CO" b="1" dirty="0"/>
              <a:t>Teoremas de la transformada de Laplace</a:t>
            </a: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B44EC515-5B24-BF20-B898-CA81C5CA1C28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18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9CCB0B99-CC79-7B65-F8F7-D6D851495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D4AD0D0A-0615-2A52-EAF2-D43A350094D0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D4950FB6-6E65-6679-F576-6041F9E1FFFC}"/>
                  </a:ext>
                </a:extLst>
              </p:cNvPr>
              <p:cNvSpPr txBox="1"/>
              <p:nvPr/>
            </p:nvSpPr>
            <p:spPr>
              <a:xfrm>
                <a:off x="3883684" y="2945199"/>
                <a:ext cx="17910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𝑘𝑓</m:t>
                          </m:r>
                          <m:d>
                            <m:d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𝑘𝐹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D4950FB6-6E65-6679-F576-6041F9E1F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684" y="2945199"/>
                <a:ext cx="1791068" cy="276999"/>
              </a:xfrm>
              <a:prstGeom prst="rect">
                <a:avLst/>
              </a:prstGeom>
              <a:blipFill>
                <a:blip r:embed="rId3"/>
                <a:stretch>
                  <a:fillRect l="-2381" t="-2174" r="-4422" b="-3260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8446D89A-21BE-FE60-F47D-FA38A1FE58E0}"/>
                  </a:ext>
                </a:extLst>
              </p:cNvPr>
              <p:cNvSpPr txBox="1"/>
              <p:nvPr/>
            </p:nvSpPr>
            <p:spPr>
              <a:xfrm>
                <a:off x="3164032" y="3387580"/>
                <a:ext cx="32303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8446D89A-21BE-FE60-F47D-FA38A1FE5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4032" y="3387580"/>
                <a:ext cx="3230372" cy="276999"/>
              </a:xfrm>
              <a:prstGeom prst="rect">
                <a:avLst/>
              </a:prstGeom>
              <a:blipFill>
                <a:blip r:embed="rId4"/>
                <a:stretch>
                  <a:fillRect l="-1132" t="-4444" r="-2264" b="-355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AEAE2412-C353-992D-38D7-F64FE64F9F45}"/>
                  </a:ext>
                </a:extLst>
              </p:cNvPr>
              <p:cNvSpPr txBox="1"/>
              <p:nvPr/>
            </p:nvSpPr>
            <p:spPr>
              <a:xfrm>
                <a:off x="3164032" y="3829961"/>
                <a:ext cx="2596801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begChr m:val="{"/>
                          <m:endChr m:val="}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𝑑𝑓</m:t>
                              </m:r>
                              <m:d>
                                <m:dPr>
                                  <m:ctrlP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num>
                            <m:den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𝑠𝐹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AEAE2412-C353-992D-38D7-F64FE64F9F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4032" y="3829961"/>
                <a:ext cx="2596801" cy="6178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Imagen 15">
            <a:extLst>
              <a:ext uri="{FF2B5EF4-FFF2-40B4-BE49-F238E27FC236}">
                <a16:creationId xmlns:a16="http://schemas.microsoft.com/office/drawing/2014/main" id="{01A7CA1A-8623-7A6A-080F-CFC68FF7F3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6003" y="4665156"/>
            <a:ext cx="6306430" cy="971686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7A8A4C37-FC3E-2239-BB44-1219C8EE81E3}"/>
              </a:ext>
            </a:extLst>
          </p:cNvPr>
          <p:cNvSpPr/>
          <p:nvPr/>
        </p:nvSpPr>
        <p:spPr>
          <a:xfrm>
            <a:off x="3044449" y="3675800"/>
            <a:ext cx="2835965" cy="92618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5389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6A004-ADCA-3D18-C64E-4ABC6AB3A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B74F1-2648-AFF7-EB32-3D44E8234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463" y="1963073"/>
            <a:ext cx="7412777" cy="1162050"/>
          </a:xfrm>
        </p:spPr>
        <p:txBody>
          <a:bodyPr>
            <a:normAutofit fontScale="90000"/>
          </a:bodyPr>
          <a:lstStyle/>
          <a:p>
            <a:r>
              <a:rPr lang="es-ES" b="1" dirty="0">
                <a:effectLst/>
              </a:rPr>
              <a:t>Ejemplo</a:t>
            </a:r>
            <a:br>
              <a:rPr lang="es-ES" b="1" dirty="0">
                <a:effectLst/>
              </a:rPr>
            </a:br>
            <a:r>
              <a:rPr lang="es-ES" dirty="0">
                <a:solidFill>
                  <a:srgbClr val="212121"/>
                </a:solidFill>
                <a:latin typeface="Helvetica" panose="020B0604020202020204" pitchFamily="34" charset="0"/>
              </a:rPr>
              <a:t>Obtener la función de transferencia en el dominio de Laplace, en términos de R, L y C del siguiente sistema eléctrico:</a:t>
            </a:r>
            <a:br>
              <a:rPr lang="es-ES" dirty="0">
                <a:solidFill>
                  <a:srgbClr val="212121"/>
                </a:solidFill>
                <a:latin typeface="Helvetica" panose="020B0604020202020204" pitchFamily="34" charset="0"/>
              </a:rPr>
            </a:br>
            <a:endParaRPr lang="es-ES" b="1" dirty="0">
              <a:effectLst/>
            </a:endParaRP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815761EE-43D3-C184-C50E-901A04D4F924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19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124BEC47-470F-244F-B74C-69A4C2D8E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166FBF0A-43DC-C3F2-5127-96BEEEF913F2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430C384B-7D18-5095-FBDC-5FD369303FB3}"/>
              </a:ext>
            </a:extLst>
          </p:cNvPr>
          <p:cNvSpPr txBox="1">
            <a:spLocks/>
          </p:cNvSpPr>
          <p:nvPr/>
        </p:nvSpPr>
        <p:spPr>
          <a:xfrm>
            <a:off x="865610" y="3393310"/>
            <a:ext cx="7412777" cy="22464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O" dirty="0"/>
          </a:p>
          <a:p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9501AE7-0381-D9F0-3F28-FC54005C4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7848" y="2996952"/>
            <a:ext cx="4508304" cy="239569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D3DB3A63-C44A-5FF6-78FB-9F155147ECDF}"/>
                  </a:ext>
                </a:extLst>
              </p:cNvPr>
              <p:cNvSpPr txBox="1"/>
              <p:nvPr/>
            </p:nvSpPr>
            <p:spPr>
              <a:xfrm>
                <a:off x="3421505" y="5498314"/>
                <a:ext cx="2501710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𝐿𝑠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𝑆𝐶</m:t>
                          </m:r>
                        </m:den>
                      </m:f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D3DB3A63-C44A-5FF6-78FB-9F155147E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1505" y="5498314"/>
                <a:ext cx="2501710" cy="5204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EB563D7-1B8E-3BBA-4FF5-FAEA1C300D07}"/>
                  </a:ext>
                </a:extLst>
              </p:cNvPr>
              <p:cNvSpPr txBox="1"/>
              <p:nvPr/>
            </p:nvSpPr>
            <p:spPr>
              <a:xfrm>
                <a:off x="3846416" y="6063252"/>
                <a:ext cx="1194558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𝑆𝐶</m:t>
                          </m:r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EB563D7-1B8E-3BBA-4FF5-FAEA1C300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6416" y="6063252"/>
                <a:ext cx="1194558" cy="5204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44821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B26E6-EA48-1D51-1A8A-95E3ED609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EF0EA8-64FE-AC74-CF52-6D5B714DE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463" y="1963073"/>
            <a:ext cx="7412777" cy="1162050"/>
          </a:xfrm>
        </p:spPr>
        <p:txBody>
          <a:bodyPr>
            <a:normAutofit fontScale="90000"/>
          </a:bodyPr>
          <a:lstStyle/>
          <a:p>
            <a:r>
              <a:rPr lang="es-ES" b="1" dirty="0">
                <a:effectLst/>
              </a:rPr>
              <a:t>Ejemplo</a:t>
            </a:r>
            <a:br>
              <a:rPr lang="es-ES" b="1" dirty="0">
                <a:effectLst/>
              </a:rPr>
            </a:br>
            <a:r>
              <a:rPr lang="es-ES" dirty="0">
                <a:solidFill>
                  <a:srgbClr val="212121"/>
                </a:solidFill>
                <a:latin typeface="Helvetica" panose="020B0604020202020204" pitchFamily="34" charset="0"/>
              </a:rPr>
              <a:t>Obtener la función de transferencia en el dominio de Laplace, en términos de R, L y C del siguiente sistema eléctrico:</a:t>
            </a:r>
            <a:br>
              <a:rPr lang="es-ES" dirty="0">
                <a:solidFill>
                  <a:srgbClr val="212121"/>
                </a:solidFill>
                <a:latin typeface="Helvetica" panose="020B0604020202020204" pitchFamily="34" charset="0"/>
              </a:rPr>
            </a:br>
            <a:endParaRPr lang="es-ES" b="1" dirty="0">
              <a:effectLst/>
            </a:endParaRP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C80B1B2F-2FEC-BE7A-A63A-DEAE28DB5A78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20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3256CFFB-8F26-30D2-3829-D43483BE3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DA3598EE-727B-3C87-631B-2F338AD41151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013463C-50D3-1314-AFE5-8C923D02723E}"/>
              </a:ext>
            </a:extLst>
          </p:cNvPr>
          <p:cNvSpPr txBox="1">
            <a:spLocks/>
          </p:cNvSpPr>
          <p:nvPr/>
        </p:nvSpPr>
        <p:spPr>
          <a:xfrm>
            <a:off x="865610" y="3393310"/>
            <a:ext cx="7412777" cy="22464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O" dirty="0"/>
          </a:p>
          <a:p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BBC7999-ECEA-F027-DBA1-FE7388D9B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7848" y="2996952"/>
            <a:ext cx="4508304" cy="239569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2939D39-AC47-6465-4731-BBEA29A43E25}"/>
                  </a:ext>
                </a:extLst>
              </p:cNvPr>
              <p:cNvSpPr txBox="1"/>
              <p:nvPr/>
            </p:nvSpPr>
            <p:spPr>
              <a:xfrm>
                <a:off x="3523121" y="5404197"/>
                <a:ext cx="2097754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𝐿𝑠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𝑆𝐶</m:t>
                          </m:r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2939D39-AC47-6465-4731-BBEA29A43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121" y="5404197"/>
                <a:ext cx="2097754" cy="5204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7A316EDF-B0F4-E6E7-D88D-5F3ABC661F94}"/>
                  </a:ext>
                </a:extLst>
              </p:cNvPr>
              <p:cNvSpPr txBox="1"/>
              <p:nvPr/>
            </p:nvSpPr>
            <p:spPr>
              <a:xfrm>
                <a:off x="3846416" y="6063252"/>
                <a:ext cx="1194558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𝑆𝐶</m:t>
                          </m:r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7A316EDF-B0F4-E6E7-D88D-5F3ABC661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6416" y="6063252"/>
                <a:ext cx="1194558" cy="5204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85928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D41BD-533C-61FB-EE84-AE9157542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AA0093-298B-040D-1C58-601D3F2E0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463" y="1963073"/>
            <a:ext cx="7412777" cy="1162050"/>
          </a:xfrm>
        </p:spPr>
        <p:txBody>
          <a:bodyPr>
            <a:normAutofit fontScale="90000"/>
          </a:bodyPr>
          <a:lstStyle/>
          <a:p>
            <a:r>
              <a:rPr lang="es-ES" b="1" dirty="0">
                <a:effectLst/>
              </a:rPr>
              <a:t>Ejemplo</a:t>
            </a:r>
            <a:br>
              <a:rPr lang="es-ES" b="1" dirty="0">
                <a:effectLst/>
              </a:rPr>
            </a:br>
            <a:r>
              <a:rPr lang="es-ES" dirty="0">
                <a:solidFill>
                  <a:srgbClr val="212121"/>
                </a:solidFill>
                <a:latin typeface="Helvetica" panose="020B0604020202020204" pitchFamily="34" charset="0"/>
              </a:rPr>
              <a:t>Obtener la función de transferencia en el dominio de Laplace, en términos de R, L y C del siguiente sistema eléctrico:</a:t>
            </a:r>
            <a:br>
              <a:rPr lang="es-ES" dirty="0">
                <a:solidFill>
                  <a:srgbClr val="212121"/>
                </a:solidFill>
                <a:latin typeface="Helvetica" panose="020B0604020202020204" pitchFamily="34" charset="0"/>
              </a:rPr>
            </a:br>
            <a:endParaRPr lang="es-ES" b="1" dirty="0">
              <a:effectLst/>
            </a:endParaRP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692BDF9E-2099-17C8-8E76-E854F08BBFAE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21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7040A26C-AD86-43D7-DE37-66F1B2DAF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3198410D-C12E-A0AC-2047-046771A38FC0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499747F0-4F2A-84C1-5A42-6FD2AE1BE4AC}"/>
              </a:ext>
            </a:extLst>
          </p:cNvPr>
          <p:cNvSpPr txBox="1">
            <a:spLocks/>
          </p:cNvSpPr>
          <p:nvPr/>
        </p:nvSpPr>
        <p:spPr>
          <a:xfrm>
            <a:off x="865610" y="3393310"/>
            <a:ext cx="7412777" cy="22464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O" dirty="0"/>
          </a:p>
          <a:p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0314E52-2251-5E72-632D-39A7C0F41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7848" y="2996952"/>
            <a:ext cx="4508304" cy="239569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8C1BCD1-3C4B-88DA-BD47-DB41809448CC}"/>
                  </a:ext>
                </a:extLst>
              </p:cNvPr>
              <p:cNvSpPr txBox="1"/>
              <p:nvPr/>
            </p:nvSpPr>
            <p:spPr>
              <a:xfrm>
                <a:off x="3279106" y="5497828"/>
                <a:ext cx="3049957" cy="10940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s-CO" sz="3200" b="0" i="1" smtClean="0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es-CO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s-CO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sz="32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</m:e>
                      <m:sub>
                        <m:r>
                          <a:rPr lang="es-CO" sz="32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CO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O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sz="3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sSub>
                          <m:sSubPr>
                            <m:ctrlPr>
                              <a:rPr lang="es-CO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s-CO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CO" sz="3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  <m:sub>
                            <m:r>
                              <a:rPr lang="es-CO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CO" sz="32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f>
                          <m:fPr>
                            <m:ctrlPr>
                              <a:rPr lang="es-CO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O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CO" sz="3200" i="1">
                                <a:latin typeface="Cambria Math" panose="02040503050406030204" pitchFamily="18" charset="0"/>
                              </a:rPr>
                              <m:t>𝑆𝐶</m:t>
                            </m:r>
                          </m:den>
                        </m:f>
                      </m:num>
                      <m:den>
                        <m:r>
                          <a:rPr lang="es-CO" sz="3200" i="1">
                            <a:latin typeface="Cambria Math" panose="02040503050406030204" pitchFamily="18" charset="0"/>
                          </a:rPr>
                          <m:t>𝐿𝑠</m:t>
                        </m:r>
                        <m:r>
                          <a:rPr lang="es-CO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CO" sz="32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s-CO" sz="32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CO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O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CO" sz="3200" i="1">
                                <a:latin typeface="Cambria Math" panose="02040503050406030204" pitchFamily="18" charset="0"/>
                              </a:rPr>
                              <m:t>𝑆𝐶</m:t>
                            </m:r>
                          </m:den>
                        </m:f>
                      </m:den>
                    </m:f>
                  </m:oMath>
                </a14:m>
                <a:r>
                  <a:rPr lang="es-CO" sz="3200" dirty="0"/>
                  <a:t>     </a:t>
                </a:r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8C1BCD1-3C4B-88DA-BD47-DB4180944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106" y="5497828"/>
                <a:ext cx="3049957" cy="10940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93AA07C4-0AEA-70A6-EA25-9C501E79AFCF}"/>
              </a:ext>
            </a:extLst>
          </p:cNvPr>
          <p:cNvSpPr txBox="1"/>
          <p:nvPr/>
        </p:nvSpPr>
        <p:spPr>
          <a:xfrm>
            <a:off x="229149" y="5758546"/>
            <a:ext cx="30499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solidFill>
                  <a:srgbClr val="FF0000"/>
                </a:solidFill>
              </a:rPr>
              <a:t>Observe que se soluciona el sistema mediante expresiones algebraicas</a:t>
            </a:r>
          </a:p>
        </p:txBody>
      </p:sp>
    </p:spTree>
    <p:extLst>
      <p:ext uri="{BB962C8B-B14F-4D97-AF65-F5344CB8AC3E}">
        <p14:creationId xmlns:p14="http://schemas.microsoft.com/office/powerpoint/2010/main" val="1588383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17225-1E7E-6628-7BDE-6BA125229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4E6F50-D2E7-A871-B3DC-2D5194654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492" y="4864682"/>
            <a:ext cx="7412777" cy="1162050"/>
          </a:xfrm>
        </p:spPr>
        <p:txBody>
          <a:bodyPr>
            <a:normAutofit fontScale="90000"/>
          </a:bodyPr>
          <a:lstStyle/>
          <a:p>
            <a:r>
              <a:rPr lang="es-ES" b="1" dirty="0">
                <a:effectLst/>
              </a:rPr>
              <a:t>Actividad</a:t>
            </a:r>
            <a:br>
              <a:rPr lang="es-ES" b="1" dirty="0">
                <a:effectLst/>
              </a:rPr>
            </a:br>
            <a:r>
              <a:rPr lang="es-ES" b="1" dirty="0">
                <a:effectLst/>
              </a:rPr>
              <a:t>Para los siguientes sistemas:</a:t>
            </a:r>
            <a:br>
              <a:rPr lang="es-ES" b="1" dirty="0">
                <a:effectLst/>
              </a:rPr>
            </a:br>
            <a:br>
              <a:rPr lang="es-ES" b="1" dirty="0">
                <a:effectLst/>
              </a:rPr>
            </a:br>
            <a:br>
              <a:rPr lang="es-ES" b="1" dirty="0">
                <a:effectLst/>
              </a:rPr>
            </a:br>
            <a:br>
              <a:rPr lang="es-ES" b="1" dirty="0">
                <a:effectLst/>
              </a:rPr>
            </a:br>
            <a:br>
              <a:rPr lang="es-ES" b="1" dirty="0">
                <a:effectLst/>
              </a:rPr>
            </a:br>
            <a:br>
              <a:rPr lang="es-ES" b="1" dirty="0">
                <a:effectLst/>
              </a:rPr>
            </a:br>
            <a:br>
              <a:rPr lang="es-ES" b="1" dirty="0">
                <a:effectLst/>
              </a:rPr>
            </a:br>
            <a:br>
              <a:rPr lang="es-ES" b="1" dirty="0">
                <a:effectLst/>
              </a:rPr>
            </a:br>
            <a:br>
              <a:rPr lang="es-ES" b="1" dirty="0">
                <a:effectLst/>
              </a:rPr>
            </a:br>
            <a:br>
              <a:rPr lang="es-ES" b="1" dirty="0">
                <a:effectLst/>
              </a:rPr>
            </a:br>
            <a:br>
              <a:rPr lang="es-ES" b="1" dirty="0">
                <a:effectLst/>
              </a:rPr>
            </a:br>
            <a:r>
              <a:rPr lang="es-ES" b="1" dirty="0">
                <a:effectLst/>
              </a:rPr>
              <a:t>-Plantee el principio o ley física que describe el sistema</a:t>
            </a:r>
            <a:br>
              <a:rPr lang="es-ES" b="1" dirty="0">
                <a:effectLst/>
              </a:rPr>
            </a:br>
            <a:r>
              <a:rPr lang="es-ES" b="1" dirty="0">
                <a:effectLst/>
              </a:rPr>
              <a:t>-Establezca las ecuaciones diferenciales que modelan el sistema</a:t>
            </a:r>
            <a:br>
              <a:rPr lang="es-ES" b="1" dirty="0">
                <a:effectLst/>
              </a:rPr>
            </a:br>
            <a:r>
              <a:rPr lang="es-ES" b="1" dirty="0">
                <a:effectLst/>
              </a:rPr>
              <a:t>-Encuentre la expresión en el dominio de S para la salida</a:t>
            </a:r>
            <a:br>
              <a:rPr lang="es-ES" b="1" dirty="0">
                <a:effectLst/>
              </a:rPr>
            </a:br>
            <a:r>
              <a:rPr lang="es-ES" b="1" dirty="0">
                <a:effectLst/>
              </a:rPr>
              <a:t>-Diseñe un </a:t>
            </a:r>
            <a:r>
              <a:rPr lang="es-ES" b="1" dirty="0" err="1">
                <a:effectLst/>
              </a:rPr>
              <a:t>livescript</a:t>
            </a:r>
            <a:r>
              <a:rPr lang="es-ES" b="1" dirty="0">
                <a:effectLst/>
              </a:rPr>
              <a:t> de Matlab con la solución y simulación.</a:t>
            </a: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4C20299A-9B23-B98D-4204-84CEB692880A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22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3EB1DC26-E951-393F-D95D-511C6ADE7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37A441E9-C7BC-A743-3651-A0E33192E8C4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D0708433-09EF-DADE-9C80-F2A384F6AFFE}"/>
              </a:ext>
            </a:extLst>
          </p:cNvPr>
          <p:cNvSpPr txBox="1">
            <a:spLocks/>
          </p:cNvSpPr>
          <p:nvPr/>
        </p:nvSpPr>
        <p:spPr>
          <a:xfrm>
            <a:off x="865610" y="3393310"/>
            <a:ext cx="7412777" cy="22464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O" dirty="0"/>
          </a:p>
          <a:p>
            <a:endParaRPr lang="es-ES" dirty="0"/>
          </a:p>
        </p:txBody>
      </p:sp>
      <p:pic>
        <p:nvPicPr>
          <p:cNvPr id="3074" name="Picture 2" descr="Sistema masa-resorte 0 | Download Scientific Diagram">
            <a:extLst>
              <a:ext uri="{FF2B5EF4-FFF2-40B4-BE49-F238E27FC236}">
                <a16:creationId xmlns:a16="http://schemas.microsoft.com/office/drawing/2014/main" id="{DB4CE4F1-A45C-1060-E61F-2E9D89F846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12" b="21987"/>
          <a:stretch>
            <a:fillRect/>
          </a:stretch>
        </p:blipFill>
        <p:spPr bwMode="auto">
          <a:xfrm>
            <a:off x="1237881" y="2151669"/>
            <a:ext cx="3048000" cy="2246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▷ Variables de Estado - Espacio de Estados - Control FACIL - [agosto, 2025 ]">
            <a:extLst>
              <a:ext uri="{FF2B5EF4-FFF2-40B4-BE49-F238E27FC236}">
                <a16:creationId xmlns:a16="http://schemas.microsoft.com/office/drawing/2014/main" id="{2109C652-ACA9-A567-1C0C-B48D21C78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1021" y="2150297"/>
            <a:ext cx="2562225" cy="248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85826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dc56f61-abc0-4f7e-bfec-a93ccd1ae88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A62137D465CE64A8C883A4664514BF8" ma:contentTypeVersion="15" ma:contentTypeDescription="Crear nuevo documento." ma:contentTypeScope="" ma:versionID="a1bd1d59f691eb9bca6952b111268275">
  <xsd:schema xmlns:xsd="http://www.w3.org/2001/XMLSchema" xmlns:xs="http://www.w3.org/2001/XMLSchema" xmlns:p="http://schemas.microsoft.com/office/2006/metadata/properties" xmlns:ns3="669280c1-d17e-4d1d-bd7f-b4f14cc6bf1d" xmlns:ns4="bdc56f61-abc0-4f7e-bfec-a93ccd1ae886" targetNamespace="http://schemas.microsoft.com/office/2006/metadata/properties" ma:root="true" ma:fieldsID="d02990a02f19f0f9fc7b999b1809cae4" ns3:_="" ns4:_="">
    <xsd:import namespace="669280c1-d17e-4d1d-bd7f-b4f14cc6bf1d"/>
    <xsd:import namespace="bdc56f61-abc0-4f7e-bfec-a93ccd1ae88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DateTaken" minOccurs="0"/>
                <xsd:element ref="ns4:MediaServiceGenerationTime" minOccurs="0"/>
                <xsd:element ref="ns4:MediaServiceEventHashCode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9280c1-d17e-4d1d-bd7f-b4f14cc6bf1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c56f61-abc0-4f7e-bfec-a93ccd1ae8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825853C-1B27-4995-A583-4D39F900BB7F}">
  <ds:schemaRefs>
    <ds:schemaRef ds:uri="669280c1-d17e-4d1d-bd7f-b4f14cc6bf1d"/>
    <ds:schemaRef ds:uri="bdc56f61-abc0-4f7e-bfec-a93ccd1ae88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E8623C8-32E1-48B0-9F0A-13F2E9582B7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25820C3-FD82-4EFC-BF14-EAF1F9613F52}">
  <ds:schemaRefs>
    <ds:schemaRef ds:uri="669280c1-d17e-4d1d-bd7f-b4f14cc6bf1d"/>
    <ds:schemaRef ds:uri="bdc56f61-abc0-4f7e-bfec-a93ccd1ae88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</TotalTime>
  <Words>1026</Words>
  <Application>Microsoft Office PowerPoint</Application>
  <PresentationFormat>Carta (216 x 279 mm)</PresentationFormat>
  <Paragraphs>114</Paragraphs>
  <Slides>22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Helvetica</vt:lpstr>
      <vt:lpstr>Tema de Office</vt:lpstr>
      <vt:lpstr>1</vt:lpstr>
      <vt:lpstr>Modelamiento Matemático de sistemas Físicos</vt:lpstr>
      <vt:lpstr>¿Por qué es importante el Modelamiento Matemático de sistemas Físicos?</vt:lpstr>
      <vt:lpstr>El modelamiento matemático de sistemas físicos es importante por varias razones fundamentales, ya que permite comprender, predecir y optimizar el comportamiento de fenómenos en el mundo real</vt:lpstr>
      <vt:lpstr>¿Cómo se modela matemáticamente un sistema físico?</vt:lpstr>
      <vt:lpstr>¿Cómo se modela matemáticamente un sistema físico?</vt:lpstr>
      <vt:lpstr>¿Cómo se modela matemáticamente un sistema físico?</vt:lpstr>
      <vt:lpstr>¿Cómo se modela matemáticamente un sistema físico?</vt:lpstr>
      <vt:lpstr>¿Cómo se modela matemáticamente un sistema físico?</vt:lpstr>
      <vt:lpstr>¿Cómo se modela matemáticamente un sistema físico?</vt:lpstr>
      <vt:lpstr>¿Cómo se modela matemáticamente un sistema físico?</vt:lpstr>
      <vt:lpstr>¿Cómo se modela matemáticamente un sistema físico?</vt:lpstr>
      <vt:lpstr>Ejemplo Obtener la función de transferencia en el dominio de Laplace, en términos de R, L y C del siguiente sistema eléctrico: </vt:lpstr>
      <vt:lpstr>Ejemplo Obtener la función de transferencia en el dominio de Laplace, en términos de R, L y C del siguiente sistema eléctrico: </vt:lpstr>
      <vt:lpstr>Ejemplo Obtener la función de transferencia en el dominio de Laplace, en términos de R, L y C del siguiente sistema eléctrico: </vt:lpstr>
      <vt:lpstr>Ejemplo Obtener la función de transferencia en el dominio de Laplace, en términos de R, L y C del siguiente sistema eléctrico: </vt:lpstr>
      <vt:lpstr>Teoremas de la transformada de Laplace</vt:lpstr>
      <vt:lpstr>Teoremas de la transformada de Laplace</vt:lpstr>
      <vt:lpstr>Ejemplo Obtener la función de transferencia en el dominio de Laplace, en términos de R, L y C del siguiente sistema eléctrico: </vt:lpstr>
      <vt:lpstr>Ejemplo Obtener la función de transferencia en el dominio de Laplace, en términos de R, L y C del siguiente sistema eléctrico: </vt:lpstr>
      <vt:lpstr>Ejemplo Obtener la función de transferencia en el dominio de Laplace, en términos de R, L y C del siguiente sistema eléctrico: </vt:lpstr>
      <vt:lpstr>Actividad Para los siguientes sistemas:           -Plantee el principio o ley física que describe el sistema -Establezca las ecuaciones diferenciales que modelan el sistema -Encuentre la expresión en el dominio de S para la salida -Diseñe un livescript de Matlab con la solución y simulación.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Hugo</dc:creator>
  <cp:lastModifiedBy>JHEYSON FABIAN VILLAVISAN BUITRAGO</cp:lastModifiedBy>
  <cp:revision>2</cp:revision>
  <dcterms:created xsi:type="dcterms:W3CDTF">2008-03-11T21:51:34Z</dcterms:created>
  <dcterms:modified xsi:type="dcterms:W3CDTF">2025-08-28T21:30:04Z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0x0101007A62137D465CE64A8C883A4664514BF8</vt:lpwstr>
  </property>
</Properties>
</file>