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75" r:id="rId6"/>
    <p:sldId id="278" r:id="rId7"/>
    <p:sldId id="279" r:id="rId8"/>
    <p:sldId id="282" r:id="rId9"/>
    <p:sldId id="280" r:id="rId10"/>
    <p:sldId id="283" r:id="rId11"/>
    <p:sldId id="281" r:id="rId12"/>
    <p:sldId id="284" r:id="rId13"/>
  </p:sldIdLst>
  <p:sldSz cx="9144000" cy="6858000" type="letter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B3080F47-54FE-4674-8A61-9F6C6D97AC09}">
          <p14:sldIdLst>
            <p14:sldId id="256"/>
            <p14:sldId id="275"/>
            <p14:sldId id="278"/>
            <p14:sldId id="279"/>
            <p14:sldId id="282"/>
            <p14:sldId id="280"/>
            <p14:sldId id="283"/>
            <p14:sldId id="281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D5D6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02311A-6E5C-48CB-BE94-9F04964D56C6}" v="10" dt="2025-08-28T21:12:45.4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135" autoAdjust="0"/>
  </p:normalViewPr>
  <p:slideViewPr>
    <p:cSldViewPr snapToGrid="0">
      <p:cViewPr varScale="1">
        <p:scale>
          <a:sx n="77" d="100"/>
          <a:sy n="77" d="100"/>
        </p:scale>
        <p:origin x="41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 PALACIO ARANGO" userId="S::fpalacioa@itc.edu.co::0e2bfb71-32b6-4edd-85c7-a9cbf704e9d1" providerId="AD" clId="Web-{CA1A62E4-186B-A9AA-2055-2FB961D828AF}"/>
    <pc:docChg chg="modSld">
      <pc:chgData name="FABIAN PALACIO ARANGO" userId="S::fpalacioa@itc.edu.co::0e2bfb71-32b6-4edd-85c7-a9cbf704e9d1" providerId="AD" clId="Web-{CA1A62E4-186B-A9AA-2055-2FB961D828AF}" dt="2023-08-30T01:35:30.919" v="0" actId="1076"/>
      <pc:docMkLst>
        <pc:docMk/>
      </pc:docMkLst>
      <pc:sldChg chg="modSp">
        <pc:chgData name="FABIAN PALACIO ARANGO" userId="S::fpalacioa@itc.edu.co::0e2bfb71-32b6-4edd-85c7-a9cbf704e9d1" providerId="AD" clId="Web-{CA1A62E4-186B-A9AA-2055-2FB961D828AF}" dt="2023-08-30T01:35:30.919" v="0" actId="1076"/>
        <pc:sldMkLst>
          <pc:docMk/>
          <pc:sldMk cId="2152738375" sldId="279"/>
        </pc:sldMkLst>
      </pc:sldChg>
    </pc:docChg>
  </pc:docChgLst>
  <pc:docChgLst>
    <pc:chgData name="JHEYSON FABIAN VILLAVISAN BUITRAGO" userId="e5ced5c2-d787-455d-b115-4f08a699b8c8" providerId="ADAL" clId="{02354490-294E-44B3-9C21-42568618C78C}"/>
    <pc:docChg chg="undo custSel modSld">
      <pc:chgData name="JHEYSON FABIAN VILLAVISAN BUITRAGO" userId="e5ced5c2-d787-455d-b115-4f08a699b8c8" providerId="ADAL" clId="{02354490-294E-44B3-9C21-42568618C78C}" dt="2024-10-08T20:28:50.343" v="142" actId="14100"/>
      <pc:docMkLst>
        <pc:docMk/>
      </pc:docMkLst>
      <pc:sldChg chg="addSp delSp modSp mod">
        <pc:chgData name="JHEYSON FABIAN VILLAVISAN BUITRAGO" userId="e5ced5c2-d787-455d-b115-4f08a699b8c8" providerId="ADAL" clId="{02354490-294E-44B3-9C21-42568618C78C}" dt="2024-10-08T19:50:33.607" v="73" actId="20577"/>
        <pc:sldMkLst>
          <pc:docMk/>
          <pc:sldMk cId="2505371292" sldId="270"/>
        </pc:sldMkLst>
      </pc:sldChg>
      <pc:sldChg chg="addSp modSp mod">
        <pc:chgData name="JHEYSON FABIAN VILLAVISAN BUITRAGO" userId="e5ced5c2-d787-455d-b115-4f08a699b8c8" providerId="ADAL" clId="{02354490-294E-44B3-9C21-42568618C78C}" dt="2024-10-08T20:19:02.868" v="108" actId="1076"/>
        <pc:sldMkLst>
          <pc:docMk/>
          <pc:sldMk cId="3709177429" sldId="274"/>
        </pc:sldMkLst>
      </pc:sldChg>
      <pc:sldChg chg="addSp modSp mod">
        <pc:chgData name="JHEYSON FABIAN VILLAVISAN BUITRAGO" userId="e5ced5c2-d787-455d-b115-4f08a699b8c8" providerId="ADAL" clId="{02354490-294E-44B3-9C21-42568618C78C}" dt="2024-10-08T20:20:08.250" v="114" actId="14100"/>
        <pc:sldMkLst>
          <pc:docMk/>
          <pc:sldMk cId="3450069468" sldId="276"/>
        </pc:sldMkLst>
      </pc:sldChg>
      <pc:sldChg chg="addSp delSp modSp mod">
        <pc:chgData name="JHEYSON FABIAN VILLAVISAN BUITRAGO" userId="e5ced5c2-d787-455d-b115-4f08a699b8c8" providerId="ADAL" clId="{02354490-294E-44B3-9C21-42568618C78C}" dt="2024-10-08T20:22:32.012" v="130" actId="14100"/>
        <pc:sldMkLst>
          <pc:docMk/>
          <pc:sldMk cId="938517202" sldId="277"/>
        </pc:sldMkLst>
      </pc:sldChg>
      <pc:sldChg chg="modSp">
        <pc:chgData name="JHEYSON FABIAN VILLAVISAN BUITRAGO" userId="e5ced5c2-d787-455d-b115-4f08a699b8c8" providerId="ADAL" clId="{02354490-294E-44B3-9C21-42568618C78C}" dt="2024-10-08T20:18:21.243" v="105" actId="20577"/>
        <pc:sldMkLst>
          <pc:docMk/>
          <pc:sldMk cId="2466727722" sldId="279"/>
        </pc:sldMkLst>
      </pc:sldChg>
      <pc:sldChg chg="addSp modSp mod">
        <pc:chgData name="JHEYSON FABIAN VILLAVISAN BUITRAGO" userId="e5ced5c2-d787-455d-b115-4f08a699b8c8" providerId="ADAL" clId="{02354490-294E-44B3-9C21-42568618C78C}" dt="2024-10-08T20:23:36.245" v="138" actId="1076"/>
        <pc:sldMkLst>
          <pc:docMk/>
          <pc:sldMk cId="1020647042" sldId="281"/>
        </pc:sldMkLst>
      </pc:sldChg>
      <pc:sldChg chg="modSp mod">
        <pc:chgData name="JHEYSON FABIAN VILLAVISAN BUITRAGO" userId="e5ced5c2-d787-455d-b115-4f08a699b8c8" providerId="ADAL" clId="{02354490-294E-44B3-9C21-42568618C78C}" dt="2024-10-08T20:24:21.190" v="139" actId="14100"/>
        <pc:sldMkLst>
          <pc:docMk/>
          <pc:sldMk cId="2245282303" sldId="283"/>
        </pc:sldMkLst>
      </pc:sldChg>
      <pc:sldChg chg="modSp mod">
        <pc:chgData name="JHEYSON FABIAN VILLAVISAN BUITRAGO" userId="e5ced5c2-d787-455d-b115-4f08a699b8c8" providerId="ADAL" clId="{02354490-294E-44B3-9C21-42568618C78C}" dt="2024-10-08T20:24:40.945" v="141" actId="1076"/>
        <pc:sldMkLst>
          <pc:docMk/>
          <pc:sldMk cId="1970910548" sldId="284"/>
        </pc:sldMkLst>
      </pc:sldChg>
      <pc:sldChg chg="modSp mod">
        <pc:chgData name="JHEYSON FABIAN VILLAVISAN BUITRAGO" userId="e5ced5c2-d787-455d-b115-4f08a699b8c8" providerId="ADAL" clId="{02354490-294E-44B3-9C21-42568618C78C}" dt="2024-10-08T20:28:50.343" v="142" actId="14100"/>
        <pc:sldMkLst>
          <pc:docMk/>
          <pc:sldMk cId="2853353455" sldId="285"/>
        </pc:sldMkLst>
      </pc:sldChg>
    </pc:docChg>
  </pc:docChgLst>
  <pc:docChgLst>
    <pc:chgData name="JHEYSON FABIAN VILLAVISAN BUITRAGO" userId="S::jfvillavisanb@itc.edu.co::e5ced5c2-d787-455d-b115-4f08a699b8c8" providerId="AD" clId="Web-{7629F1B0-E809-E6EB-BC03-307B64803CCD}"/>
    <pc:docChg chg="modSld">
      <pc:chgData name="JHEYSON FABIAN VILLAVISAN BUITRAGO" userId="S::jfvillavisanb@itc.edu.co::e5ced5c2-d787-455d-b115-4f08a699b8c8" providerId="AD" clId="Web-{7629F1B0-E809-E6EB-BC03-307B64803CCD}" dt="2023-09-13T00:26:59.219" v="17"/>
      <pc:docMkLst>
        <pc:docMk/>
      </pc:docMkLst>
      <pc:sldChg chg="modSp">
        <pc:chgData name="JHEYSON FABIAN VILLAVISAN BUITRAGO" userId="S::jfvillavisanb@itc.edu.co::e5ced5c2-d787-455d-b115-4f08a699b8c8" providerId="AD" clId="Web-{7629F1B0-E809-E6EB-BC03-307B64803CCD}" dt="2023-09-13T00:26:59.219" v="17"/>
        <pc:sldMkLst>
          <pc:docMk/>
          <pc:sldMk cId="1337945214" sldId="276"/>
        </pc:sldMkLst>
      </pc:sldChg>
    </pc:docChg>
  </pc:docChgLst>
  <pc:docChgLst>
    <pc:chgData name="FABIAN PALACIO ARANGO" userId="S::fpalacioa@itc.edu.co::0e2bfb71-32b6-4edd-85c7-a9cbf704e9d1" providerId="AD" clId="Web-{779FAAE1-0189-0E4A-C805-615809B28DB8}"/>
    <pc:docChg chg="sldOrd">
      <pc:chgData name="FABIAN PALACIO ARANGO" userId="S::fpalacioa@itc.edu.co::0e2bfb71-32b6-4edd-85c7-a9cbf704e9d1" providerId="AD" clId="Web-{779FAAE1-0189-0E4A-C805-615809B28DB8}" dt="2023-09-03T19:38:38.837" v="0"/>
      <pc:docMkLst>
        <pc:docMk/>
      </pc:docMkLst>
      <pc:sldChg chg="ord">
        <pc:chgData name="FABIAN PALACIO ARANGO" userId="S::fpalacioa@itc.edu.co::0e2bfb71-32b6-4edd-85c7-a9cbf704e9d1" providerId="AD" clId="Web-{779FAAE1-0189-0E4A-C805-615809B28DB8}" dt="2023-09-03T19:38:38.837" v="0"/>
        <pc:sldMkLst>
          <pc:docMk/>
          <pc:sldMk cId="4032729821" sldId="280"/>
        </pc:sldMkLst>
      </pc:sldChg>
    </pc:docChg>
  </pc:docChgLst>
  <pc:docChgLst>
    <pc:chgData name="JHEYSON FABIAN VILLAVISAN BUITRAGO" userId="e5ced5c2-d787-455d-b115-4f08a699b8c8" providerId="ADAL" clId="{DC3AD62D-B160-46A0-9C24-95D3C1E2C30D}"/>
    <pc:docChg chg="undo custSel addSld delSld modSld sldOrd modSection">
      <pc:chgData name="JHEYSON FABIAN VILLAVISAN BUITRAGO" userId="e5ced5c2-d787-455d-b115-4f08a699b8c8" providerId="ADAL" clId="{DC3AD62D-B160-46A0-9C24-95D3C1E2C30D}" dt="2025-04-10T19:39:07.030" v="1671" actId="20577"/>
      <pc:docMkLst>
        <pc:docMk/>
      </pc:docMkLst>
      <pc:sldChg chg="del">
        <pc:chgData name="JHEYSON FABIAN VILLAVISAN BUITRAGO" userId="e5ced5c2-d787-455d-b115-4f08a699b8c8" providerId="ADAL" clId="{DC3AD62D-B160-46A0-9C24-95D3C1E2C30D}" dt="2025-04-10T17:21:52.850" v="5" actId="47"/>
        <pc:sldMkLst>
          <pc:docMk/>
          <pc:sldMk cId="3709177429" sldId="274"/>
        </pc:sldMkLst>
      </pc:sldChg>
      <pc:sldChg chg="modSp mod">
        <pc:chgData name="JHEYSON FABIAN VILLAVISAN BUITRAGO" userId="e5ced5c2-d787-455d-b115-4f08a699b8c8" providerId="ADAL" clId="{DC3AD62D-B160-46A0-9C24-95D3C1E2C30D}" dt="2025-04-10T17:21:24.785" v="4" actId="20577"/>
        <pc:sldMkLst>
          <pc:docMk/>
          <pc:sldMk cId="1450893007" sldId="275"/>
        </pc:sldMkLst>
      </pc:sldChg>
      <pc:sldChg chg="del">
        <pc:chgData name="JHEYSON FABIAN VILLAVISAN BUITRAGO" userId="e5ced5c2-d787-455d-b115-4f08a699b8c8" providerId="ADAL" clId="{DC3AD62D-B160-46A0-9C24-95D3C1E2C30D}" dt="2025-04-10T17:21:52.850" v="5" actId="47"/>
        <pc:sldMkLst>
          <pc:docMk/>
          <pc:sldMk cId="3450069468" sldId="276"/>
        </pc:sldMkLst>
      </pc:sldChg>
      <pc:sldChg chg="del">
        <pc:chgData name="JHEYSON FABIAN VILLAVISAN BUITRAGO" userId="e5ced5c2-d787-455d-b115-4f08a699b8c8" providerId="ADAL" clId="{DC3AD62D-B160-46A0-9C24-95D3C1E2C30D}" dt="2025-04-10T17:21:52.850" v="5" actId="47"/>
        <pc:sldMkLst>
          <pc:docMk/>
          <pc:sldMk cId="938517202" sldId="277"/>
        </pc:sldMkLst>
      </pc:sldChg>
      <pc:sldChg chg="delSp modSp mod">
        <pc:chgData name="JHEYSON FABIAN VILLAVISAN BUITRAGO" userId="e5ced5c2-d787-455d-b115-4f08a699b8c8" providerId="ADAL" clId="{DC3AD62D-B160-46A0-9C24-95D3C1E2C30D}" dt="2025-04-10T17:26:16.806" v="253" actId="20577"/>
        <pc:sldMkLst>
          <pc:docMk/>
          <pc:sldMk cId="5827500" sldId="278"/>
        </pc:sldMkLst>
      </pc:sldChg>
      <pc:sldChg chg="addSp delSp modSp add mod">
        <pc:chgData name="JHEYSON FABIAN VILLAVISAN BUITRAGO" userId="e5ced5c2-d787-455d-b115-4f08a699b8c8" providerId="ADAL" clId="{DC3AD62D-B160-46A0-9C24-95D3C1E2C30D}" dt="2025-04-10T17:50:03.846" v="959" actId="20577"/>
        <pc:sldMkLst>
          <pc:docMk/>
          <pc:sldMk cId="740490201" sldId="279"/>
        </pc:sldMkLst>
      </pc:sldChg>
      <pc:sldChg chg="del">
        <pc:chgData name="JHEYSON FABIAN VILLAVISAN BUITRAGO" userId="e5ced5c2-d787-455d-b115-4f08a699b8c8" providerId="ADAL" clId="{DC3AD62D-B160-46A0-9C24-95D3C1E2C30D}" dt="2025-04-10T17:21:52.850" v="5" actId="47"/>
        <pc:sldMkLst>
          <pc:docMk/>
          <pc:sldMk cId="2466727722" sldId="279"/>
        </pc:sldMkLst>
      </pc:sldChg>
      <pc:sldChg chg="del">
        <pc:chgData name="JHEYSON FABIAN VILLAVISAN BUITRAGO" userId="e5ced5c2-d787-455d-b115-4f08a699b8c8" providerId="ADAL" clId="{DC3AD62D-B160-46A0-9C24-95D3C1E2C30D}" dt="2025-04-10T17:21:52.850" v="5" actId="47"/>
        <pc:sldMkLst>
          <pc:docMk/>
          <pc:sldMk cId="1417635691" sldId="280"/>
        </pc:sldMkLst>
      </pc:sldChg>
      <pc:sldChg chg="addSp delSp modSp add mod">
        <pc:chgData name="JHEYSON FABIAN VILLAVISAN BUITRAGO" userId="e5ced5c2-d787-455d-b115-4f08a699b8c8" providerId="ADAL" clId="{DC3AD62D-B160-46A0-9C24-95D3C1E2C30D}" dt="2025-04-10T17:50:00.936" v="956" actId="20577"/>
        <pc:sldMkLst>
          <pc:docMk/>
          <pc:sldMk cId="3004993242" sldId="280"/>
        </pc:sldMkLst>
      </pc:sldChg>
      <pc:sldChg chg="addSp delSp modSp add mod">
        <pc:chgData name="JHEYSON FABIAN VILLAVISAN BUITRAGO" userId="e5ced5c2-d787-455d-b115-4f08a699b8c8" providerId="ADAL" clId="{DC3AD62D-B160-46A0-9C24-95D3C1E2C30D}" dt="2025-04-10T17:52:09.385" v="1046" actId="20577"/>
        <pc:sldMkLst>
          <pc:docMk/>
          <pc:sldMk cId="466505779" sldId="281"/>
        </pc:sldMkLst>
      </pc:sldChg>
      <pc:sldChg chg="del">
        <pc:chgData name="JHEYSON FABIAN VILLAVISAN BUITRAGO" userId="e5ced5c2-d787-455d-b115-4f08a699b8c8" providerId="ADAL" clId="{DC3AD62D-B160-46A0-9C24-95D3C1E2C30D}" dt="2025-04-10T17:21:52.850" v="5" actId="47"/>
        <pc:sldMkLst>
          <pc:docMk/>
          <pc:sldMk cId="1020647042" sldId="281"/>
        </pc:sldMkLst>
      </pc:sldChg>
      <pc:sldChg chg="del">
        <pc:chgData name="JHEYSON FABIAN VILLAVISAN BUITRAGO" userId="e5ced5c2-d787-455d-b115-4f08a699b8c8" providerId="ADAL" clId="{DC3AD62D-B160-46A0-9C24-95D3C1E2C30D}" dt="2025-04-10T17:21:52.850" v="5" actId="47"/>
        <pc:sldMkLst>
          <pc:docMk/>
          <pc:sldMk cId="1235130859" sldId="282"/>
        </pc:sldMkLst>
      </pc:sldChg>
      <pc:sldChg chg="addSp delSp modSp add mod">
        <pc:chgData name="JHEYSON FABIAN VILLAVISAN BUITRAGO" userId="e5ced5c2-d787-455d-b115-4f08a699b8c8" providerId="ADAL" clId="{DC3AD62D-B160-46A0-9C24-95D3C1E2C30D}" dt="2025-04-10T17:43:22.758" v="893" actId="20577"/>
        <pc:sldMkLst>
          <pc:docMk/>
          <pc:sldMk cId="3743508498" sldId="282"/>
        </pc:sldMkLst>
      </pc:sldChg>
      <pc:sldChg chg="del">
        <pc:chgData name="JHEYSON FABIAN VILLAVISAN BUITRAGO" userId="e5ced5c2-d787-455d-b115-4f08a699b8c8" providerId="ADAL" clId="{DC3AD62D-B160-46A0-9C24-95D3C1E2C30D}" dt="2025-04-10T17:21:52.850" v="5" actId="47"/>
        <pc:sldMkLst>
          <pc:docMk/>
          <pc:sldMk cId="2245282303" sldId="283"/>
        </pc:sldMkLst>
      </pc:sldChg>
      <pc:sldChg chg="modSp add mod ord">
        <pc:chgData name="JHEYSON FABIAN VILLAVISAN BUITRAGO" userId="e5ced5c2-d787-455d-b115-4f08a699b8c8" providerId="ADAL" clId="{DC3AD62D-B160-46A0-9C24-95D3C1E2C30D}" dt="2025-04-10T17:45:43.217" v="929" actId="20577"/>
        <pc:sldMkLst>
          <pc:docMk/>
          <pc:sldMk cId="3510167595" sldId="283"/>
        </pc:sldMkLst>
      </pc:sldChg>
      <pc:sldChg chg="del">
        <pc:chgData name="JHEYSON FABIAN VILLAVISAN BUITRAGO" userId="e5ced5c2-d787-455d-b115-4f08a699b8c8" providerId="ADAL" clId="{DC3AD62D-B160-46A0-9C24-95D3C1E2C30D}" dt="2025-04-10T17:21:52.850" v="5" actId="47"/>
        <pc:sldMkLst>
          <pc:docMk/>
          <pc:sldMk cId="1970910548" sldId="284"/>
        </pc:sldMkLst>
      </pc:sldChg>
      <pc:sldChg chg="modSp add mod ord">
        <pc:chgData name="JHEYSON FABIAN VILLAVISAN BUITRAGO" userId="e5ced5c2-d787-455d-b115-4f08a699b8c8" providerId="ADAL" clId="{DC3AD62D-B160-46A0-9C24-95D3C1E2C30D}" dt="2025-04-10T17:52:47.197" v="1059" actId="20577"/>
        <pc:sldMkLst>
          <pc:docMk/>
          <pc:sldMk cId="3546277947" sldId="284"/>
        </pc:sldMkLst>
      </pc:sldChg>
      <pc:sldChg chg="delSp modSp add mod">
        <pc:chgData name="JHEYSON FABIAN VILLAVISAN BUITRAGO" userId="e5ced5c2-d787-455d-b115-4f08a699b8c8" providerId="ADAL" clId="{DC3AD62D-B160-46A0-9C24-95D3C1E2C30D}" dt="2025-04-10T19:31:46.403" v="1244" actId="20577"/>
        <pc:sldMkLst>
          <pc:docMk/>
          <pc:sldMk cId="1174193353" sldId="285"/>
        </pc:sldMkLst>
      </pc:sldChg>
      <pc:sldChg chg="del">
        <pc:chgData name="JHEYSON FABIAN VILLAVISAN BUITRAGO" userId="e5ced5c2-d787-455d-b115-4f08a699b8c8" providerId="ADAL" clId="{DC3AD62D-B160-46A0-9C24-95D3C1E2C30D}" dt="2025-04-10T17:21:52.850" v="5" actId="47"/>
        <pc:sldMkLst>
          <pc:docMk/>
          <pc:sldMk cId="2853353455" sldId="285"/>
        </pc:sldMkLst>
      </pc:sldChg>
      <pc:sldChg chg="modSp add mod">
        <pc:chgData name="JHEYSON FABIAN VILLAVISAN BUITRAGO" userId="e5ced5c2-d787-455d-b115-4f08a699b8c8" providerId="ADAL" clId="{DC3AD62D-B160-46A0-9C24-95D3C1E2C30D}" dt="2025-04-10T19:39:07.030" v="1671" actId="20577"/>
        <pc:sldMkLst>
          <pc:docMk/>
          <pc:sldMk cId="394872494" sldId="286"/>
        </pc:sldMkLst>
      </pc:sldChg>
      <pc:sldChg chg="del">
        <pc:chgData name="JHEYSON FABIAN VILLAVISAN BUITRAGO" userId="e5ced5c2-d787-455d-b115-4f08a699b8c8" providerId="ADAL" clId="{DC3AD62D-B160-46A0-9C24-95D3C1E2C30D}" dt="2025-04-10T17:21:52.850" v="5" actId="47"/>
        <pc:sldMkLst>
          <pc:docMk/>
          <pc:sldMk cId="1572878322" sldId="286"/>
        </pc:sldMkLst>
      </pc:sldChg>
      <pc:sldChg chg="del">
        <pc:chgData name="JHEYSON FABIAN VILLAVISAN BUITRAGO" userId="e5ced5c2-d787-455d-b115-4f08a699b8c8" providerId="ADAL" clId="{DC3AD62D-B160-46A0-9C24-95D3C1E2C30D}" dt="2025-04-10T17:21:52.850" v="5" actId="47"/>
        <pc:sldMkLst>
          <pc:docMk/>
          <pc:sldMk cId="1480808620" sldId="287"/>
        </pc:sldMkLst>
      </pc:sldChg>
      <pc:sldChg chg="del">
        <pc:chgData name="JHEYSON FABIAN VILLAVISAN BUITRAGO" userId="e5ced5c2-d787-455d-b115-4f08a699b8c8" providerId="ADAL" clId="{DC3AD62D-B160-46A0-9C24-95D3C1E2C30D}" dt="2025-04-10T17:21:52.850" v="5" actId="47"/>
        <pc:sldMkLst>
          <pc:docMk/>
          <pc:sldMk cId="3784411103" sldId="288"/>
        </pc:sldMkLst>
      </pc:sldChg>
      <pc:sldChg chg="del">
        <pc:chgData name="JHEYSON FABIAN VILLAVISAN BUITRAGO" userId="e5ced5c2-d787-455d-b115-4f08a699b8c8" providerId="ADAL" clId="{DC3AD62D-B160-46A0-9C24-95D3C1E2C30D}" dt="2025-04-10T17:21:52.850" v="5" actId="47"/>
        <pc:sldMkLst>
          <pc:docMk/>
          <pc:sldMk cId="2338929352" sldId="289"/>
        </pc:sldMkLst>
      </pc:sldChg>
    </pc:docChg>
  </pc:docChgLst>
  <pc:docChgLst>
    <pc:chgData name="JHEYSON FABIAN VILLAVISAN BUITRAGO" userId="e5ced5c2-d787-455d-b115-4f08a699b8c8" providerId="ADAL" clId="{4D399E61-A59B-4A1E-B709-8518F5C2D179}"/>
    <pc:docChg chg="undo custSel addSld delSld modSld modSection">
      <pc:chgData name="JHEYSON FABIAN VILLAVISAN BUITRAGO" userId="e5ced5c2-d787-455d-b115-4f08a699b8c8" providerId="ADAL" clId="{4D399E61-A59B-4A1E-B709-8518F5C2D179}" dt="2023-08-22T20:36:24.625" v="997" actId="113"/>
      <pc:docMkLst>
        <pc:docMk/>
      </pc:docMkLst>
      <pc:sldChg chg="modSp mod">
        <pc:chgData name="JHEYSON FABIAN VILLAVISAN BUITRAGO" userId="e5ced5c2-d787-455d-b115-4f08a699b8c8" providerId="ADAL" clId="{4D399E61-A59B-4A1E-B709-8518F5C2D179}" dt="2023-08-22T18:31:01.016" v="60" actId="20577"/>
        <pc:sldMkLst>
          <pc:docMk/>
          <pc:sldMk cId="3289317891" sldId="277"/>
        </pc:sldMkLst>
      </pc:sldChg>
      <pc:sldChg chg="addSp modSp mod">
        <pc:chgData name="JHEYSON FABIAN VILLAVISAN BUITRAGO" userId="e5ced5c2-d787-455d-b115-4f08a699b8c8" providerId="ADAL" clId="{4D399E61-A59B-4A1E-B709-8518F5C2D179}" dt="2023-08-22T18:33:38.866" v="77" actId="20577"/>
        <pc:sldMkLst>
          <pc:docMk/>
          <pc:sldMk cId="1384271638" sldId="279"/>
        </pc:sldMkLst>
      </pc:sldChg>
      <pc:sldChg chg="addSp delSp modSp add mod modNotes modNotesTx">
        <pc:chgData name="JHEYSON FABIAN VILLAVISAN BUITRAGO" userId="e5ced5c2-d787-455d-b115-4f08a699b8c8" providerId="ADAL" clId="{4D399E61-A59B-4A1E-B709-8518F5C2D179}" dt="2023-08-22T18:40:30.438" v="172" actId="1076"/>
        <pc:sldMkLst>
          <pc:docMk/>
          <pc:sldMk cId="347121198" sldId="280"/>
        </pc:sldMkLst>
      </pc:sldChg>
      <pc:sldChg chg="modSp add mod">
        <pc:chgData name="JHEYSON FABIAN VILLAVISAN BUITRAGO" userId="e5ced5c2-d787-455d-b115-4f08a699b8c8" providerId="ADAL" clId="{4D399E61-A59B-4A1E-B709-8518F5C2D179}" dt="2023-08-22T18:36:08.335" v="96" actId="20577"/>
        <pc:sldMkLst>
          <pc:docMk/>
          <pc:sldMk cId="1671357769" sldId="281"/>
        </pc:sldMkLst>
      </pc:sldChg>
      <pc:sldChg chg="addSp delSp modSp add mod">
        <pc:chgData name="JHEYSON FABIAN VILLAVISAN BUITRAGO" userId="e5ced5c2-d787-455d-b115-4f08a699b8c8" providerId="ADAL" clId="{4D399E61-A59B-4A1E-B709-8518F5C2D179}" dt="2023-08-22T18:40:15.276" v="171" actId="1076"/>
        <pc:sldMkLst>
          <pc:docMk/>
          <pc:sldMk cId="4107059945" sldId="282"/>
        </pc:sldMkLst>
      </pc:sldChg>
      <pc:sldChg chg="addSp delSp modSp add mod">
        <pc:chgData name="JHEYSON FABIAN VILLAVISAN BUITRAGO" userId="e5ced5c2-d787-455d-b115-4f08a699b8c8" providerId="ADAL" clId="{4D399E61-A59B-4A1E-B709-8518F5C2D179}" dt="2023-08-22T18:42:48.534" v="201" actId="20577"/>
        <pc:sldMkLst>
          <pc:docMk/>
          <pc:sldMk cId="382074344" sldId="283"/>
        </pc:sldMkLst>
      </pc:sldChg>
      <pc:sldChg chg="addSp delSp modSp add mod">
        <pc:chgData name="JHEYSON FABIAN VILLAVISAN BUITRAGO" userId="e5ced5c2-d787-455d-b115-4f08a699b8c8" providerId="ADAL" clId="{4D399E61-A59B-4A1E-B709-8518F5C2D179}" dt="2023-08-22T19:20:45.476" v="377" actId="20577"/>
        <pc:sldMkLst>
          <pc:docMk/>
          <pc:sldMk cId="2461604568" sldId="284"/>
        </pc:sldMkLst>
      </pc:sldChg>
      <pc:sldChg chg="addSp delSp modSp add del mod modNotes modNotesTx">
        <pc:chgData name="JHEYSON FABIAN VILLAVISAN BUITRAGO" userId="e5ced5c2-d787-455d-b115-4f08a699b8c8" providerId="ADAL" clId="{4D399E61-A59B-4A1E-B709-8518F5C2D179}" dt="2023-08-22T19:21:41.226" v="401" actId="1076"/>
        <pc:sldMkLst>
          <pc:docMk/>
          <pc:sldMk cId="3016581845" sldId="285"/>
        </pc:sldMkLst>
      </pc:sldChg>
      <pc:sldChg chg="addSp delSp modSp add mod">
        <pc:chgData name="JHEYSON FABIAN VILLAVISAN BUITRAGO" userId="e5ced5c2-d787-455d-b115-4f08a699b8c8" providerId="ADAL" clId="{4D399E61-A59B-4A1E-B709-8518F5C2D179}" dt="2023-08-22T20:36:24.625" v="997" actId="113"/>
        <pc:sldMkLst>
          <pc:docMk/>
          <pc:sldMk cId="2611572295" sldId="286"/>
        </pc:sldMkLst>
      </pc:sldChg>
    </pc:docChg>
  </pc:docChgLst>
  <pc:docChgLst>
    <pc:chgData name="JHEYSON FABIAN VILLAVISAN BUITRAGO" userId="e5ced5c2-d787-455d-b115-4f08a699b8c8" providerId="ADAL" clId="{880E6199-52AC-46E8-8E15-AB15537E3828}"/>
    <pc:docChg chg="modSld">
      <pc:chgData name="JHEYSON FABIAN VILLAVISAN BUITRAGO" userId="e5ced5c2-d787-455d-b115-4f08a699b8c8" providerId="ADAL" clId="{880E6199-52AC-46E8-8E15-AB15537E3828}" dt="2024-10-08T19:38:28.491" v="0" actId="1076"/>
      <pc:docMkLst>
        <pc:docMk/>
      </pc:docMkLst>
      <pc:sldChg chg="modSp mod">
        <pc:chgData name="JHEYSON FABIAN VILLAVISAN BUITRAGO" userId="e5ced5c2-d787-455d-b115-4f08a699b8c8" providerId="ADAL" clId="{880E6199-52AC-46E8-8E15-AB15537E3828}" dt="2024-10-08T19:38:28.491" v="0" actId="1076"/>
        <pc:sldMkLst>
          <pc:docMk/>
          <pc:sldMk cId="2245282303" sldId="283"/>
        </pc:sldMkLst>
      </pc:sldChg>
    </pc:docChg>
  </pc:docChgLst>
  <pc:docChgLst>
    <pc:chgData name="JHEYSON FABIAN VILLAVISAN BUITRAGO" userId="e5ced5c2-d787-455d-b115-4f08a699b8c8" providerId="ADAL" clId="{7B9FEBE4-9602-4D4E-95BE-CC4174DB0B69}"/>
    <pc:docChg chg="undo custSel addSld delSld modSld sldOrd modSection">
      <pc:chgData name="JHEYSON FABIAN VILLAVISAN BUITRAGO" userId="e5ced5c2-d787-455d-b115-4f08a699b8c8" providerId="ADAL" clId="{7B9FEBE4-9602-4D4E-95BE-CC4174DB0B69}" dt="2023-08-22T18:27:07.065" v="894" actId="1076"/>
      <pc:docMkLst>
        <pc:docMk/>
      </pc:docMkLst>
      <pc:sldChg chg="del">
        <pc:chgData name="JHEYSON FABIAN VILLAVISAN BUITRAGO" userId="e5ced5c2-d787-455d-b115-4f08a699b8c8" providerId="ADAL" clId="{7B9FEBE4-9602-4D4E-95BE-CC4174DB0B69}" dt="2023-08-22T16:56:09.117" v="4" actId="47"/>
        <pc:sldMkLst>
          <pc:docMk/>
          <pc:sldMk cId="0" sldId="261"/>
        </pc:sldMkLst>
      </pc:sldChg>
      <pc:sldChg chg="del">
        <pc:chgData name="JHEYSON FABIAN VILLAVISAN BUITRAGO" userId="e5ced5c2-d787-455d-b115-4f08a699b8c8" providerId="ADAL" clId="{7B9FEBE4-9602-4D4E-95BE-CC4174DB0B69}" dt="2023-08-22T16:56:09.117" v="4" actId="47"/>
        <pc:sldMkLst>
          <pc:docMk/>
          <pc:sldMk cId="0" sldId="264"/>
        </pc:sldMkLst>
      </pc:sldChg>
      <pc:sldChg chg="del">
        <pc:chgData name="JHEYSON FABIAN VILLAVISAN BUITRAGO" userId="e5ced5c2-d787-455d-b115-4f08a699b8c8" providerId="ADAL" clId="{7B9FEBE4-9602-4D4E-95BE-CC4174DB0B69}" dt="2023-08-22T16:56:09.117" v="4" actId="47"/>
        <pc:sldMkLst>
          <pc:docMk/>
          <pc:sldMk cId="0" sldId="265"/>
        </pc:sldMkLst>
      </pc:sldChg>
      <pc:sldChg chg="del">
        <pc:chgData name="JHEYSON FABIAN VILLAVISAN BUITRAGO" userId="e5ced5c2-d787-455d-b115-4f08a699b8c8" providerId="ADAL" clId="{7B9FEBE4-9602-4D4E-95BE-CC4174DB0B69}" dt="2023-08-22T16:56:09.117" v="4" actId="47"/>
        <pc:sldMkLst>
          <pc:docMk/>
          <pc:sldMk cId="0" sldId="266"/>
        </pc:sldMkLst>
      </pc:sldChg>
      <pc:sldChg chg="del">
        <pc:chgData name="JHEYSON FABIAN VILLAVISAN BUITRAGO" userId="e5ced5c2-d787-455d-b115-4f08a699b8c8" providerId="ADAL" clId="{7B9FEBE4-9602-4D4E-95BE-CC4174DB0B69}" dt="2023-08-22T16:56:09.117" v="4" actId="47"/>
        <pc:sldMkLst>
          <pc:docMk/>
          <pc:sldMk cId="0" sldId="268"/>
        </pc:sldMkLst>
      </pc:sldChg>
      <pc:sldChg chg="modSp mod ord">
        <pc:chgData name="JHEYSON FABIAN VILLAVISAN BUITRAGO" userId="e5ced5c2-d787-455d-b115-4f08a699b8c8" providerId="ADAL" clId="{7B9FEBE4-9602-4D4E-95BE-CC4174DB0B69}" dt="2023-08-22T18:02:46.945" v="13" actId="20577"/>
        <pc:sldMkLst>
          <pc:docMk/>
          <pc:sldMk cId="2505371292" sldId="270"/>
        </pc:sldMkLst>
      </pc:sldChg>
      <pc:sldChg chg="addSp delSp modSp mod ord">
        <pc:chgData name="JHEYSON FABIAN VILLAVISAN BUITRAGO" userId="e5ced5c2-d787-455d-b115-4f08a699b8c8" providerId="ADAL" clId="{7B9FEBE4-9602-4D4E-95BE-CC4174DB0B69}" dt="2023-08-22T18:09:30.855" v="131" actId="20577"/>
        <pc:sldMkLst>
          <pc:docMk/>
          <pc:sldMk cId="3709177429" sldId="274"/>
        </pc:sldMkLst>
      </pc:sldChg>
      <pc:sldChg chg="modSp add mod ord">
        <pc:chgData name="JHEYSON FABIAN VILLAVISAN BUITRAGO" userId="e5ced5c2-d787-455d-b115-4f08a699b8c8" providerId="ADAL" clId="{7B9FEBE4-9602-4D4E-95BE-CC4174DB0B69}" dt="2023-08-22T18:07:16.815" v="30"/>
        <pc:sldMkLst>
          <pc:docMk/>
          <pc:sldMk cId="1450893007" sldId="275"/>
        </pc:sldMkLst>
      </pc:sldChg>
      <pc:sldChg chg="del">
        <pc:chgData name="JHEYSON FABIAN VILLAVISAN BUITRAGO" userId="e5ced5c2-d787-455d-b115-4f08a699b8c8" providerId="ADAL" clId="{7B9FEBE4-9602-4D4E-95BE-CC4174DB0B69}" dt="2023-08-22T16:56:09.117" v="4" actId="47"/>
        <pc:sldMkLst>
          <pc:docMk/>
          <pc:sldMk cId="2680639377" sldId="275"/>
        </pc:sldMkLst>
      </pc:sldChg>
      <pc:sldChg chg="addSp modSp add mod">
        <pc:chgData name="JHEYSON FABIAN VILLAVISAN BUITRAGO" userId="e5ced5c2-d787-455d-b115-4f08a699b8c8" providerId="ADAL" clId="{7B9FEBE4-9602-4D4E-95BE-CC4174DB0B69}" dt="2023-08-22T18:11:34.969" v="535" actId="20577"/>
        <pc:sldMkLst>
          <pc:docMk/>
          <pc:sldMk cId="1337945214" sldId="276"/>
        </pc:sldMkLst>
      </pc:sldChg>
      <pc:sldChg chg="del">
        <pc:chgData name="JHEYSON FABIAN VILLAVISAN BUITRAGO" userId="e5ced5c2-d787-455d-b115-4f08a699b8c8" providerId="ADAL" clId="{7B9FEBE4-9602-4D4E-95BE-CC4174DB0B69}" dt="2023-08-22T16:56:09.117" v="4" actId="47"/>
        <pc:sldMkLst>
          <pc:docMk/>
          <pc:sldMk cId="1955606898" sldId="277"/>
        </pc:sldMkLst>
      </pc:sldChg>
      <pc:sldChg chg="addSp delSp modSp add mod">
        <pc:chgData name="JHEYSON FABIAN VILLAVISAN BUITRAGO" userId="e5ced5c2-d787-455d-b115-4f08a699b8c8" providerId="ADAL" clId="{7B9FEBE4-9602-4D4E-95BE-CC4174DB0B69}" dt="2023-08-22T18:20:45.832" v="770" actId="20577"/>
        <pc:sldMkLst>
          <pc:docMk/>
          <pc:sldMk cId="3289317891" sldId="277"/>
        </pc:sldMkLst>
      </pc:sldChg>
      <pc:sldChg chg="del">
        <pc:chgData name="JHEYSON FABIAN VILLAVISAN BUITRAGO" userId="e5ced5c2-d787-455d-b115-4f08a699b8c8" providerId="ADAL" clId="{7B9FEBE4-9602-4D4E-95BE-CC4174DB0B69}" dt="2023-08-22T16:56:09.117" v="4" actId="47"/>
        <pc:sldMkLst>
          <pc:docMk/>
          <pc:sldMk cId="214171354" sldId="278"/>
        </pc:sldMkLst>
      </pc:sldChg>
      <pc:sldChg chg="addSp delSp modSp add mod">
        <pc:chgData name="JHEYSON FABIAN VILLAVISAN BUITRAGO" userId="e5ced5c2-d787-455d-b115-4f08a699b8c8" providerId="ADAL" clId="{7B9FEBE4-9602-4D4E-95BE-CC4174DB0B69}" dt="2023-08-22T18:26:53.773" v="888" actId="1076"/>
        <pc:sldMkLst>
          <pc:docMk/>
          <pc:sldMk cId="1004471054" sldId="278"/>
        </pc:sldMkLst>
      </pc:sldChg>
      <pc:sldChg chg="delSp modSp add mod">
        <pc:chgData name="JHEYSON FABIAN VILLAVISAN BUITRAGO" userId="e5ced5c2-d787-455d-b115-4f08a699b8c8" providerId="ADAL" clId="{7B9FEBE4-9602-4D4E-95BE-CC4174DB0B69}" dt="2023-08-22T18:27:07.065" v="894" actId="1076"/>
        <pc:sldMkLst>
          <pc:docMk/>
          <pc:sldMk cId="1384271638" sldId="279"/>
        </pc:sldMkLst>
      </pc:sldChg>
      <pc:sldChg chg="del">
        <pc:chgData name="JHEYSON FABIAN VILLAVISAN BUITRAGO" userId="e5ced5c2-d787-455d-b115-4f08a699b8c8" providerId="ADAL" clId="{7B9FEBE4-9602-4D4E-95BE-CC4174DB0B69}" dt="2023-08-22T16:56:09.117" v="4" actId="47"/>
        <pc:sldMkLst>
          <pc:docMk/>
          <pc:sldMk cId="3765501484" sldId="279"/>
        </pc:sldMkLst>
      </pc:sldChg>
    </pc:docChg>
  </pc:docChgLst>
  <pc:docChgLst>
    <pc:chgData name="JHEYSON FABIAN VILLAVISAN BUITRAGO" userId="S::jfvillavisanb@itc.edu.co::e5ced5c2-d787-455d-b115-4f08a699b8c8" providerId="AD" clId="Web-{9FFA3762-D21C-6281-353B-ACF4B16C48B6}"/>
    <pc:docChg chg="modSld">
      <pc:chgData name="JHEYSON FABIAN VILLAVISAN BUITRAGO" userId="S::jfvillavisanb@itc.edu.co::e5ced5c2-d787-455d-b115-4f08a699b8c8" providerId="AD" clId="Web-{9FFA3762-D21C-6281-353B-ACF4B16C48B6}" dt="2023-08-23T01:58:56.493" v="7"/>
      <pc:docMkLst>
        <pc:docMk/>
      </pc:docMkLst>
      <pc:sldChg chg="delSp">
        <pc:chgData name="JHEYSON FABIAN VILLAVISAN BUITRAGO" userId="S::jfvillavisanb@itc.edu.co::e5ced5c2-d787-455d-b115-4f08a699b8c8" providerId="AD" clId="Web-{9FFA3762-D21C-6281-353B-ACF4B16C48B6}" dt="2023-08-23T01:58:56.493" v="7"/>
        <pc:sldMkLst>
          <pc:docMk/>
          <pc:sldMk cId="4107059945" sldId="282"/>
        </pc:sldMkLst>
      </pc:sldChg>
      <pc:sldChg chg="modSp">
        <pc:chgData name="JHEYSON FABIAN VILLAVISAN BUITRAGO" userId="S::jfvillavisanb@itc.edu.co::e5ced5c2-d787-455d-b115-4f08a699b8c8" providerId="AD" clId="Web-{9FFA3762-D21C-6281-353B-ACF4B16C48B6}" dt="2023-08-22T23:14:38.946" v="6" actId="20577"/>
        <pc:sldMkLst>
          <pc:docMk/>
          <pc:sldMk cId="2611572295" sldId="286"/>
        </pc:sldMkLst>
      </pc:sldChg>
    </pc:docChg>
  </pc:docChgLst>
  <pc:docChgLst>
    <pc:chgData name="JHEYSON FABIAN VILLAVISAN BUITRAGO" userId="e5ced5c2-d787-455d-b115-4f08a699b8c8" providerId="ADAL" clId="{CD7FAFD9-64CF-4C8A-BD35-09AD30AE3641}"/>
    <pc:docChg chg="undo custSel addSld delSld modSld modSection">
      <pc:chgData name="JHEYSON FABIAN VILLAVISAN BUITRAGO" userId="e5ced5c2-d787-455d-b115-4f08a699b8c8" providerId="ADAL" clId="{CD7FAFD9-64CF-4C8A-BD35-09AD30AE3641}" dt="2023-09-26T20:43:44.287" v="1435" actId="20577"/>
      <pc:docMkLst>
        <pc:docMk/>
      </pc:docMkLst>
      <pc:sldChg chg="modSp mod">
        <pc:chgData name="JHEYSON FABIAN VILLAVISAN BUITRAGO" userId="e5ced5c2-d787-455d-b115-4f08a699b8c8" providerId="ADAL" clId="{CD7FAFD9-64CF-4C8A-BD35-09AD30AE3641}" dt="2023-09-26T19:06:29.231" v="130" actId="13926"/>
        <pc:sldMkLst>
          <pc:docMk/>
          <pc:sldMk cId="2505371292" sldId="270"/>
        </pc:sldMkLst>
      </pc:sldChg>
      <pc:sldChg chg="addSp delSp modSp mod">
        <pc:chgData name="JHEYSON FABIAN VILLAVISAN BUITRAGO" userId="e5ced5c2-d787-455d-b115-4f08a699b8c8" providerId="ADAL" clId="{CD7FAFD9-64CF-4C8A-BD35-09AD30AE3641}" dt="2023-09-26T19:18:35.121" v="357" actId="20577"/>
        <pc:sldMkLst>
          <pc:docMk/>
          <pc:sldMk cId="3709177429" sldId="274"/>
        </pc:sldMkLst>
      </pc:sldChg>
      <pc:sldChg chg="modSp mod">
        <pc:chgData name="JHEYSON FABIAN VILLAVISAN BUITRAGO" userId="e5ced5c2-d787-455d-b115-4f08a699b8c8" providerId="ADAL" clId="{CD7FAFD9-64CF-4C8A-BD35-09AD30AE3641}" dt="2023-09-26T19:06:40.361" v="131" actId="1076"/>
        <pc:sldMkLst>
          <pc:docMk/>
          <pc:sldMk cId="1450893007" sldId="275"/>
        </pc:sldMkLst>
      </pc:sldChg>
      <pc:sldChg chg="del">
        <pc:chgData name="JHEYSON FABIAN VILLAVISAN BUITRAGO" userId="e5ced5c2-d787-455d-b115-4f08a699b8c8" providerId="ADAL" clId="{CD7FAFD9-64CF-4C8A-BD35-09AD30AE3641}" dt="2023-09-26T18:46:10.269" v="1" actId="47"/>
        <pc:sldMkLst>
          <pc:docMk/>
          <pc:sldMk cId="1337945214" sldId="276"/>
        </pc:sldMkLst>
      </pc:sldChg>
      <pc:sldChg chg="addSp delSp modSp add mod">
        <pc:chgData name="JHEYSON FABIAN VILLAVISAN BUITRAGO" userId="e5ced5c2-d787-455d-b115-4f08a699b8c8" providerId="ADAL" clId="{CD7FAFD9-64CF-4C8A-BD35-09AD30AE3641}" dt="2023-09-26T19:18:37.760" v="359" actId="20577"/>
        <pc:sldMkLst>
          <pc:docMk/>
          <pc:sldMk cId="3450069468" sldId="276"/>
        </pc:sldMkLst>
      </pc:sldChg>
      <pc:sldChg chg="addSp delSp modSp add mod">
        <pc:chgData name="JHEYSON FABIAN VILLAVISAN BUITRAGO" userId="e5ced5c2-d787-455d-b115-4f08a699b8c8" providerId="ADAL" clId="{CD7FAFD9-64CF-4C8A-BD35-09AD30AE3641}" dt="2023-09-26T19:18:40.517" v="361" actId="20577"/>
        <pc:sldMkLst>
          <pc:docMk/>
          <pc:sldMk cId="938517202" sldId="277"/>
        </pc:sldMkLst>
      </pc:sldChg>
      <pc:sldChg chg="del">
        <pc:chgData name="JHEYSON FABIAN VILLAVISAN BUITRAGO" userId="e5ced5c2-d787-455d-b115-4f08a699b8c8" providerId="ADAL" clId="{CD7FAFD9-64CF-4C8A-BD35-09AD30AE3641}" dt="2023-09-26T18:46:07.408" v="0" actId="47"/>
        <pc:sldMkLst>
          <pc:docMk/>
          <pc:sldMk cId="3289317891" sldId="277"/>
        </pc:sldMkLst>
      </pc:sldChg>
      <pc:sldChg chg="addSp delSp modSp add mod">
        <pc:chgData name="JHEYSON FABIAN VILLAVISAN BUITRAGO" userId="e5ced5c2-d787-455d-b115-4f08a699b8c8" providerId="ADAL" clId="{CD7FAFD9-64CF-4C8A-BD35-09AD30AE3641}" dt="2023-09-26T19:18:09.280" v="355" actId="1076"/>
        <pc:sldMkLst>
          <pc:docMk/>
          <pc:sldMk cId="5827500" sldId="278"/>
        </pc:sldMkLst>
      </pc:sldChg>
      <pc:sldChg chg="new del">
        <pc:chgData name="JHEYSON FABIAN VILLAVISAN BUITRAGO" userId="e5ced5c2-d787-455d-b115-4f08a699b8c8" providerId="ADAL" clId="{CD7FAFD9-64CF-4C8A-BD35-09AD30AE3641}" dt="2023-09-26T19:06:50.392" v="133" actId="680"/>
        <pc:sldMkLst>
          <pc:docMk/>
          <pc:sldMk cId="1682422455" sldId="278"/>
        </pc:sldMkLst>
      </pc:sldChg>
      <pc:sldChg chg="del">
        <pc:chgData name="JHEYSON FABIAN VILLAVISAN BUITRAGO" userId="e5ced5c2-d787-455d-b115-4f08a699b8c8" providerId="ADAL" clId="{CD7FAFD9-64CF-4C8A-BD35-09AD30AE3641}" dt="2023-09-26T18:46:07.408" v="0" actId="47"/>
        <pc:sldMkLst>
          <pc:docMk/>
          <pc:sldMk cId="2818467161" sldId="278"/>
        </pc:sldMkLst>
      </pc:sldChg>
      <pc:sldChg chg="delSp modSp add mod">
        <pc:chgData name="JHEYSON FABIAN VILLAVISAN BUITRAGO" userId="e5ced5c2-d787-455d-b115-4f08a699b8c8" providerId="ADAL" clId="{CD7FAFD9-64CF-4C8A-BD35-09AD30AE3641}" dt="2023-09-26T19:39:47.631" v="786" actId="1076"/>
        <pc:sldMkLst>
          <pc:docMk/>
          <pc:sldMk cId="2466727722" sldId="279"/>
        </pc:sldMkLst>
      </pc:sldChg>
      <pc:sldChg chg="addSp delSp modSp add mod modAnim">
        <pc:chgData name="JHEYSON FABIAN VILLAVISAN BUITRAGO" userId="e5ced5c2-d787-455d-b115-4f08a699b8c8" providerId="ADAL" clId="{CD7FAFD9-64CF-4C8A-BD35-09AD30AE3641}" dt="2023-09-26T20:13:31.671" v="1058"/>
        <pc:sldMkLst>
          <pc:docMk/>
          <pc:sldMk cId="1417635691" sldId="280"/>
        </pc:sldMkLst>
      </pc:sldChg>
      <pc:sldChg chg="addSp delSp modSp add mod">
        <pc:chgData name="JHEYSON FABIAN VILLAVISAN BUITRAGO" userId="e5ced5c2-d787-455d-b115-4f08a699b8c8" providerId="ADAL" clId="{CD7FAFD9-64CF-4C8A-BD35-09AD30AE3641}" dt="2023-09-26T19:32:14.311" v="508" actId="20577"/>
        <pc:sldMkLst>
          <pc:docMk/>
          <pc:sldMk cId="1020647042" sldId="281"/>
        </pc:sldMkLst>
      </pc:sldChg>
      <pc:sldChg chg="addSp delSp modSp add mod">
        <pc:chgData name="JHEYSON FABIAN VILLAVISAN BUITRAGO" userId="e5ced5c2-d787-455d-b115-4f08a699b8c8" providerId="ADAL" clId="{CD7FAFD9-64CF-4C8A-BD35-09AD30AE3641}" dt="2023-09-26T20:00:26.221" v="1042" actId="20577"/>
        <pc:sldMkLst>
          <pc:docMk/>
          <pc:sldMk cId="1235130859" sldId="282"/>
        </pc:sldMkLst>
      </pc:sldChg>
      <pc:sldChg chg="addSp delSp modSp add mod">
        <pc:chgData name="JHEYSON FABIAN VILLAVISAN BUITRAGO" userId="e5ced5c2-d787-455d-b115-4f08a699b8c8" providerId="ADAL" clId="{CD7FAFD9-64CF-4C8A-BD35-09AD30AE3641}" dt="2023-09-26T20:16:13.742" v="1088" actId="20577"/>
        <pc:sldMkLst>
          <pc:docMk/>
          <pc:sldMk cId="2245282303" sldId="283"/>
        </pc:sldMkLst>
      </pc:sldChg>
      <pc:sldChg chg="addSp delSp modSp add mod">
        <pc:chgData name="JHEYSON FABIAN VILLAVISAN BUITRAGO" userId="e5ced5c2-d787-455d-b115-4f08a699b8c8" providerId="ADAL" clId="{CD7FAFD9-64CF-4C8A-BD35-09AD30AE3641}" dt="2023-09-26T20:17:07.246" v="1099"/>
        <pc:sldMkLst>
          <pc:docMk/>
          <pc:sldMk cId="1970910548" sldId="284"/>
        </pc:sldMkLst>
      </pc:sldChg>
      <pc:sldChg chg="addSp delSp modSp add mod">
        <pc:chgData name="JHEYSON FABIAN VILLAVISAN BUITRAGO" userId="e5ced5c2-d787-455d-b115-4f08a699b8c8" providerId="ADAL" clId="{CD7FAFD9-64CF-4C8A-BD35-09AD30AE3641}" dt="2023-09-26T20:19:59.292" v="1138" actId="20577"/>
        <pc:sldMkLst>
          <pc:docMk/>
          <pc:sldMk cId="2853353455" sldId="285"/>
        </pc:sldMkLst>
      </pc:sldChg>
      <pc:sldChg chg="addSp modSp add mod">
        <pc:chgData name="JHEYSON FABIAN VILLAVISAN BUITRAGO" userId="e5ced5c2-d787-455d-b115-4f08a699b8c8" providerId="ADAL" clId="{CD7FAFD9-64CF-4C8A-BD35-09AD30AE3641}" dt="2023-09-26T20:39:58.367" v="1268" actId="113"/>
        <pc:sldMkLst>
          <pc:docMk/>
          <pc:sldMk cId="1572878322" sldId="286"/>
        </pc:sldMkLst>
      </pc:sldChg>
      <pc:sldChg chg="addSp delSp modSp add mod">
        <pc:chgData name="JHEYSON FABIAN VILLAVISAN BUITRAGO" userId="e5ced5c2-d787-455d-b115-4f08a699b8c8" providerId="ADAL" clId="{CD7FAFD9-64CF-4C8A-BD35-09AD30AE3641}" dt="2023-09-26T20:38:23.053" v="1265" actId="20577"/>
        <pc:sldMkLst>
          <pc:docMk/>
          <pc:sldMk cId="1480808620" sldId="287"/>
        </pc:sldMkLst>
      </pc:sldChg>
      <pc:sldChg chg="addSp delSp modSp add mod">
        <pc:chgData name="JHEYSON FABIAN VILLAVISAN BUITRAGO" userId="e5ced5c2-d787-455d-b115-4f08a699b8c8" providerId="ADAL" clId="{CD7FAFD9-64CF-4C8A-BD35-09AD30AE3641}" dt="2023-09-26T20:42:16.716" v="1422" actId="20577"/>
        <pc:sldMkLst>
          <pc:docMk/>
          <pc:sldMk cId="3784411103" sldId="288"/>
        </pc:sldMkLst>
      </pc:sldChg>
      <pc:sldChg chg="new del">
        <pc:chgData name="JHEYSON FABIAN VILLAVISAN BUITRAGO" userId="e5ced5c2-d787-455d-b115-4f08a699b8c8" providerId="ADAL" clId="{CD7FAFD9-64CF-4C8A-BD35-09AD30AE3641}" dt="2023-09-26T20:43:04.496" v="1424" actId="680"/>
        <pc:sldMkLst>
          <pc:docMk/>
          <pc:sldMk cId="824227892" sldId="289"/>
        </pc:sldMkLst>
      </pc:sldChg>
      <pc:sldChg chg="addSp modSp add mod">
        <pc:chgData name="JHEYSON FABIAN VILLAVISAN BUITRAGO" userId="e5ced5c2-d787-455d-b115-4f08a699b8c8" providerId="ADAL" clId="{CD7FAFD9-64CF-4C8A-BD35-09AD30AE3641}" dt="2023-09-26T20:43:44.287" v="1435" actId="20577"/>
        <pc:sldMkLst>
          <pc:docMk/>
          <pc:sldMk cId="2338929352" sldId="289"/>
        </pc:sldMkLst>
      </pc:sldChg>
    </pc:docChg>
  </pc:docChgLst>
  <pc:docChgLst>
    <pc:chgData name="JHEYSON FABIAN VILLAVISAN BUITRAGO" userId="e5ced5c2-d787-455d-b115-4f08a699b8c8" providerId="ADAL" clId="{F8B0F50B-6550-4C27-BDE2-A604B8EDC92B}"/>
    <pc:docChg chg="modSld">
      <pc:chgData name="JHEYSON FABIAN VILLAVISAN BUITRAGO" userId="e5ced5c2-d787-455d-b115-4f08a699b8c8" providerId="ADAL" clId="{F8B0F50B-6550-4C27-BDE2-A604B8EDC92B}" dt="2025-04-03T15:13:59.254" v="0" actId="14100"/>
      <pc:docMkLst>
        <pc:docMk/>
      </pc:docMkLst>
      <pc:sldChg chg="modSp mod">
        <pc:chgData name="JHEYSON FABIAN VILLAVISAN BUITRAGO" userId="e5ced5c2-d787-455d-b115-4f08a699b8c8" providerId="ADAL" clId="{F8B0F50B-6550-4C27-BDE2-A604B8EDC92B}" dt="2025-04-03T15:13:59.254" v="0" actId="14100"/>
        <pc:sldMkLst>
          <pc:docMk/>
          <pc:sldMk cId="5827500" sldId="278"/>
        </pc:sldMkLst>
      </pc:sldChg>
    </pc:docChg>
  </pc:docChgLst>
  <pc:docChgLst>
    <pc:chgData name="JHEYSON FABIAN VILLAVISAN BUITRAGO" userId="S::jfvillavisanb@itc.edu.co::e5ced5c2-d787-455d-b115-4f08a699b8c8" providerId="AD" clId="Web-{4BECB00B-B0F2-C932-CA2C-8397F72783B2}"/>
    <pc:docChg chg="modSld">
      <pc:chgData name="JHEYSON FABIAN VILLAVISAN BUITRAGO" userId="S::jfvillavisanb@itc.edu.co::e5ced5c2-d787-455d-b115-4f08a699b8c8" providerId="AD" clId="Web-{4BECB00B-B0F2-C932-CA2C-8397F72783B2}" dt="2023-08-30T01:21:38.462" v="1"/>
      <pc:docMkLst>
        <pc:docMk/>
      </pc:docMkLst>
      <pc:sldChg chg="modNotes">
        <pc:chgData name="JHEYSON FABIAN VILLAVISAN BUITRAGO" userId="S::jfvillavisanb@itc.edu.co::e5ced5c2-d787-455d-b115-4f08a699b8c8" providerId="AD" clId="Web-{4BECB00B-B0F2-C932-CA2C-8397F72783B2}" dt="2023-08-30T01:21:38.462" v="1"/>
        <pc:sldMkLst>
          <pc:docMk/>
          <pc:sldMk cId="2682498100" sldId="282"/>
        </pc:sldMkLst>
      </pc:sldChg>
    </pc:docChg>
  </pc:docChgLst>
  <pc:docChgLst>
    <pc:chgData name="JHEYSON FABIAN VILLAVISAN BUITRAGO" userId="e5ced5c2-d787-455d-b115-4f08a699b8c8" providerId="ADAL" clId="{5B1FDE35-D1E6-4256-8898-2C93837AC47A}"/>
    <pc:docChg chg="undo custSel addSld delSld modSld modSection">
      <pc:chgData name="JHEYSON FABIAN VILLAVISAN BUITRAGO" userId="e5ced5c2-d787-455d-b115-4f08a699b8c8" providerId="ADAL" clId="{5B1FDE35-D1E6-4256-8898-2C93837AC47A}" dt="2023-09-10T19:23:27.772" v="628" actId="5793"/>
      <pc:docMkLst>
        <pc:docMk/>
      </pc:docMkLst>
      <pc:sldChg chg="modSp mod">
        <pc:chgData name="JHEYSON FABIAN VILLAVISAN BUITRAGO" userId="e5ced5c2-d787-455d-b115-4f08a699b8c8" providerId="ADAL" clId="{5B1FDE35-D1E6-4256-8898-2C93837AC47A}" dt="2023-09-10T17:05:21.929" v="12" actId="20577"/>
        <pc:sldMkLst>
          <pc:docMk/>
          <pc:sldMk cId="3709177429" sldId="274"/>
        </pc:sldMkLst>
      </pc:sldChg>
      <pc:sldChg chg="modSp mod">
        <pc:chgData name="JHEYSON FABIAN VILLAVISAN BUITRAGO" userId="e5ced5c2-d787-455d-b115-4f08a699b8c8" providerId="ADAL" clId="{5B1FDE35-D1E6-4256-8898-2C93837AC47A}" dt="2023-09-10T17:11:23.170" v="256" actId="20577"/>
        <pc:sldMkLst>
          <pc:docMk/>
          <pc:sldMk cId="1337945214" sldId="276"/>
        </pc:sldMkLst>
      </pc:sldChg>
      <pc:sldChg chg="addSp delSp modSp mod modNotes modNotesTx">
        <pc:chgData name="JHEYSON FABIAN VILLAVISAN BUITRAGO" userId="e5ced5c2-d787-455d-b115-4f08a699b8c8" providerId="ADAL" clId="{5B1FDE35-D1E6-4256-8898-2C93837AC47A}" dt="2023-09-10T19:22:19.204" v="611" actId="20577"/>
        <pc:sldMkLst>
          <pc:docMk/>
          <pc:sldMk cId="3289317891" sldId="277"/>
        </pc:sldMkLst>
      </pc:sldChg>
      <pc:sldChg chg="del">
        <pc:chgData name="JHEYSON FABIAN VILLAVISAN BUITRAGO" userId="e5ced5c2-d787-455d-b115-4f08a699b8c8" providerId="ADAL" clId="{5B1FDE35-D1E6-4256-8898-2C93837AC47A}" dt="2023-09-10T18:25:26.311" v="594" actId="47"/>
        <pc:sldMkLst>
          <pc:docMk/>
          <pc:sldMk cId="1782819992" sldId="278"/>
        </pc:sldMkLst>
      </pc:sldChg>
      <pc:sldChg chg="addSp delSp modSp add mod">
        <pc:chgData name="JHEYSON FABIAN VILLAVISAN BUITRAGO" userId="e5ced5c2-d787-455d-b115-4f08a699b8c8" providerId="ADAL" clId="{5B1FDE35-D1E6-4256-8898-2C93837AC47A}" dt="2023-09-10T19:23:27.772" v="628" actId="5793"/>
        <pc:sldMkLst>
          <pc:docMk/>
          <pc:sldMk cId="2818467161" sldId="278"/>
        </pc:sldMkLst>
      </pc:sldChg>
      <pc:sldChg chg="del">
        <pc:chgData name="JHEYSON FABIAN VILLAVISAN BUITRAGO" userId="e5ced5c2-d787-455d-b115-4f08a699b8c8" providerId="ADAL" clId="{5B1FDE35-D1E6-4256-8898-2C93837AC47A}" dt="2023-09-10T18:25:26.311" v="594" actId="47"/>
        <pc:sldMkLst>
          <pc:docMk/>
          <pc:sldMk cId="2152738375" sldId="279"/>
        </pc:sldMkLst>
      </pc:sldChg>
      <pc:sldChg chg="new del">
        <pc:chgData name="JHEYSON FABIAN VILLAVISAN BUITRAGO" userId="e5ced5c2-d787-455d-b115-4f08a699b8c8" providerId="ADAL" clId="{5B1FDE35-D1E6-4256-8898-2C93837AC47A}" dt="2023-09-10T19:18:02.045" v="607" actId="680"/>
        <pc:sldMkLst>
          <pc:docMk/>
          <pc:sldMk cId="2231495777" sldId="279"/>
        </pc:sldMkLst>
      </pc:sldChg>
      <pc:sldChg chg="del">
        <pc:chgData name="JHEYSON FABIAN VILLAVISAN BUITRAGO" userId="e5ced5c2-d787-455d-b115-4f08a699b8c8" providerId="ADAL" clId="{5B1FDE35-D1E6-4256-8898-2C93837AC47A}" dt="2023-09-10T18:25:26.311" v="594" actId="47"/>
        <pc:sldMkLst>
          <pc:docMk/>
          <pc:sldMk cId="4032729821" sldId="280"/>
        </pc:sldMkLst>
      </pc:sldChg>
      <pc:sldChg chg="del">
        <pc:chgData name="JHEYSON FABIAN VILLAVISAN BUITRAGO" userId="e5ced5c2-d787-455d-b115-4f08a699b8c8" providerId="ADAL" clId="{5B1FDE35-D1E6-4256-8898-2C93837AC47A}" dt="2023-09-10T18:25:26.311" v="594" actId="47"/>
        <pc:sldMkLst>
          <pc:docMk/>
          <pc:sldMk cId="3562392407" sldId="281"/>
        </pc:sldMkLst>
      </pc:sldChg>
      <pc:sldChg chg="del modNotes">
        <pc:chgData name="JHEYSON FABIAN VILLAVISAN BUITRAGO" userId="e5ced5c2-d787-455d-b115-4f08a699b8c8" providerId="ADAL" clId="{5B1FDE35-D1E6-4256-8898-2C93837AC47A}" dt="2023-09-10T18:25:26.311" v="594" actId="47"/>
        <pc:sldMkLst>
          <pc:docMk/>
          <pc:sldMk cId="2682498100" sldId="282"/>
        </pc:sldMkLst>
      </pc:sldChg>
    </pc:docChg>
  </pc:docChgLst>
  <pc:docChgLst>
    <pc:chgData name="FABIAN PALACIO ARANGO" userId="S::fpalacioa@itc.edu.co::0e2bfb71-32b6-4edd-85c7-a9cbf704e9d1" providerId="AD" clId="Web-{A064BA7A-4750-80C7-7B25-01F0CE7F2166}"/>
    <pc:docChg chg="sldOrd">
      <pc:chgData name="FABIAN PALACIO ARANGO" userId="S::fpalacioa@itc.edu.co::0e2bfb71-32b6-4edd-85c7-a9cbf704e9d1" providerId="AD" clId="Web-{A064BA7A-4750-80C7-7B25-01F0CE7F2166}" dt="2023-09-05T13:18:47.721" v="0"/>
      <pc:docMkLst>
        <pc:docMk/>
      </pc:docMkLst>
      <pc:sldChg chg="ord">
        <pc:chgData name="FABIAN PALACIO ARANGO" userId="S::fpalacioa@itc.edu.co::0e2bfb71-32b6-4edd-85c7-a9cbf704e9d1" providerId="AD" clId="Web-{A064BA7A-4750-80C7-7B25-01F0CE7F2166}" dt="2023-09-05T13:18:47.721" v="0"/>
        <pc:sldMkLst>
          <pc:docMk/>
          <pc:sldMk cId="3709177429" sldId="274"/>
        </pc:sldMkLst>
      </pc:sldChg>
    </pc:docChg>
  </pc:docChgLst>
  <pc:docChgLst>
    <pc:chgData name="JHEYSON FABIAN VILLAVISAN BUITRAGO" userId="e5ced5c2-d787-455d-b115-4f08a699b8c8" providerId="ADAL" clId="{5589F596-EE76-42B5-8430-0657D89CEE6B}"/>
    <pc:docChg chg="undo custSel addSld delSld modSld sldOrd modSection">
      <pc:chgData name="JHEYSON FABIAN VILLAVISAN BUITRAGO" userId="e5ced5c2-d787-455d-b115-4f08a699b8c8" providerId="ADAL" clId="{5589F596-EE76-42B5-8430-0657D89CEE6B}" dt="2023-08-29T20:01:25.262" v="1286" actId="20577"/>
      <pc:docMkLst>
        <pc:docMk/>
      </pc:docMkLst>
      <pc:sldChg chg="modSp mod">
        <pc:chgData name="JHEYSON FABIAN VILLAVISAN BUITRAGO" userId="e5ced5c2-d787-455d-b115-4f08a699b8c8" providerId="ADAL" clId="{5589F596-EE76-42B5-8430-0657D89CEE6B}" dt="2023-08-29T18:21:55.313" v="8" actId="13926"/>
        <pc:sldMkLst>
          <pc:docMk/>
          <pc:sldMk cId="2505371292" sldId="270"/>
        </pc:sldMkLst>
      </pc:sldChg>
      <pc:sldChg chg="modSp mod">
        <pc:chgData name="JHEYSON FABIAN VILLAVISAN BUITRAGO" userId="e5ced5c2-d787-455d-b115-4f08a699b8c8" providerId="ADAL" clId="{5589F596-EE76-42B5-8430-0657D89CEE6B}" dt="2023-08-29T18:23:03.579" v="44" actId="20577"/>
        <pc:sldMkLst>
          <pc:docMk/>
          <pc:sldMk cId="3709177429" sldId="274"/>
        </pc:sldMkLst>
      </pc:sldChg>
      <pc:sldChg chg="modSp mod">
        <pc:chgData name="JHEYSON FABIAN VILLAVISAN BUITRAGO" userId="e5ced5c2-d787-455d-b115-4f08a699b8c8" providerId="ADAL" clId="{5589F596-EE76-42B5-8430-0657D89CEE6B}" dt="2023-08-29T18:39:28.298" v="368" actId="20577"/>
        <pc:sldMkLst>
          <pc:docMk/>
          <pc:sldMk cId="1450893007" sldId="275"/>
        </pc:sldMkLst>
      </pc:sldChg>
      <pc:sldChg chg="modSp mod">
        <pc:chgData name="JHEYSON FABIAN VILLAVISAN BUITRAGO" userId="e5ced5c2-d787-455d-b115-4f08a699b8c8" providerId="ADAL" clId="{5589F596-EE76-42B5-8430-0657D89CEE6B}" dt="2023-08-29T18:27:27.609" v="95" actId="1076"/>
        <pc:sldMkLst>
          <pc:docMk/>
          <pc:sldMk cId="1337945214" sldId="276"/>
        </pc:sldMkLst>
      </pc:sldChg>
      <pc:sldChg chg="delSp modSp mod">
        <pc:chgData name="JHEYSON FABIAN VILLAVISAN BUITRAGO" userId="e5ced5c2-d787-455d-b115-4f08a699b8c8" providerId="ADAL" clId="{5589F596-EE76-42B5-8430-0657D89CEE6B}" dt="2023-08-29T18:40:47.197" v="429" actId="20577"/>
        <pc:sldMkLst>
          <pc:docMk/>
          <pc:sldMk cId="3289317891" sldId="277"/>
        </pc:sldMkLst>
      </pc:sldChg>
      <pc:sldChg chg="del">
        <pc:chgData name="JHEYSON FABIAN VILLAVISAN BUITRAGO" userId="e5ced5c2-d787-455d-b115-4f08a699b8c8" providerId="ADAL" clId="{5589F596-EE76-42B5-8430-0657D89CEE6B}" dt="2023-08-29T18:27:52.358" v="96" actId="47"/>
        <pc:sldMkLst>
          <pc:docMk/>
          <pc:sldMk cId="1004471054" sldId="278"/>
        </pc:sldMkLst>
      </pc:sldChg>
      <pc:sldChg chg="modSp add mod">
        <pc:chgData name="JHEYSON FABIAN VILLAVISAN BUITRAGO" userId="e5ced5c2-d787-455d-b115-4f08a699b8c8" providerId="ADAL" clId="{5589F596-EE76-42B5-8430-0657D89CEE6B}" dt="2023-08-29T18:44:24.479" v="605" actId="20577"/>
        <pc:sldMkLst>
          <pc:docMk/>
          <pc:sldMk cId="1782819992" sldId="278"/>
        </pc:sldMkLst>
      </pc:sldChg>
      <pc:sldChg chg="del">
        <pc:chgData name="JHEYSON FABIAN VILLAVISAN BUITRAGO" userId="e5ced5c2-d787-455d-b115-4f08a699b8c8" providerId="ADAL" clId="{5589F596-EE76-42B5-8430-0657D89CEE6B}" dt="2023-08-29T18:27:52.358" v="96" actId="47"/>
        <pc:sldMkLst>
          <pc:docMk/>
          <pc:sldMk cId="1384271638" sldId="279"/>
        </pc:sldMkLst>
      </pc:sldChg>
      <pc:sldChg chg="addSp modSp add mod modNotesTx">
        <pc:chgData name="JHEYSON FABIAN VILLAVISAN BUITRAGO" userId="e5ced5c2-d787-455d-b115-4f08a699b8c8" providerId="ADAL" clId="{5589F596-EE76-42B5-8430-0657D89CEE6B}" dt="2023-08-29T19:59:23.190" v="1217"/>
        <pc:sldMkLst>
          <pc:docMk/>
          <pc:sldMk cId="2152738375" sldId="279"/>
        </pc:sldMkLst>
      </pc:sldChg>
      <pc:sldChg chg="del">
        <pc:chgData name="JHEYSON FABIAN VILLAVISAN BUITRAGO" userId="e5ced5c2-d787-455d-b115-4f08a699b8c8" providerId="ADAL" clId="{5589F596-EE76-42B5-8430-0657D89CEE6B}" dt="2023-08-29T18:27:52.358" v="96" actId="47"/>
        <pc:sldMkLst>
          <pc:docMk/>
          <pc:sldMk cId="347121198" sldId="280"/>
        </pc:sldMkLst>
      </pc:sldChg>
      <pc:sldChg chg="addSp modSp add mod ord modNotes modNotesTx">
        <pc:chgData name="JHEYSON FABIAN VILLAVISAN BUITRAGO" userId="e5ced5c2-d787-455d-b115-4f08a699b8c8" providerId="ADAL" clId="{5589F596-EE76-42B5-8430-0657D89CEE6B}" dt="2023-08-29T19:43:12.330" v="949" actId="20577"/>
        <pc:sldMkLst>
          <pc:docMk/>
          <pc:sldMk cId="4032729821" sldId="280"/>
        </pc:sldMkLst>
      </pc:sldChg>
      <pc:sldChg chg="del">
        <pc:chgData name="JHEYSON FABIAN VILLAVISAN BUITRAGO" userId="e5ced5c2-d787-455d-b115-4f08a699b8c8" providerId="ADAL" clId="{5589F596-EE76-42B5-8430-0657D89CEE6B}" dt="2023-08-29T18:27:52.358" v="96" actId="47"/>
        <pc:sldMkLst>
          <pc:docMk/>
          <pc:sldMk cId="1671357769" sldId="281"/>
        </pc:sldMkLst>
      </pc:sldChg>
      <pc:sldChg chg="addSp modSp add mod">
        <pc:chgData name="JHEYSON FABIAN VILLAVISAN BUITRAGO" userId="e5ced5c2-d787-455d-b115-4f08a699b8c8" providerId="ADAL" clId="{5589F596-EE76-42B5-8430-0657D89CEE6B}" dt="2023-08-29T19:18:34.161" v="940" actId="20577"/>
        <pc:sldMkLst>
          <pc:docMk/>
          <pc:sldMk cId="3562392407" sldId="281"/>
        </pc:sldMkLst>
      </pc:sldChg>
      <pc:sldChg chg="delSp modSp add mod modNotesTx">
        <pc:chgData name="JHEYSON FABIAN VILLAVISAN BUITRAGO" userId="e5ced5c2-d787-455d-b115-4f08a699b8c8" providerId="ADAL" clId="{5589F596-EE76-42B5-8430-0657D89CEE6B}" dt="2023-08-29T20:01:25.262" v="1286" actId="20577"/>
        <pc:sldMkLst>
          <pc:docMk/>
          <pc:sldMk cId="2682498100" sldId="282"/>
        </pc:sldMkLst>
      </pc:sldChg>
      <pc:sldChg chg="del">
        <pc:chgData name="JHEYSON FABIAN VILLAVISAN BUITRAGO" userId="e5ced5c2-d787-455d-b115-4f08a699b8c8" providerId="ADAL" clId="{5589F596-EE76-42B5-8430-0657D89CEE6B}" dt="2023-08-29T18:27:52.358" v="96" actId="47"/>
        <pc:sldMkLst>
          <pc:docMk/>
          <pc:sldMk cId="4107059945" sldId="282"/>
        </pc:sldMkLst>
      </pc:sldChg>
      <pc:sldChg chg="del">
        <pc:chgData name="JHEYSON FABIAN VILLAVISAN BUITRAGO" userId="e5ced5c2-d787-455d-b115-4f08a699b8c8" providerId="ADAL" clId="{5589F596-EE76-42B5-8430-0657D89CEE6B}" dt="2023-08-29T18:27:52.358" v="96" actId="47"/>
        <pc:sldMkLst>
          <pc:docMk/>
          <pc:sldMk cId="382074344" sldId="283"/>
        </pc:sldMkLst>
      </pc:sldChg>
      <pc:sldChg chg="del">
        <pc:chgData name="JHEYSON FABIAN VILLAVISAN BUITRAGO" userId="e5ced5c2-d787-455d-b115-4f08a699b8c8" providerId="ADAL" clId="{5589F596-EE76-42B5-8430-0657D89CEE6B}" dt="2023-08-29T18:27:52.358" v="96" actId="47"/>
        <pc:sldMkLst>
          <pc:docMk/>
          <pc:sldMk cId="2461604568" sldId="284"/>
        </pc:sldMkLst>
      </pc:sldChg>
      <pc:sldChg chg="del">
        <pc:chgData name="JHEYSON FABIAN VILLAVISAN BUITRAGO" userId="e5ced5c2-d787-455d-b115-4f08a699b8c8" providerId="ADAL" clId="{5589F596-EE76-42B5-8430-0657D89CEE6B}" dt="2023-08-29T18:27:52.358" v="96" actId="47"/>
        <pc:sldMkLst>
          <pc:docMk/>
          <pc:sldMk cId="3016581845" sldId="285"/>
        </pc:sldMkLst>
      </pc:sldChg>
      <pc:sldChg chg="del">
        <pc:chgData name="JHEYSON FABIAN VILLAVISAN BUITRAGO" userId="e5ced5c2-d787-455d-b115-4f08a699b8c8" providerId="ADAL" clId="{5589F596-EE76-42B5-8430-0657D89CEE6B}" dt="2023-08-29T18:27:52.358" v="96" actId="47"/>
        <pc:sldMkLst>
          <pc:docMk/>
          <pc:sldMk cId="2611572295" sldId="286"/>
        </pc:sldMkLst>
      </pc:sldChg>
    </pc:docChg>
  </pc:docChgLst>
  <pc:docChgLst>
    <pc:chgData name="JHEYSON FABIAN VILLAVISAN BUITRAGO" userId="e5ced5c2-d787-455d-b115-4f08a699b8c8" providerId="ADAL" clId="{B002311A-6E5C-48CB-BE94-9F04964D56C6}"/>
    <pc:docChg chg="custSel delSld modSld modSection">
      <pc:chgData name="JHEYSON FABIAN VILLAVISAN BUITRAGO" userId="e5ced5c2-d787-455d-b115-4f08a699b8c8" providerId="ADAL" clId="{B002311A-6E5C-48CB-BE94-9F04964D56C6}" dt="2025-08-28T21:13:07.106" v="14" actId="47"/>
      <pc:docMkLst>
        <pc:docMk/>
      </pc:docMkLst>
      <pc:sldChg chg="modSp">
        <pc:chgData name="JHEYSON FABIAN VILLAVISAN BUITRAGO" userId="e5ced5c2-d787-455d-b115-4f08a699b8c8" providerId="ADAL" clId="{B002311A-6E5C-48CB-BE94-9F04964D56C6}" dt="2025-08-28T21:12:04.034" v="0"/>
        <pc:sldMkLst>
          <pc:docMk/>
          <pc:sldMk cId="0" sldId="256"/>
        </pc:sldMkLst>
        <pc:spChg chg="mod">
          <ac:chgData name="JHEYSON FABIAN VILLAVISAN BUITRAGO" userId="e5ced5c2-d787-455d-b115-4f08a699b8c8" providerId="ADAL" clId="{B002311A-6E5C-48CB-BE94-9F04964D56C6}" dt="2025-08-28T21:12:04.034" v="0"/>
          <ac:spMkLst>
            <pc:docMk/>
            <pc:sldMk cId="0" sldId="256"/>
            <ac:spMk id="10" creationId="{0D52910C-C7FF-51AD-9B9D-1A390D5FFE1B}"/>
          </ac:spMkLst>
        </pc:spChg>
      </pc:sldChg>
      <pc:sldChg chg="del">
        <pc:chgData name="JHEYSON FABIAN VILLAVISAN BUITRAGO" userId="e5ced5c2-d787-455d-b115-4f08a699b8c8" providerId="ADAL" clId="{B002311A-6E5C-48CB-BE94-9F04964D56C6}" dt="2025-08-28T21:12:06.081" v="1" actId="47"/>
        <pc:sldMkLst>
          <pc:docMk/>
          <pc:sldMk cId="2505371292" sldId="270"/>
        </pc:sldMkLst>
      </pc:sldChg>
      <pc:sldChg chg="modSp">
        <pc:chgData name="JHEYSON FABIAN VILLAVISAN BUITRAGO" userId="e5ced5c2-d787-455d-b115-4f08a699b8c8" providerId="ADAL" clId="{B002311A-6E5C-48CB-BE94-9F04964D56C6}" dt="2025-08-28T21:12:08.477" v="2"/>
        <pc:sldMkLst>
          <pc:docMk/>
          <pc:sldMk cId="1450893007" sldId="275"/>
        </pc:sldMkLst>
        <pc:spChg chg="mod">
          <ac:chgData name="JHEYSON FABIAN VILLAVISAN BUITRAGO" userId="e5ced5c2-d787-455d-b115-4f08a699b8c8" providerId="ADAL" clId="{B002311A-6E5C-48CB-BE94-9F04964D56C6}" dt="2025-08-28T21:12:08.477" v="2"/>
          <ac:spMkLst>
            <pc:docMk/>
            <pc:sldMk cId="1450893007" sldId="275"/>
            <ac:spMk id="5" creationId="{AD83FA30-4A3C-43B8-17CD-C08519129156}"/>
          </ac:spMkLst>
        </pc:spChg>
      </pc:sldChg>
      <pc:sldChg chg="modSp">
        <pc:chgData name="JHEYSON FABIAN VILLAVISAN BUITRAGO" userId="e5ced5c2-d787-455d-b115-4f08a699b8c8" providerId="ADAL" clId="{B002311A-6E5C-48CB-BE94-9F04964D56C6}" dt="2025-08-28T21:12:18.183" v="4"/>
        <pc:sldMkLst>
          <pc:docMk/>
          <pc:sldMk cId="5827500" sldId="278"/>
        </pc:sldMkLst>
        <pc:spChg chg="mod">
          <ac:chgData name="JHEYSON FABIAN VILLAVISAN BUITRAGO" userId="e5ced5c2-d787-455d-b115-4f08a699b8c8" providerId="ADAL" clId="{B002311A-6E5C-48CB-BE94-9F04964D56C6}" dt="2025-08-28T21:12:18.183" v="4"/>
          <ac:spMkLst>
            <pc:docMk/>
            <pc:sldMk cId="5827500" sldId="278"/>
            <ac:spMk id="5" creationId="{AD83FA30-4A3C-43B8-17CD-C08519129156}"/>
          </ac:spMkLst>
        </pc:spChg>
      </pc:sldChg>
      <pc:sldChg chg="modSp">
        <pc:chgData name="JHEYSON FABIAN VILLAVISAN BUITRAGO" userId="e5ced5c2-d787-455d-b115-4f08a699b8c8" providerId="ADAL" clId="{B002311A-6E5C-48CB-BE94-9F04964D56C6}" dt="2025-08-28T21:12:14.207" v="3"/>
        <pc:sldMkLst>
          <pc:docMk/>
          <pc:sldMk cId="740490201" sldId="279"/>
        </pc:sldMkLst>
        <pc:spChg chg="mod">
          <ac:chgData name="JHEYSON FABIAN VILLAVISAN BUITRAGO" userId="e5ced5c2-d787-455d-b115-4f08a699b8c8" providerId="ADAL" clId="{B002311A-6E5C-48CB-BE94-9F04964D56C6}" dt="2025-08-28T21:12:14.207" v="3"/>
          <ac:spMkLst>
            <pc:docMk/>
            <pc:sldMk cId="740490201" sldId="279"/>
            <ac:spMk id="5" creationId="{B275AE15-5C69-A9ED-FCAD-D3B59BCFBC36}"/>
          </ac:spMkLst>
        </pc:spChg>
      </pc:sldChg>
      <pc:sldChg chg="modSp">
        <pc:chgData name="JHEYSON FABIAN VILLAVISAN BUITRAGO" userId="e5ced5c2-d787-455d-b115-4f08a699b8c8" providerId="ADAL" clId="{B002311A-6E5C-48CB-BE94-9F04964D56C6}" dt="2025-08-28T21:12:32.549" v="6"/>
        <pc:sldMkLst>
          <pc:docMk/>
          <pc:sldMk cId="3004993242" sldId="280"/>
        </pc:sldMkLst>
        <pc:spChg chg="mod">
          <ac:chgData name="JHEYSON FABIAN VILLAVISAN BUITRAGO" userId="e5ced5c2-d787-455d-b115-4f08a699b8c8" providerId="ADAL" clId="{B002311A-6E5C-48CB-BE94-9F04964D56C6}" dt="2025-08-28T21:12:32.549" v="6"/>
          <ac:spMkLst>
            <pc:docMk/>
            <pc:sldMk cId="3004993242" sldId="280"/>
            <ac:spMk id="5" creationId="{A29F74DE-3F26-8AE5-C0A6-9200FB30CFC7}"/>
          </ac:spMkLst>
        </pc:spChg>
      </pc:sldChg>
      <pc:sldChg chg="modSp">
        <pc:chgData name="JHEYSON FABIAN VILLAVISAN BUITRAGO" userId="e5ced5c2-d787-455d-b115-4f08a699b8c8" providerId="ADAL" clId="{B002311A-6E5C-48CB-BE94-9F04964D56C6}" dt="2025-08-28T21:12:38.402" v="8"/>
        <pc:sldMkLst>
          <pc:docMk/>
          <pc:sldMk cId="466505779" sldId="281"/>
        </pc:sldMkLst>
        <pc:spChg chg="mod">
          <ac:chgData name="JHEYSON FABIAN VILLAVISAN BUITRAGO" userId="e5ced5c2-d787-455d-b115-4f08a699b8c8" providerId="ADAL" clId="{B002311A-6E5C-48CB-BE94-9F04964D56C6}" dt="2025-08-28T21:12:38.402" v="8"/>
          <ac:spMkLst>
            <pc:docMk/>
            <pc:sldMk cId="466505779" sldId="281"/>
            <ac:spMk id="5" creationId="{6FC3BED4-6D06-E7EF-B872-AF81FCEAD469}"/>
          </ac:spMkLst>
        </pc:spChg>
      </pc:sldChg>
      <pc:sldChg chg="modSp">
        <pc:chgData name="JHEYSON FABIAN VILLAVISAN BUITRAGO" userId="e5ced5c2-d787-455d-b115-4f08a699b8c8" providerId="ADAL" clId="{B002311A-6E5C-48CB-BE94-9F04964D56C6}" dt="2025-08-28T21:12:20.688" v="5"/>
        <pc:sldMkLst>
          <pc:docMk/>
          <pc:sldMk cId="3743508498" sldId="282"/>
        </pc:sldMkLst>
        <pc:spChg chg="mod">
          <ac:chgData name="JHEYSON FABIAN VILLAVISAN BUITRAGO" userId="e5ced5c2-d787-455d-b115-4f08a699b8c8" providerId="ADAL" clId="{B002311A-6E5C-48CB-BE94-9F04964D56C6}" dt="2025-08-28T21:12:20.688" v="5"/>
          <ac:spMkLst>
            <pc:docMk/>
            <pc:sldMk cId="3743508498" sldId="282"/>
            <ac:spMk id="5" creationId="{E8B230A2-F0A1-0807-4F97-6FC403AB14EB}"/>
          </ac:spMkLst>
        </pc:spChg>
      </pc:sldChg>
      <pc:sldChg chg="modSp">
        <pc:chgData name="JHEYSON FABIAN VILLAVISAN BUITRAGO" userId="e5ced5c2-d787-455d-b115-4f08a699b8c8" providerId="ADAL" clId="{B002311A-6E5C-48CB-BE94-9F04964D56C6}" dt="2025-08-28T21:12:35.509" v="7"/>
        <pc:sldMkLst>
          <pc:docMk/>
          <pc:sldMk cId="3510167595" sldId="283"/>
        </pc:sldMkLst>
        <pc:spChg chg="mod">
          <ac:chgData name="JHEYSON FABIAN VILLAVISAN BUITRAGO" userId="e5ced5c2-d787-455d-b115-4f08a699b8c8" providerId="ADAL" clId="{B002311A-6E5C-48CB-BE94-9F04964D56C6}" dt="2025-08-28T21:12:35.509" v="7"/>
          <ac:spMkLst>
            <pc:docMk/>
            <pc:sldMk cId="3510167595" sldId="283"/>
            <ac:spMk id="5" creationId="{719A6959-085C-B031-C6A9-CD7A31CBD6C8}"/>
          </ac:spMkLst>
        </pc:spChg>
      </pc:sldChg>
      <pc:sldChg chg="modSp">
        <pc:chgData name="JHEYSON FABIAN VILLAVISAN BUITRAGO" userId="e5ced5c2-d787-455d-b115-4f08a699b8c8" providerId="ADAL" clId="{B002311A-6E5C-48CB-BE94-9F04964D56C6}" dt="2025-08-28T21:12:41.932" v="9"/>
        <pc:sldMkLst>
          <pc:docMk/>
          <pc:sldMk cId="3546277947" sldId="284"/>
        </pc:sldMkLst>
        <pc:spChg chg="mod">
          <ac:chgData name="JHEYSON FABIAN VILLAVISAN BUITRAGO" userId="e5ced5c2-d787-455d-b115-4f08a699b8c8" providerId="ADAL" clId="{B002311A-6E5C-48CB-BE94-9F04964D56C6}" dt="2025-08-28T21:12:41.932" v="9"/>
          <ac:spMkLst>
            <pc:docMk/>
            <pc:sldMk cId="3546277947" sldId="284"/>
            <ac:spMk id="5" creationId="{BA7D4BAD-BD0B-8236-F105-FBC317AB54EA}"/>
          </ac:spMkLst>
        </pc:spChg>
      </pc:sldChg>
      <pc:sldChg chg="modSp del">
        <pc:chgData name="JHEYSON FABIAN VILLAVISAN BUITRAGO" userId="e5ced5c2-d787-455d-b115-4f08a699b8c8" providerId="ADAL" clId="{B002311A-6E5C-48CB-BE94-9F04964D56C6}" dt="2025-08-28T21:13:07.106" v="14" actId="47"/>
        <pc:sldMkLst>
          <pc:docMk/>
          <pc:sldMk cId="1174193353" sldId="285"/>
        </pc:sldMkLst>
        <pc:spChg chg="mod">
          <ac:chgData name="JHEYSON FABIAN VILLAVISAN BUITRAGO" userId="e5ced5c2-d787-455d-b115-4f08a699b8c8" providerId="ADAL" clId="{B002311A-6E5C-48CB-BE94-9F04964D56C6}" dt="2025-08-28T21:12:45.433" v="10"/>
          <ac:spMkLst>
            <pc:docMk/>
            <pc:sldMk cId="1174193353" sldId="285"/>
            <ac:spMk id="5" creationId="{30EC10F5-A0A4-8203-FCB2-CFE108BB75C0}"/>
          </ac:spMkLst>
        </pc:spChg>
      </pc:sldChg>
      <pc:sldChg chg="modSp del mod">
        <pc:chgData name="JHEYSON FABIAN VILLAVISAN BUITRAGO" userId="e5ced5c2-d787-455d-b115-4f08a699b8c8" providerId="ADAL" clId="{B002311A-6E5C-48CB-BE94-9F04964D56C6}" dt="2025-08-28T21:13:03.533" v="13" actId="47"/>
        <pc:sldMkLst>
          <pc:docMk/>
          <pc:sldMk cId="394872494" sldId="286"/>
        </pc:sldMkLst>
        <pc:spChg chg="mod">
          <ac:chgData name="JHEYSON FABIAN VILLAVISAN BUITRAGO" userId="e5ced5c2-d787-455d-b115-4f08a699b8c8" providerId="ADAL" clId="{B002311A-6E5C-48CB-BE94-9F04964D56C6}" dt="2025-08-28T21:13:01.535" v="12" actId="27636"/>
          <ac:spMkLst>
            <pc:docMk/>
            <pc:sldMk cId="394872494" sldId="286"/>
            <ac:spMk id="4" creationId="{69FF31A9-ABE3-6FFF-682C-CA9BA21E1090}"/>
          </ac:spMkLst>
        </pc:spChg>
      </pc:sldChg>
    </pc:docChg>
  </pc:docChgLst>
  <pc:docChgLst>
    <pc:chgData name="WILMER SEBASTIAN QUIROZ QUIROGA" userId="S::wsquirozq@itc.edu.co::553a7f41-3440-432c-af29-0aee24a473c3" providerId="AD" clId="Web-{3587D2D8-F59E-6DD5-3F74-51B5BFB1ECFF}"/>
    <pc:docChg chg="sldOrd">
      <pc:chgData name="WILMER SEBASTIAN QUIROZ QUIROGA" userId="S::wsquirozq@itc.edu.co::553a7f41-3440-432c-af29-0aee24a473c3" providerId="AD" clId="Web-{3587D2D8-F59E-6DD5-3F74-51B5BFB1ECFF}" dt="2024-06-10T21:01:42.880" v="0"/>
      <pc:docMkLst>
        <pc:docMk/>
      </pc:docMkLst>
      <pc:sldChg chg="ord">
        <pc:chgData name="WILMER SEBASTIAN QUIROZ QUIROGA" userId="S::wsquirozq@itc.edu.co::553a7f41-3440-432c-af29-0aee24a473c3" providerId="AD" clId="Web-{3587D2D8-F59E-6DD5-3F74-51B5BFB1ECFF}" dt="2024-06-10T21:01:42.880" v="0"/>
        <pc:sldMkLst>
          <pc:docMk/>
          <pc:sldMk cId="3450069468" sldId="276"/>
        </pc:sldMkLst>
      </pc:sldChg>
    </pc:docChg>
  </pc:docChgLst>
  <pc:docChgLst>
    <pc:chgData name="Usuario invitado" userId="S::urn:spo:anon#6bd7c26c65bd2cdbcdee62a10f47a261720ad772aa58bea8cbf17d636119b139::" providerId="AD" clId="Web-{534F55D9-02E8-49FF-B174-78DCA00DAE0A}"/>
    <pc:docChg chg="modSld">
      <pc:chgData name="Usuario invitado" userId="S::urn:spo:anon#6bd7c26c65bd2cdbcdee62a10f47a261720ad772aa58bea8cbf17d636119b139::" providerId="AD" clId="Web-{534F55D9-02E8-49FF-B174-78DCA00DAE0A}" dt="2023-08-30T01:41:17.641" v="2" actId="20577"/>
      <pc:docMkLst>
        <pc:docMk/>
      </pc:docMkLst>
      <pc:sldChg chg="modSp">
        <pc:chgData name="Usuario invitado" userId="S::urn:spo:anon#6bd7c26c65bd2cdbcdee62a10f47a261720ad772aa58bea8cbf17d636119b139::" providerId="AD" clId="Web-{534F55D9-02E8-49FF-B174-78DCA00DAE0A}" dt="2023-08-30T01:41:17.641" v="2" actId="20577"/>
        <pc:sldMkLst>
          <pc:docMk/>
          <pc:sldMk cId="2682498100" sldId="282"/>
        </pc:sldMkLst>
      </pc:sldChg>
    </pc:docChg>
  </pc:docChgLst>
  <pc:docChgLst>
    <pc:chgData name="JHEYSON FABIAN VILLAVISAN BUITRAGO" userId="e5ced5c2-d787-455d-b115-4f08a699b8c8" providerId="ADAL" clId="{6D4E4387-A8B5-4EAB-B129-13D0102C3393}"/>
    <pc:docChg chg="undo custSel addSld modSld modSection">
      <pc:chgData name="JHEYSON FABIAN VILLAVISAN BUITRAGO" userId="e5ced5c2-d787-455d-b115-4f08a699b8c8" providerId="ADAL" clId="{6D4E4387-A8B5-4EAB-B129-13D0102C3393}" dt="2023-08-02T00:01:03.382" v="783" actId="20577"/>
      <pc:docMkLst>
        <pc:docMk/>
      </pc:docMkLst>
      <pc:sldChg chg="delSp modSp mod">
        <pc:chgData name="JHEYSON FABIAN VILLAVISAN BUITRAGO" userId="e5ced5c2-d787-455d-b115-4f08a699b8c8" providerId="ADAL" clId="{6D4E4387-A8B5-4EAB-B129-13D0102C3393}" dt="2023-08-01T18:38:51.331" v="37" actId="1076"/>
        <pc:sldMkLst>
          <pc:docMk/>
          <pc:sldMk cId="0" sldId="256"/>
        </pc:sldMkLst>
      </pc:sldChg>
      <pc:sldChg chg="addSp delSp modSp">
        <pc:chgData name="JHEYSON FABIAN VILLAVISAN BUITRAGO" userId="e5ced5c2-d787-455d-b115-4f08a699b8c8" providerId="ADAL" clId="{6D4E4387-A8B5-4EAB-B129-13D0102C3393}" dt="2023-08-01T18:50:11.591" v="691" actId="20577"/>
        <pc:sldMkLst>
          <pc:docMk/>
          <pc:sldMk cId="0" sldId="261"/>
        </pc:sldMkLst>
      </pc:sldChg>
      <pc:sldChg chg="delSp">
        <pc:chgData name="JHEYSON FABIAN VILLAVISAN BUITRAGO" userId="e5ced5c2-d787-455d-b115-4f08a699b8c8" providerId="ADAL" clId="{6D4E4387-A8B5-4EAB-B129-13D0102C3393}" dt="2023-08-01T18:39:15.327" v="44" actId="478"/>
        <pc:sldMkLst>
          <pc:docMk/>
          <pc:sldMk cId="0" sldId="264"/>
        </pc:sldMkLst>
      </pc:sldChg>
      <pc:sldChg chg="addSp delSp modSp">
        <pc:chgData name="JHEYSON FABIAN VILLAVISAN BUITRAGO" userId="e5ced5c2-d787-455d-b115-4f08a699b8c8" providerId="ADAL" clId="{6D4E4387-A8B5-4EAB-B129-13D0102C3393}" dt="2023-08-01T18:40:30.551" v="89"/>
        <pc:sldMkLst>
          <pc:docMk/>
          <pc:sldMk cId="0" sldId="265"/>
        </pc:sldMkLst>
      </pc:sldChg>
      <pc:sldChg chg="addSp delSp modSp">
        <pc:chgData name="JHEYSON FABIAN VILLAVISAN BUITRAGO" userId="e5ced5c2-d787-455d-b115-4f08a699b8c8" providerId="ADAL" clId="{6D4E4387-A8B5-4EAB-B129-13D0102C3393}" dt="2023-08-01T18:40:32.003" v="90"/>
        <pc:sldMkLst>
          <pc:docMk/>
          <pc:sldMk cId="0" sldId="266"/>
        </pc:sldMkLst>
      </pc:sldChg>
      <pc:sldChg chg="addSp delSp modSp">
        <pc:chgData name="JHEYSON FABIAN VILLAVISAN BUITRAGO" userId="e5ced5c2-d787-455d-b115-4f08a699b8c8" providerId="ADAL" clId="{6D4E4387-A8B5-4EAB-B129-13D0102C3393}" dt="2023-08-01T18:40:35.454" v="93"/>
        <pc:sldMkLst>
          <pc:docMk/>
          <pc:sldMk cId="0" sldId="268"/>
        </pc:sldMkLst>
      </pc:sldChg>
      <pc:sldChg chg="addSp delSp modSp mod">
        <pc:chgData name="JHEYSON FABIAN VILLAVISAN BUITRAGO" userId="e5ced5c2-d787-455d-b115-4f08a699b8c8" providerId="ADAL" clId="{6D4E4387-A8B5-4EAB-B129-13D0102C3393}" dt="2023-08-02T00:01:03.382" v="783" actId="20577"/>
        <pc:sldMkLst>
          <pc:docMk/>
          <pc:sldMk cId="2505371292" sldId="270"/>
        </pc:sldMkLst>
      </pc:sldChg>
      <pc:sldChg chg="addSp delSp modSp mod">
        <pc:chgData name="JHEYSON FABIAN VILLAVISAN BUITRAGO" userId="e5ced5c2-d787-455d-b115-4f08a699b8c8" providerId="ADAL" clId="{6D4E4387-A8B5-4EAB-B129-13D0102C3393}" dt="2023-08-01T19:03:12.469" v="724" actId="20577"/>
        <pc:sldMkLst>
          <pc:docMk/>
          <pc:sldMk cId="3709177429" sldId="274"/>
        </pc:sldMkLst>
      </pc:sldChg>
      <pc:sldChg chg="addSp delSp modSp">
        <pc:chgData name="JHEYSON FABIAN VILLAVISAN BUITRAGO" userId="e5ced5c2-d787-455d-b115-4f08a699b8c8" providerId="ADAL" clId="{6D4E4387-A8B5-4EAB-B129-13D0102C3393}" dt="2023-08-01T18:40:33.092" v="91"/>
        <pc:sldMkLst>
          <pc:docMk/>
          <pc:sldMk cId="2680639377" sldId="275"/>
        </pc:sldMkLst>
      </pc:sldChg>
      <pc:sldChg chg="addSp delSp modSp">
        <pc:chgData name="JHEYSON FABIAN VILLAVISAN BUITRAGO" userId="e5ced5c2-d787-455d-b115-4f08a699b8c8" providerId="ADAL" clId="{6D4E4387-A8B5-4EAB-B129-13D0102C3393}" dt="2023-08-01T18:40:34.096" v="92"/>
        <pc:sldMkLst>
          <pc:docMk/>
          <pc:sldMk cId="1955606898" sldId="277"/>
        </pc:sldMkLst>
      </pc:sldChg>
      <pc:sldChg chg="addSp delSp modSp">
        <pc:chgData name="JHEYSON FABIAN VILLAVISAN BUITRAGO" userId="e5ced5c2-d787-455d-b115-4f08a699b8c8" providerId="ADAL" clId="{6D4E4387-A8B5-4EAB-B129-13D0102C3393}" dt="2023-08-01T18:40:19.901" v="86"/>
        <pc:sldMkLst>
          <pc:docMk/>
          <pc:sldMk cId="214171354" sldId="278"/>
        </pc:sldMkLst>
      </pc:sldChg>
      <pc:sldChg chg="addSp delSp modSp add mod">
        <pc:chgData name="JHEYSON FABIAN VILLAVISAN BUITRAGO" userId="e5ced5c2-d787-455d-b115-4f08a699b8c8" providerId="ADAL" clId="{6D4E4387-A8B5-4EAB-B129-13D0102C3393}" dt="2023-08-01T19:21:09.537" v="739" actId="1076"/>
        <pc:sldMkLst>
          <pc:docMk/>
          <pc:sldMk cId="3765501484" sldId="279"/>
        </pc:sldMkLst>
      </pc:sldChg>
    </pc:docChg>
  </pc:docChgLst>
  <pc:docChgLst>
    <pc:chgData name="Jheyson Fabian Villavisan Buitrago" userId="b9abc243-2adc-4788-8ef1-b07bec73deff" providerId="ADAL" clId="{33DDCE01-D5A0-4892-8419-FF73BDBED2B5}"/>
    <pc:docChg chg="undo custSel addSld delSld modSld modMainMaster modSection">
      <pc:chgData name="Jheyson Fabian Villavisan Buitrago" userId="b9abc243-2adc-4788-8ef1-b07bec73deff" providerId="ADAL" clId="{33DDCE01-D5A0-4892-8419-FF73BDBED2B5}" dt="2023-02-12T23:52:00.525" v="841" actId="47"/>
      <pc:docMkLst>
        <pc:docMk/>
      </pc:docMkLst>
      <pc:sldChg chg="addSp delSp modSp mod">
        <pc:chgData name="Jheyson Fabian Villavisan Buitrago" userId="b9abc243-2adc-4788-8ef1-b07bec73deff" providerId="ADAL" clId="{33DDCE01-D5A0-4892-8419-FF73BDBED2B5}" dt="2023-02-12T23:49:29.616" v="833" actId="20577"/>
        <pc:sldMkLst>
          <pc:docMk/>
          <pc:sldMk cId="0" sldId="256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1:28:06.624" v="776" actId="1076"/>
        <pc:sldMkLst>
          <pc:docMk/>
          <pc:sldMk cId="0" sldId="261"/>
        </pc:sldMkLst>
      </pc:sldChg>
      <pc:sldChg chg="addSp delSp modSp del">
        <pc:chgData name="Jheyson Fabian Villavisan Buitrago" userId="b9abc243-2adc-4788-8ef1-b07bec73deff" providerId="ADAL" clId="{33DDCE01-D5A0-4892-8419-FF73BDBED2B5}" dt="2023-02-12T21:25:48.745" v="723" actId="47"/>
        <pc:sldMkLst>
          <pc:docMk/>
          <pc:sldMk cId="0" sldId="263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1:27:42.140" v="775" actId="20577"/>
        <pc:sldMkLst>
          <pc:docMk/>
          <pc:sldMk cId="0" sldId="264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1:29:26.929" v="780" actId="20577"/>
        <pc:sldMkLst>
          <pc:docMk/>
          <pc:sldMk cId="0" sldId="265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0:26:28.068" v="263" actId="478"/>
        <pc:sldMkLst>
          <pc:docMk/>
          <pc:sldMk cId="0" sldId="266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2:48:24.178" v="783"/>
        <pc:sldMkLst>
          <pc:docMk/>
          <pc:sldMk cId="0" sldId="268"/>
        </pc:sldMkLst>
      </pc:sldChg>
      <pc:sldChg chg="modSp del">
        <pc:chgData name="Jheyson Fabian Villavisan Buitrago" userId="b9abc243-2adc-4788-8ef1-b07bec73deff" providerId="ADAL" clId="{33DDCE01-D5A0-4892-8419-FF73BDBED2B5}" dt="2023-02-12T20:16:51.698" v="89" actId="47"/>
        <pc:sldMkLst>
          <pc:docMk/>
          <pc:sldMk cId="0" sldId="269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1:06:34.390" v="722" actId="1076"/>
        <pc:sldMkLst>
          <pc:docMk/>
          <pc:sldMk cId="2505371292" sldId="270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0:17:40.832" v="98" actId="113"/>
        <pc:sldMkLst>
          <pc:docMk/>
          <pc:sldMk cId="3709177429" sldId="274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0:26:34.092" v="264" actId="478"/>
        <pc:sldMkLst>
          <pc:docMk/>
          <pc:sldMk cId="2680639377" sldId="275"/>
        </pc:sldMkLst>
      </pc:sldChg>
      <pc:sldChg chg="addSp delSp modSp del">
        <pc:chgData name="Jheyson Fabian Villavisan Buitrago" userId="b9abc243-2adc-4788-8ef1-b07bec73deff" providerId="ADAL" clId="{33DDCE01-D5A0-4892-8419-FF73BDBED2B5}" dt="2023-02-12T23:52:00.525" v="841" actId="47"/>
        <pc:sldMkLst>
          <pc:docMk/>
          <pc:sldMk cId="870139891" sldId="276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3:50:02.034" v="840" actId="1076"/>
        <pc:sldMkLst>
          <pc:docMk/>
          <pc:sldMk cId="1955606898" sldId="277"/>
        </pc:sldMkLst>
      </pc:sldChg>
      <pc:sldChg chg="addSp delSp modSp">
        <pc:chgData name="Jheyson Fabian Villavisan Buitrago" userId="b9abc243-2adc-4788-8ef1-b07bec73deff" providerId="ADAL" clId="{33DDCE01-D5A0-4892-8419-FF73BDBED2B5}" dt="2023-02-12T20:16:04.791" v="72"/>
        <pc:sldMkLst>
          <pc:docMk/>
          <pc:sldMk cId="214171354" sldId="278"/>
        </pc:sldMkLst>
      </pc:sldChg>
      <pc:sldChg chg="new del">
        <pc:chgData name="Jheyson Fabian Villavisan Buitrago" userId="b9abc243-2adc-4788-8ef1-b07bec73deff" providerId="ADAL" clId="{33DDCE01-D5A0-4892-8419-FF73BDBED2B5}" dt="2023-02-12T21:06:15.608" v="715" actId="680"/>
        <pc:sldMkLst>
          <pc:docMk/>
          <pc:sldMk cId="3471673601" sldId="279"/>
        </pc:sldMkLst>
      </pc:sldChg>
      <pc:sldMasterChg chg="addSp modSldLayout">
        <pc:chgData name="Jheyson Fabian Villavisan Buitrago" userId="b9abc243-2adc-4788-8ef1-b07bec73deff" providerId="ADAL" clId="{33DDCE01-D5A0-4892-8419-FF73BDBED2B5}" dt="2023-02-12T20:12:44.943" v="6"/>
        <pc:sldMasterMkLst>
          <pc:docMk/>
          <pc:sldMasterMk cId="87750959" sldId="2147483778"/>
        </pc:sldMasterMkLst>
        <pc:sldLayoutChg chg="addSp">
          <pc:chgData name="Jheyson Fabian Villavisan Buitrago" userId="b9abc243-2adc-4788-8ef1-b07bec73deff" providerId="ADAL" clId="{33DDCE01-D5A0-4892-8419-FF73BDBED2B5}" dt="2023-02-12T20:12:44.943" v="6"/>
          <pc:sldLayoutMkLst>
            <pc:docMk/>
            <pc:sldMasterMk cId="87750959" sldId="2147483778"/>
            <pc:sldLayoutMk cId="1675921050" sldId="2147483779"/>
          </pc:sldLayoutMkLst>
        </pc:sldLayoutChg>
      </pc:sldMasterChg>
      <pc:sldMasterChg chg="addSp modSldLayout">
        <pc:chgData name="Jheyson Fabian Villavisan Buitrago" userId="b9abc243-2adc-4788-8ef1-b07bec73deff" providerId="ADAL" clId="{33DDCE01-D5A0-4892-8419-FF73BDBED2B5}" dt="2023-02-12T20:06:35.969" v="0"/>
        <pc:sldMasterMkLst>
          <pc:docMk/>
          <pc:sldMasterMk cId="3641214427" sldId="2147483778"/>
        </pc:sldMasterMkLst>
        <pc:sldLayoutChg chg="addSp">
          <pc:chgData name="Jheyson Fabian Villavisan Buitrago" userId="b9abc243-2adc-4788-8ef1-b07bec73deff" providerId="ADAL" clId="{33DDCE01-D5A0-4892-8419-FF73BDBED2B5}" dt="2023-02-12T20:06:35.969" v="0"/>
          <pc:sldLayoutMkLst>
            <pc:docMk/>
            <pc:sldMasterMk cId="3641214427" sldId="2147483778"/>
            <pc:sldLayoutMk cId="4117338386" sldId="214748377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47915143-6094-49C4-8478-307681A6487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E61AFD88-643E-4E4D-8153-8A3839D76E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BB1C097-8B49-4A36-A7FA-8C8F0C277D41}" type="datetimeFigureOut">
              <a:rPr lang="es-CO"/>
              <a:pPr>
                <a:defRPr/>
              </a:pPr>
              <a:t>28/08/2025</a:t>
            </a:fld>
            <a:endParaRPr lang="es-CO"/>
          </a:p>
        </p:txBody>
      </p:sp>
      <p:sp>
        <p:nvSpPr>
          <p:cNvPr id="4" name="3 Marcador de pie de página">
            <a:extLst>
              <a:ext uri="{FF2B5EF4-FFF2-40B4-BE49-F238E27FC236}">
                <a16:creationId xmlns:a16="http://schemas.microsoft.com/office/drawing/2014/main" id="{3BE10141-B975-4F90-A194-E7FDEF6D96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5" name="4 Marcador de número de diapositiva">
            <a:extLst>
              <a:ext uri="{FF2B5EF4-FFF2-40B4-BE49-F238E27FC236}">
                <a16:creationId xmlns:a16="http://schemas.microsoft.com/office/drawing/2014/main" id="{CB5420F6-B73B-496E-99A5-DA0DEB4910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7E2DAB9-AA88-43A6-983F-CB4A7A312EAD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2C95AF31-5149-4332-A5F3-9D9CFCFA32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D4B5AF27-5D83-4D95-A156-928EF9B608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0040F3-314B-4AAA-954A-3936AF2F78D0}" type="datetimeFigureOut">
              <a:rPr lang="es-CO"/>
              <a:pPr>
                <a:defRPr/>
              </a:pPr>
              <a:t>28/08/2025</a:t>
            </a:fld>
            <a:endParaRPr lang="es-CO"/>
          </a:p>
        </p:txBody>
      </p:sp>
      <p:sp>
        <p:nvSpPr>
          <p:cNvPr id="4" name="3 Marcador de imagen de diapositiva">
            <a:extLst>
              <a:ext uri="{FF2B5EF4-FFF2-40B4-BE49-F238E27FC236}">
                <a16:creationId xmlns:a16="http://schemas.microsoft.com/office/drawing/2014/main" id="{090DF562-10D4-4334-812B-4254934B62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CO" noProof="0"/>
          </a:p>
        </p:txBody>
      </p:sp>
      <p:sp>
        <p:nvSpPr>
          <p:cNvPr id="5" name="4 Marcador de notas">
            <a:extLst>
              <a:ext uri="{FF2B5EF4-FFF2-40B4-BE49-F238E27FC236}">
                <a16:creationId xmlns:a16="http://schemas.microsoft.com/office/drawing/2014/main" id="{0DF2FAE4-4DE9-447F-A5F2-283E54F41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CO" noProof="0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7D994E73-BBA8-4FBD-B1A6-0A295B0740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4D0EE3C9-11EB-42C6-BDB8-87C72B3F8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D1E0FDF-8C6F-43B4-8722-700C06D0C414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1 Marcador de imagen de diapositiva">
            <a:extLst>
              <a:ext uri="{FF2B5EF4-FFF2-40B4-BE49-F238E27FC236}">
                <a16:creationId xmlns:a16="http://schemas.microsoft.com/office/drawing/2014/main" id="{78D3C7C4-FFB3-42B6-A4B0-ED4A84AF8C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2 Marcador de notas">
            <a:extLst>
              <a:ext uri="{FF2B5EF4-FFF2-40B4-BE49-F238E27FC236}">
                <a16:creationId xmlns:a16="http://schemas.microsoft.com/office/drawing/2014/main" id="{E86488B3-6D5E-452F-A655-0C78399B0D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6148" name="3 Marcador de número de diapositiva">
            <a:extLst>
              <a:ext uri="{FF2B5EF4-FFF2-40B4-BE49-F238E27FC236}">
                <a16:creationId xmlns:a16="http://schemas.microsoft.com/office/drawing/2014/main" id="{7A241DB1-0FDE-44DC-B1DD-D836F28027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8E7ECF6-8A67-4CA6-BDA2-9506B8AC7939}" type="slidenum">
              <a:rPr lang="es-CO" altLang="es-CO" smtClean="0"/>
              <a:pPr>
                <a:spcBef>
                  <a:spcPct val="0"/>
                </a:spcBef>
              </a:pPr>
              <a:t>1</a:t>
            </a:fld>
            <a:endParaRPr lang="es-CO" altLang="es-C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20F6C-4CB6-1231-6926-9D1C0EFBB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71532A-F766-06A1-B904-5E7DD21FD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762F4B-DC61-F7F5-8966-D2718230E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28/08/2025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3D9FE6-9A5C-9367-1C28-183D385B8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DBBB9F-3052-B3AE-E085-BB27B5033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32E1E3-6AB7-4D92-A33A-F043E6C5B717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  <p:sp>
        <p:nvSpPr>
          <p:cNvPr id="7" name="7 Rectángulo">
            <a:extLst>
              <a:ext uri="{FF2B5EF4-FFF2-40B4-BE49-F238E27FC236}">
                <a16:creationId xmlns:a16="http://schemas.microsoft.com/office/drawing/2014/main" id="{4EDA08D5-F667-8787-0063-21E612015DD7}"/>
              </a:ext>
            </a:extLst>
          </p:cNvPr>
          <p:cNvSpPr/>
          <p:nvPr userDrawn="1"/>
        </p:nvSpPr>
        <p:spPr>
          <a:xfrm>
            <a:off x="0" y="5786438"/>
            <a:ext cx="9144000" cy="1071562"/>
          </a:xfrm>
          <a:prstGeom prst="rect">
            <a:avLst/>
          </a:prstGeom>
          <a:solidFill>
            <a:srgbClr val="D5D6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5921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D68A1-6D68-CD6D-C3FD-91DA62A29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398EC3-5D4E-468C-F30B-CE6560798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9830B3-74C5-1ACB-B556-F55E98F59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28/08/2025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27DCF0-C431-0852-42CE-95C44852C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46AD75-DF05-40EA-B4F3-3CF83558E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19D7D-12FE-4B7D-95D8-6A0F2828D8E3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7549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31533-0C84-ADE9-99EA-26241D9B4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1E6E27-3202-D0B8-F283-8CFBD093E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8D6381-9943-A208-5F45-856FCB42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28/08/2025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9BCE5B-A275-1968-3267-A868EB60B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B90775-642D-4759-324A-AE1E31858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D14026-6FB7-464F-BD55-9983151CEDB0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851364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947BA-2671-5DCE-289C-858407397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6C8C46-4DD7-DB89-3971-B7D6B1F47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BB1AC8-CC6D-7CD8-18BA-F0920AEC1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38D8F2-068C-1F31-5CF2-766814AC3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28/08/2025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32360FD-9E47-D090-4AB3-714887C3A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D37D2D-9508-DFEF-774C-C8A5B6A21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813DE1-EA20-4BEF-AB12-D2D69A6090C3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019277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7BAD9-4D34-20A2-A9AE-82964CF4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59AA51-6010-C8FF-084C-C110BCCDA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6FAE22-1B9C-8F57-87A7-2E14CE304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E7830DD-6A40-8E27-70CB-D8FE41AD3C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77C88D-8DD0-FC51-A16D-49E686FFA9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4FB2C8A-08F4-1A41-5036-C328209FC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28/08/2025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B5A1F5B-743C-D501-930D-F90EBA8A6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73F5F7C-9BF7-A3DE-8669-2EC9E00E0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150205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EE9A1-E144-373F-F5D9-12C31B7C6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8BE38C-0964-C281-4826-2C3C11C49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28/08/2025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3AB1AB-1E52-7FD3-3BB7-A73F570B9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167E51-3FDD-695C-0CE2-96F608F7E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739500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49E5E9C-8C29-201A-9031-69BC92AF4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28/08/2025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115059-38DA-DC3D-A1B7-0C4BF8683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C62E63-C8FB-04D9-3735-C7919A9D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8C22F4-EE15-4184-8A4F-C4124F2BE447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214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3FE12-3262-8961-6F36-E338D8C87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2AB934-4DB1-C46B-4EB1-4D1AAC7D0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8C1947E-F2E3-1002-A600-DED1B9DA8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DA0B25A-FC1B-767C-8C69-FE2AD6FE5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28/08/2025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85C023-3180-C2A8-6BD0-63D18C453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F4F0A9-714D-5058-F92E-179ECE0AA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CB0E3D-5246-46A6-A0B3-053B7FB2AE0D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239017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D8E29-2B5D-9CF4-A199-E673E0D5B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D75A990-0E1F-4E60-D107-9756D6BFD3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6BD761-3CC8-1CF5-9984-F066094FC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1540D8-AA84-05D7-E9B4-4E08651A5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28/08/2025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086AA3-AF31-8C9A-7F2F-B87848C6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1105B9-8899-D51A-88C0-376DC7823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953745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04477-2834-99EC-CFA8-180937D0B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AAFD096-F1C5-E969-C636-867E3E66E5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912F77-4B86-C6CC-4ED2-812449AE8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28/08/2025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E79BD8-72C6-81E3-EF48-F29328E65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1B4782-D0C0-509F-4BDC-03E4A791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712065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9545E7B-9A8C-6F62-F333-E612FC1E4B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E5C78DD-62C0-ADA7-4AC6-5F7C5B358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5F10F1-E647-76F8-2174-E45862B25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28/08/2025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416465-EAB8-8324-072F-8B25CA808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151C83-117D-752A-7DDA-A1F8A8B9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64717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7 Rectángulo">
            <a:extLst>
              <a:ext uri="{FF2B5EF4-FFF2-40B4-BE49-F238E27FC236}">
                <a16:creationId xmlns:a16="http://schemas.microsoft.com/office/drawing/2014/main" id="{EC631D57-6843-47FB-8C0A-4FA9AA9BC663}"/>
              </a:ext>
            </a:extLst>
          </p:cNvPr>
          <p:cNvSpPr/>
          <p:nvPr userDrawn="1"/>
        </p:nvSpPr>
        <p:spPr>
          <a:xfrm>
            <a:off x="0" y="5786438"/>
            <a:ext cx="9144000" cy="1071562"/>
          </a:xfrm>
          <a:prstGeom prst="rect">
            <a:avLst/>
          </a:prstGeom>
          <a:solidFill>
            <a:srgbClr val="D5D6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000496" y="71414"/>
            <a:ext cx="5072066" cy="571504"/>
          </a:xfrm>
        </p:spPr>
        <p:txBody>
          <a:bodyPr/>
          <a:lstStyle>
            <a:lvl1pPr algn="r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857224" y="857232"/>
            <a:ext cx="7715304" cy="500066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047221BE-117B-43C8-9D2A-CE256401BA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438" y="206375"/>
            <a:ext cx="785812" cy="365125"/>
          </a:xfr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532E1E3-6AB7-4D92-A33A-F043E6C5B717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82761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5 Marcador de número de diapositiva" descr="&lt;No.&gt;">
            <a:extLst>
              <a:ext uri="{FF2B5EF4-FFF2-40B4-BE49-F238E27FC236}">
                <a16:creationId xmlns:a16="http://schemas.microsoft.com/office/drawing/2014/main" id="{61EBF708-C41B-44B1-97EC-CF1BBBC20C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19D7D-12FE-4B7D-95D8-6A0F2828D8E3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701494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7224" y="264318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7224" y="1071546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5 Marcador de número de diapositiva" descr="&lt;No.&gt;">
            <a:extLst>
              <a:ext uri="{FF2B5EF4-FFF2-40B4-BE49-F238E27FC236}">
                <a16:creationId xmlns:a16="http://schemas.microsoft.com/office/drawing/2014/main" id="{EE100265-4A3B-4F40-A5F0-770BFD064A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D14026-6FB7-464F-BD55-9983151CEDB0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3516683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857224" y="2214554"/>
            <a:ext cx="3571900" cy="40258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2214554"/>
            <a:ext cx="4038600" cy="40005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5 Marcador de número de diapositiva" descr="&lt;No.&gt;">
            <a:extLst>
              <a:ext uri="{FF2B5EF4-FFF2-40B4-BE49-F238E27FC236}">
                <a16:creationId xmlns:a16="http://schemas.microsoft.com/office/drawing/2014/main" id="{DFF2B988-F19E-4F04-BD27-A48F39A01A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813DE1-EA20-4BEF-AB12-D2D69A6090C3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54911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5 Marcador de número de diapositiva" descr="&lt;No.&gt;">
            <a:extLst>
              <a:ext uri="{FF2B5EF4-FFF2-40B4-BE49-F238E27FC236}">
                <a16:creationId xmlns:a16="http://schemas.microsoft.com/office/drawing/2014/main" id="{FF35CE3E-FD30-4207-9576-68F58A4C8E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21CA9-07FE-4363-8077-5E54FDAF3616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912601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5 Marcador de número de diapositiva" descr="&lt;No.&gt;">
            <a:extLst>
              <a:ext uri="{FF2B5EF4-FFF2-40B4-BE49-F238E27FC236}">
                <a16:creationId xmlns:a16="http://schemas.microsoft.com/office/drawing/2014/main" id="{D69FD3F0-0EF5-4AC6-A81B-0CFD0FF773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DF024-4D44-479D-901F-E26036C4C7D1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442379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 Marcador de número de diapositiva" descr="&lt;No.&gt;">
            <a:extLst>
              <a:ext uri="{FF2B5EF4-FFF2-40B4-BE49-F238E27FC236}">
                <a16:creationId xmlns:a16="http://schemas.microsoft.com/office/drawing/2014/main" id="{0FCC1E91-35AF-4149-AC6B-42626F30B6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C22F4-EE15-4184-8A4F-C4124F2BE447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694708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7224" y="85723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032250" y="85723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857224" y="200024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5 Marcador de número de diapositiva" descr="&lt;No.&gt;">
            <a:extLst>
              <a:ext uri="{FF2B5EF4-FFF2-40B4-BE49-F238E27FC236}">
                <a16:creationId xmlns:a16="http://schemas.microsoft.com/office/drawing/2014/main" id="{B1F7549D-979F-45AB-AD58-5BF7CB6DB3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B0E3D-5246-46A6-A0B3-053B7FB2AE0D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9624281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5072074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928670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O" noProof="0"/>
          </a:p>
        </p:txBody>
      </p:sp>
      <p:sp>
        <p:nvSpPr>
          <p:cNvPr id="4" name="5 Marcador de número de diapositiva" descr="&lt;No.&gt;">
            <a:extLst>
              <a:ext uri="{FF2B5EF4-FFF2-40B4-BE49-F238E27FC236}">
                <a16:creationId xmlns:a16="http://schemas.microsoft.com/office/drawing/2014/main" id="{3328A9B1-3ED4-438D-8E87-64D0CD3849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9056AB-9AE7-49AD-9364-B4271C824DC3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00895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D1179B3-E3F7-8DF3-ABF5-4D23297F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E192CF-B8E8-68F7-E0A0-A63F6554F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113D34-63A4-3585-73E1-7A6563CC9F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7635E-2D71-42E7-9E6C-FBB85A15A85F}" type="datetimeFigureOut">
              <a:rPr lang="es-CO" smtClean="0"/>
              <a:t>28/08/2025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79372D-5D91-7624-4D7B-06BE31EEB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491E14-EF87-176A-B3C5-BCD96C5D3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  <p:sp>
        <p:nvSpPr>
          <p:cNvPr id="7" name="6 Rectángulo">
            <a:extLst>
              <a:ext uri="{FF2B5EF4-FFF2-40B4-BE49-F238E27FC236}">
                <a16:creationId xmlns:a16="http://schemas.microsoft.com/office/drawing/2014/main" id="{7B0CA632-E545-9F27-F48F-19EBC6FED7F0}"/>
              </a:ext>
            </a:extLst>
          </p:cNvPr>
          <p:cNvSpPr/>
          <p:nvPr userDrawn="1"/>
        </p:nvSpPr>
        <p:spPr>
          <a:xfrm>
            <a:off x="0" y="5786438"/>
            <a:ext cx="9144000" cy="1071562"/>
          </a:xfrm>
          <a:prstGeom prst="rect">
            <a:avLst/>
          </a:prstGeom>
          <a:solidFill>
            <a:srgbClr val="D5D6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75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77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  <p:sldLayoutId id="2147483775" r:id="rId19"/>
    <p:sldLayoutId id="2147483776" r:id="rId2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1 Título">
            <a:extLst>
              <a:ext uri="{FF2B5EF4-FFF2-40B4-BE49-F238E27FC236}">
                <a16:creationId xmlns:a16="http://schemas.microsoft.com/office/drawing/2014/main" id="{612B5792-076C-452D-8592-DDADCC263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8575"/>
            <a:ext cx="779463" cy="720725"/>
          </a:xfrm>
        </p:spPr>
        <p:txBody>
          <a:bodyPr/>
          <a:lstStyle/>
          <a:p>
            <a:pPr algn="ctr" eaLnBrk="1" hangingPunct="1"/>
            <a:r>
              <a:rPr lang="es-CO" altLang="es-CO" sz="3600"/>
              <a:t>1</a:t>
            </a:r>
          </a:p>
        </p:txBody>
      </p:sp>
      <p:sp>
        <p:nvSpPr>
          <p:cNvPr id="5124" name="2 Subtítulo">
            <a:extLst>
              <a:ext uri="{FF2B5EF4-FFF2-40B4-BE49-F238E27FC236}">
                <a16:creationId xmlns:a16="http://schemas.microsoft.com/office/drawing/2014/main" id="{75207037-66AB-408E-B44C-6489E27F4A1E}"/>
              </a:ext>
            </a:extLst>
          </p:cNvPr>
          <p:cNvSpPr txBox="1">
            <a:spLocks/>
          </p:cNvSpPr>
          <p:nvPr/>
        </p:nvSpPr>
        <p:spPr bwMode="auto">
          <a:xfrm>
            <a:off x="779463" y="5733256"/>
            <a:ext cx="6400800" cy="129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s-CO" altLang="es-CO" sz="2800">
                <a:solidFill>
                  <a:srgbClr val="898989"/>
                </a:solidFill>
              </a:rPr>
              <a:t>Jheyson F. Villavisan B</a:t>
            </a:r>
            <a:endParaRPr lang="es-CO" altLang="es-CO" sz="1800">
              <a:solidFill>
                <a:srgbClr val="898989"/>
              </a:solidFill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s-CO" altLang="es-CO" sz="2400">
              <a:solidFill>
                <a:srgbClr val="898989"/>
              </a:solidFill>
            </a:endParaRPr>
          </a:p>
        </p:txBody>
      </p:sp>
      <p:sp>
        <p:nvSpPr>
          <p:cNvPr id="10" name="2 Subtítulo">
            <a:extLst>
              <a:ext uri="{FF2B5EF4-FFF2-40B4-BE49-F238E27FC236}">
                <a16:creationId xmlns:a16="http://schemas.microsoft.com/office/drawing/2014/main" id="{0D52910C-C7FF-51AD-9B9D-1A390D5FFE1B}"/>
              </a:ext>
            </a:extLst>
          </p:cNvPr>
          <p:cNvSpPr txBox="1">
            <a:spLocks/>
          </p:cNvSpPr>
          <p:nvPr/>
        </p:nvSpPr>
        <p:spPr bwMode="auto">
          <a:xfrm>
            <a:off x="2195736" y="3178968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pic>
        <p:nvPicPr>
          <p:cNvPr id="1028" name="Picture 4" descr="Programas - Intranet ETITC">
            <a:extLst>
              <a:ext uri="{FF2B5EF4-FFF2-40B4-BE49-F238E27FC236}">
                <a16:creationId xmlns:a16="http://schemas.microsoft.com/office/drawing/2014/main" id="{86BA1783-B2FE-6B6A-8793-A57527FC5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B6180-BCA0-4F51-9F68-9E5BAB8A4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565" y="1126313"/>
            <a:ext cx="3008313" cy="1162050"/>
          </a:xfrm>
        </p:spPr>
        <p:txBody>
          <a:bodyPr/>
          <a:lstStyle/>
          <a:p>
            <a:r>
              <a:rPr lang="es-CO"/>
              <a:t>OBJETIVO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7E43D4-8286-4BEE-907B-3A35AE701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7442" y="3561905"/>
            <a:ext cx="7576605" cy="4691063"/>
          </a:xfrm>
        </p:spPr>
        <p:txBody>
          <a:bodyPr>
            <a:normAutofit/>
          </a:bodyPr>
          <a:lstStyle/>
          <a:p>
            <a:pPr algn="just"/>
            <a:r>
              <a:rPr lang="es-ES" sz="1800" b="0" i="0" dirty="0">
                <a:solidFill>
                  <a:srgbClr val="212121"/>
                </a:solidFill>
                <a:effectLst/>
                <a:latin typeface="Helvetica" panose="020B0604020202020204" pitchFamily="34" charset="0"/>
              </a:rPr>
              <a:t>Encontrar mediante técnicas de discretización una función de transferencia que represente aproximadamente las mismas características de la función de transferencia continua</a:t>
            </a:r>
            <a:r>
              <a:rPr lang="es-CO" sz="1600" b="0" i="0" dirty="0">
                <a:solidFill>
                  <a:srgbClr val="212121"/>
                </a:solidFill>
                <a:effectLst/>
                <a:latin typeface="Helvetica" panose="020B0604020202020204" pitchFamily="34" charset="0"/>
              </a:rPr>
              <a:t>.</a:t>
            </a:r>
            <a:endParaRPr lang="es-ES" sz="1800" b="0" i="0" dirty="0">
              <a:solidFill>
                <a:srgbClr val="212121"/>
              </a:solidFill>
              <a:effectLst/>
              <a:latin typeface="Helvetica" panose="020B0604020202020204" pitchFamily="34" charset="0"/>
            </a:endParaRPr>
          </a:p>
        </p:txBody>
      </p:sp>
      <p:pic>
        <p:nvPicPr>
          <p:cNvPr id="6" name="Gráfico 5" descr="Diana con relleno sólido">
            <a:extLst>
              <a:ext uri="{FF2B5EF4-FFF2-40B4-BE49-F238E27FC236}">
                <a16:creationId xmlns:a16="http://schemas.microsoft.com/office/drawing/2014/main" id="{46E1A899-6475-4C36-890B-85392BBFA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5912" y="1696299"/>
            <a:ext cx="914400" cy="914400"/>
          </a:xfrm>
          <a:prstGeom prst="rect">
            <a:avLst/>
          </a:prstGeom>
        </p:spPr>
      </p:pic>
      <p:sp>
        <p:nvSpPr>
          <p:cNvPr id="10" name="1 Título">
            <a:extLst>
              <a:ext uri="{FF2B5EF4-FFF2-40B4-BE49-F238E27FC236}">
                <a16:creationId xmlns:a16="http://schemas.microsoft.com/office/drawing/2014/main" id="{AF4E183E-A171-4923-A99E-D149888CEC37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/>
              <a:t>3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EC83F540-C4A2-EE56-0418-B8CD7CA17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AD83FA30-4A3C-43B8-17CD-C08519129156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</p:spTree>
    <p:extLst>
      <p:ext uri="{BB962C8B-B14F-4D97-AF65-F5344CB8AC3E}">
        <p14:creationId xmlns:p14="http://schemas.microsoft.com/office/powerpoint/2010/main" val="1450893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texto 3">
                <a:extLst>
                  <a:ext uri="{FF2B5EF4-FFF2-40B4-BE49-F238E27FC236}">
                    <a16:creationId xmlns:a16="http://schemas.microsoft.com/office/drawing/2014/main" id="{2C7E43D4-8286-4BEE-907B-3A35AE701C90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032565" y="2288364"/>
                <a:ext cx="7576605" cy="268708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s-ES" sz="2400" b="0" i="0" dirty="0">
                    <a:effectLst/>
                    <a:latin typeface="Söhne"/>
                  </a:rPr>
                  <a:t>Dada una funci</a:t>
                </a:r>
                <a:r>
                  <a:rPr lang="es-ES" sz="2400" dirty="0">
                    <a:latin typeface="Söhne"/>
                  </a:rPr>
                  <a:t>ón de transferencia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s-CO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s-ES" sz="2400" dirty="0">
                  <a:latin typeface="Söhne"/>
                </a:endParaRPr>
              </a:p>
              <a:p>
                <a:pPr algn="just"/>
                <a:r>
                  <a:rPr lang="es-ES" sz="2400" dirty="0">
                    <a:latin typeface="Söhne"/>
                  </a:rPr>
                  <a:t>Esta puede ser representada aproximadamente mapeando el plano S a el plano Z, entonces: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s-CO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s-CO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s-CO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s-CO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s-CO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𝑀𝑎𝑝</m:t>
                          </m:r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s-ES" sz="2400" dirty="0">
                  <a:latin typeface="Söhne"/>
                </a:endParaRPr>
              </a:p>
              <a:p>
                <a:pPr algn="just"/>
                <a:endParaRPr lang="es-ES" sz="2400" dirty="0">
                  <a:latin typeface="Söhne"/>
                </a:endParaRPr>
              </a:p>
              <a:p>
                <a:pPr algn="just"/>
                <a:endParaRPr lang="es-CO" sz="1600" b="0" dirty="0"/>
              </a:p>
            </p:txBody>
          </p:sp>
        </mc:Choice>
        <mc:Fallback xmlns="">
          <p:sp>
            <p:nvSpPr>
              <p:cNvPr id="4" name="Marcador de texto 3">
                <a:extLst>
                  <a:ext uri="{FF2B5EF4-FFF2-40B4-BE49-F238E27FC236}">
                    <a16:creationId xmlns:a16="http://schemas.microsoft.com/office/drawing/2014/main" id="{2C7E43D4-8286-4BEE-907B-3A35AE701C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032565" y="2288364"/>
                <a:ext cx="7576605" cy="2687088"/>
              </a:xfrm>
              <a:blipFill>
                <a:blip r:embed="rId2"/>
                <a:stretch>
                  <a:fillRect l="-1207" t="-3175" r="-128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1 Título">
            <a:extLst>
              <a:ext uri="{FF2B5EF4-FFF2-40B4-BE49-F238E27FC236}">
                <a16:creationId xmlns:a16="http://schemas.microsoft.com/office/drawing/2014/main" id="{AF4E183E-A171-4923-A99E-D149888CEC37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4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EC83F540-C4A2-EE56-0418-B8CD7CA17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AD83FA30-4A3C-43B8-17CD-C08519129156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</p:spTree>
    <p:extLst>
      <p:ext uri="{BB962C8B-B14F-4D97-AF65-F5344CB8AC3E}">
        <p14:creationId xmlns:p14="http://schemas.microsoft.com/office/powerpoint/2010/main" val="5827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28034-97A3-1CAD-3E9D-16865B4BB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AFC7089-AD7A-5DDD-1832-5DE779EA1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32565" y="2288363"/>
            <a:ext cx="7576605" cy="3829407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s-CO" sz="2400" b="0" i="0" dirty="0">
                <a:effectLst/>
                <a:latin typeface="Söhne"/>
              </a:rPr>
              <a:t>Discretización Euler hacia adelante</a:t>
            </a: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b="0" i="0" dirty="0">
              <a:effectLst/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b="0" i="0" dirty="0">
              <a:effectLst/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b="0" i="0" dirty="0">
              <a:effectLst/>
              <a:latin typeface="Söhne"/>
            </a:endParaRPr>
          </a:p>
          <a:p>
            <a:pPr algn="just"/>
            <a:endParaRPr lang="es-CO" sz="2400" b="0" i="0" dirty="0">
              <a:effectLst/>
              <a:latin typeface="Söhne"/>
            </a:endParaRPr>
          </a:p>
          <a:p>
            <a:pPr algn="just"/>
            <a:endParaRPr lang="es-CO" sz="2400" b="0" i="0" dirty="0">
              <a:effectLst/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r>
              <a:rPr lang="es-CO" sz="2400" dirty="0">
                <a:latin typeface="Söhne"/>
              </a:rPr>
              <a:t>Aproximación del área por el rectángulo generado hacia adelante desde </a:t>
            </a:r>
            <a:r>
              <a:rPr lang="es-CO" sz="2400" dirty="0" err="1">
                <a:latin typeface="Söhne"/>
              </a:rPr>
              <a:t>kT</a:t>
            </a:r>
            <a:r>
              <a:rPr lang="es-CO" sz="2400" dirty="0">
                <a:latin typeface="Söhne"/>
              </a:rPr>
              <a:t>-T y manteniendo la amplitud f(</a:t>
            </a:r>
            <a:r>
              <a:rPr lang="es-CO" sz="2400" dirty="0" err="1">
                <a:latin typeface="Söhne"/>
              </a:rPr>
              <a:t>kT</a:t>
            </a:r>
            <a:r>
              <a:rPr lang="es-CO" sz="2400" dirty="0">
                <a:latin typeface="Söhne"/>
              </a:rPr>
              <a:t>-T)</a:t>
            </a: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ES" sz="2400" dirty="0">
              <a:latin typeface="Söhne"/>
            </a:endParaRPr>
          </a:p>
          <a:p>
            <a:pPr algn="just"/>
            <a:endParaRPr lang="es-ES" sz="2400" dirty="0">
              <a:latin typeface="Söhne"/>
            </a:endParaRPr>
          </a:p>
          <a:p>
            <a:pPr algn="just"/>
            <a:endParaRPr lang="es-CO" sz="1600" b="0" dirty="0"/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75905B2F-FE27-CAC7-35D8-01234EE7704E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5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99F3B8A9-D156-EF09-6A74-0672F22BC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B275AE15-5C69-A9ED-FCAD-D3B59BCFBC36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69156EC-D894-EA54-6D0F-BCB8C11F6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4650" y="2855620"/>
            <a:ext cx="3314700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47C70346-F3E4-3333-EA64-26BC35A9D7D2}"/>
                  </a:ext>
                </a:extLst>
              </p:cNvPr>
              <p:cNvSpPr txBox="1"/>
              <p:nvPr/>
            </p:nvSpPr>
            <p:spPr>
              <a:xfrm>
                <a:off x="2168979" y="4687602"/>
                <a:ext cx="4577442" cy="9173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s-CO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s-CO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1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s-CO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s-CO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f>
                            <m:fPr>
                              <m:ctrlP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sub>
                      </m:sSub>
                    </m:oMath>
                  </m:oMathPara>
                </a14:m>
                <a:endParaRPr lang="es-ES" sz="1800" dirty="0">
                  <a:latin typeface="Söhne"/>
                </a:endParaRPr>
              </a:p>
              <a:p>
                <a:pPr algn="just"/>
                <a:endParaRPr lang="es-ES" sz="1800" dirty="0">
                  <a:latin typeface="Söhne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47C70346-F3E4-3333-EA64-26BC35A9D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979" y="4687602"/>
                <a:ext cx="4577442" cy="917367"/>
              </a:xfrm>
              <a:prstGeom prst="rect">
                <a:avLst/>
              </a:prstGeom>
              <a:blipFill>
                <a:blip r:embed="rId4"/>
                <a:stretch>
                  <a:fillRect t="-95333" b="-94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0490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53C84-6E9F-67AD-C0E6-13ACA4377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D79B62-2399-C0EF-A21A-570400DBB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32565" y="2288364"/>
            <a:ext cx="7576605" cy="372055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s-CO" sz="2400" b="0" i="0" dirty="0">
                <a:effectLst/>
                <a:latin typeface="Söhne"/>
              </a:rPr>
              <a:t>Ejercicio</a:t>
            </a:r>
          </a:p>
          <a:p>
            <a:pPr algn="just"/>
            <a:r>
              <a:rPr lang="es-CO" sz="2400" dirty="0">
                <a:latin typeface="Söhne"/>
              </a:rPr>
              <a:t>Para la siguiente función de transferencia en el dominio de s: </a:t>
            </a: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r>
              <a:rPr lang="es-CO" sz="2400" dirty="0">
                <a:latin typeface="Söhne"/>
              </a:rPr>
              <a:t>encuentre la aproximación discreta mediante la técnica de </a:t>
            </a:r>
            <a:r>
              <a:rPr lang="es-CO" sz="2400" b="0" i="0" dirty="0">
                <a:effectLst/>
                <a:latin typeface="Söhne"/>
              </a:rPr>
              <a:t>Euler hacia adelante</a:t>
            </a: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r>
              <a:rPr lang="es-CO" sz="2400" dirty="0">
                <a:latin typeface="Söhne"/>
              </a:rPr>
              <a:t>Con a=2 y </a:t>
            </a:r>
            <a:r>
              <a:rPr lang="es-CO" sz="2400" dirty="0" err="1">
                <a:latin typeface="Söhne"/>
              </a:rPr>
              <a:t>T_s</a:t>
            </a:r>
            <a:r>
              <a:rPr lang="es-CO" sz="2400" dirty="0">
                <a:latin typeface="Söhne"/>
              </a:rPr>
              <a:t>=0,1</a:t>
            </a: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r>
              <a:rPr lang="es-CO" sz="2400" dirty="0">
                <a:latin typeface="Söhne"/>
              </a:rPr>
              <a:t>Grafique la respuesta al escalón unitario.</a:t>
            </a: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ES" sz="2400" dirty="0">
              <a:latin typeface="Söhne"/>
            </a:endParaRPr>
          </a:p>
          <a:p>
            <a:pPr algn="just"/>
            <a:endParaRPr lang="es-ES" sz="2400" dirty="0">
              <a:latin typeface="Söhne"/>
            </a:endParaRPr>
          </a:p>
          <a:p>
            <a:pPr algn="just"/>
            <a:endParaRPr lang="es-CO" sz="1600" b="0" dirty="0"/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20AFE80F-D767-1477-8EA0-74858C9A5440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6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76B2842F-7576-3250-E831-7D8C90C9A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E8B230A2-F0A1-0807-4F97-6FC403AB14EB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  <a:endParaRPr lang="es-CO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DD1022D-396B-76ED-F7AA-684CA49B69FC}"/>
                  </a:ext>
                </a:extLst>
              </p:cNvPr>
              <p:cNvSpPr txBox="1"/>
              <p:nvPr/>
            </p:nvSpPr>
            <p:spPr>
              <a:xfrm>
                <a:off x="2267744" y="2714541"/>
                <a:ext cx="4577442" cy="9173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s-CO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s-CO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1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s-CO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s-CO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f>
                            <m:fPr>
                              <m:ctrlP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sub>
                      </m:sSub>
                    </m:oMath>
                  </m:oMathPara>
                </a14:m>
                <a:endParaRPr lang="es-ES" sz="1800" dirty="0">
                  <a:latin typeface="Söhne"/>
                </a:endParaRPr>
              </a:p>
              <a:p>
                <a:pPr algn="just"/>
                <a:endParaRPr lang="es-ES" sz="1800" dirty="0">
                  <a:latin typeface="Söhne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DD1022D-396B-76ED-F7AA-684CA49B6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4" y="2714541"/>
                <a:ext cx="4577442" cy="917367"/>
              </a:xfrm>
              <a:prstGeom prst="rect">
                <a:avLst/>
              </a:prstGeom>
              <a:blipFill>
                <a:blip r:embed="rId3"/>
                <a:stretch>
                  <a:fillRect t="-94702" b="-9337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0A37C1F2-956E-8943-921C-EEEA7C5FACCD}"/>
                  </a:ext>
                </a:extLst>
              </p:cNvPr>
              <p:cNvSpPr txBox="1"/>
              <p:nvPr/>
            </p:nvSpPr>
            <p:spPr>
              <a:xfrm>
                <a:off x="2283279" y="3862984"/>
                <a:ext cx="4577442" cy="5713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s-CO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s-CO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s-CO" sz="1800" b="0" dirty="0">
                  <a:latin typeface="Söhne"/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0A37C1F2-956E-8943-921C-EEEA7C5FA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279" y="3862984"/>
                <a:ext cx="4577442" cy="5713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3508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51268-708C-E79D-CC80-E277B53CD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C4171F-2F94-4D5A-DDCB-2940D75C30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32565" y="2288364"/>
            <a:ext cx="7576605" cy="379675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s-CO" sz="2400" b="0" i="0" dirty="0">
                <a:effectLst/>
                <a:latin typeface="Söhne"/>
              </a:rPr>
              <a:t>Discretización Euler hacia atrás</a:t>
            </a: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b="0" i="0" dirty="0">
              <a:effectLst/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b="0" i="0" dirty="0">
              <a:effectLst/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b="0" i="0" dirty="0">
              <a:effectLst/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r>
              <a:rPr lang="es-CO" sz="2400" dirty="0">
                <a:latin typeface="Söhne"/>
              </a:rPr>
              <a:t>Aproximación del área por el rectángulo generado hacia atrás desde </a:t>
            </a:r>
            <a:r>
              <a:rPr lang="es-CO" sz="2400" dirty="0" err="1">
                <a:latin typeface="Söhne"/>
              </a:rPr>
              <a:t>kT</a:t>
            </a:r>
            <a:r>
              <a:rPr lang="es-CO" sz="2400" dirty="0">
                <a:latin typeface="Söhne"/>
              </a:rPr>
              <a:t>-T y manteniendo la amplitud f(</a:t>
            </a:r>
            <a:r>
              <a:rPr lang="es-CO" sz="2400" dirty="0" err="1">
                <a:latin typeface="Söhne"/>
              </a:rPr>
              <a:t>kT</a:t>
            </a:r>
            <a:r>
              <a:rPr lang="es-CO" sz="2400" dirty="0">
                <a:latin typeface="Söhne"/>
              </a:rPr>
              <a:t>-T)</a:t>
            </a: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b="0" i="0" dirty="0">
              <a:effectLst/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ES" sz="2400" dirty="0">
              <a:latin typeface="Söhne"/>
            </a:endParaRPr>
          </a:p>
          <a:p>
            <a:pPr algn="just"/>
            <a:endParaRPr lang="es-ES" sz="2400" dirty="0">
              <a:latin typeface="Söhne"/>
            </a:endParaRPr>
          </a:p>
          <a:p>
            <a:pPr algn="just"/>
            <a:endParaRPr lang="es-CO" sz="1600" b="0" dirty="0"/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3BA73AC3-8BC5-BE6B-1F87-5ED0E22DC2C3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7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3DDFAE9F-978B-0E67-535E-409B5F34D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A29F74DE-3F26-8AE5-C0A6-9200FB30CFC7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95391C2-21D3-146A-19D0-F15B463B516E}"/>
                  </a:ext>
                </a:extLst>
              </p:cNvPr>
              <p:cNvSpPr txBox="1"/>
              <p:nvPr/>
            </p:nvSpPr>
            <p:spPr>
              <a:xfrm>
                <a:off x="2168979" y="4687602"/>
                <a:ext cx="4577442" cy="9173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s-CO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s-CO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1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s-CO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s-CO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f>
                            <m:fPr>
                              <m:ctrlP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  <m:t>𝑇𝑧</m:t>
                              </m:r>
                            </m:den>
                          </m:f>
                        </m:sub>
                      </m:sSub>
                    </m:oMath>
                  </m:oMathPara>
                </a14:m>
                <a:endParaRPr lang="es-ES" sz="1800" dirty="0">
                  <a:latin typeface="Söhne"/>
                </a:endParaRPr>
              </a:p>
              <a:p>
                <a:pPr algn="just"/>
                <a:endParaRPr lang="es-ES" sz="1800" dirty="0">
                  <a:latin typeface="Söhne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95391C2-21D3-146A-19D0-F15B463B5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979" y="4687602"/>
                <a:ext cx="4577442" cy="917367"/>
              </a:xfrm>
              <a:prstGeom prst="rect">
                <a:avLst/>
              </a:prstGeom>
              <a:blipFill>
                <a:blip r:embed="rId3"/>
                <a:stretch>
                  <a:fillRect t="-95333" b="-94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02EAD6C1-05BC-7C4C-5682-E5F0159BC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6088" y="2700338"/>
            <a:ext cx="3171825" cy="145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4993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8F2C7-3B35-6B22-5A51-29DB43FC1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354F511-2A8E-47B2-185E-AF6CDE9DD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32565" y="2288364"/>
            <a:ext cx="7576605" cy="372055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s-CO" sz="2400" b="0" i="0" dirty="0">
                <a:effectLst/>
                <a:latin typeface="Söhne"/>
              </a:rPr>
              <a:t>Ejercicio</a:t>
            </a:r>
          </a:p>
          <a:p>
            <a:pPr algn="just"/>
            <a:r>
              <a:rPr lang="es-CO" sz="2400" dirty="0">
                <a:latin typeface="Söhne"/>
              </a:rPr>
              <a:t>Para la siguiente función de transferencia en el dominio de s: </a:t>
            </a: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r>
              <a:rPr lang="es-CO" sz="2400" dirty="0">
                <a:latin typeface="Söhne"/>
              </a:rPr>
              <a:t>encuentre la aproximación discreta mediante la técnica de </a:t>
            </a:r>
            <a:r>
              <a:rPr lang="es-CO" sz="2400" b="0" i="0" dirty="0">
                <a:effectLst/>
                <a:latin typeface="Söhne"/>
              </a:rPr>
              <a:t>Euler hacia atrás</a:t>
            </a: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r>
              <a:rPr lang="es-CO" sz="2400" dirty="0">
                <a:latin typeface="Söhne"/>
              </a:rPr>
              <a:t>Con a=2 y </a:t>
            </a:r>
            <a:r>
              <a:rPr lang="es-CO" sz="2400" dirty="0" err="1">
                <a:latin typeface="Söhne"/>
              </a:rPr>
              <a:t>T_s</a:t>
            </a:r>
            <a:r>
              <a:rPr lang="es-CO" sz="2400" dirty="0">
                <a:latin typeface="Söhne"/>
              </a:rPr>
              <a:t>=0,1</a:t>
            </a: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r>
              <a:rPr lang="es-CO" sz="2400" dirty="0">
                <a:latin typeface="Söhne"/>
              </a:rPr>
              <a:t>Grafique la respuesta al escalón unitario.</a:t>
            </a: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ES" sz="2400" dirty="0">
              <a:latin typeface="Söhne"/>
            </a:endParaRPr>
          </a:p>
          <a:p>
            <a:pPr algn="just"/>
            <a:endParaRPr lang="es-ES" sz="2400" dirty="0">
              <a:latin typeface="Söhne"/>
            </a:endParaRPr>
          </a:p>
          <a:p>
            <a:pPr algn="just"/>
            <a:endParaRPr lang="es-CO" sz="1600" b="0" dirty="0"/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B70657D8-AE40-F2D0-1B5E-7C823306E7D0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8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72AEE63A-EE9E-1B6F-5AD8-1F2678D32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719A6959-085C-B031-C6A9-CD7A31CBD6C8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1CC3223-6297-FC7D-E45E-2B3EFA74D567}"/>
                  </a:ext>
                </a:extLst>
              </p:cNvPr>
              <p:cNvSpPr txBox="1"/>
              <p:nvPr/>
            </p:nvSpPr>
            <p:spPr>
              <a:xfrm>
                <a:off x="2267744" y="2714541"/>
                <a:ext cx="4577442" cy="9173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s-CO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s-CO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1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s-CO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s-CO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f>
                            <m:fPr>
                              <m:ctrlP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  <m:t>𝑇𝑧</m:t>
                              </m:r>
                            </m:den>
                          </m:f>
                        </m:sub>
                      </m:sSub>
                    </m:oMath>
                  </m:oMathPara>
                </a14:m>
                <a:endParaRPr lang="es-ES" sz="1800" dirty="0">
                  <a:latin typeface="Söhne"/>
                </a:endParaRPr>
              </a:p>
              <a:p>
                <a:pPr algn="just"/>
                <a:endParaRPr lang="es-ES" sz="1800" dirty="0">
                  <a:latin typeface="Söhne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1CC3223-6297-FC7D-E45E-2B3EFA74D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4" y="2714541"/>
                <a:ext cx="4577442" cy="917367"/>
              </a:xfrm>
              <a:prstGeom prst="rect">
                <a:avLst/>
              </a:prstGeom>
              <a:blipFill>
                <a:blip r:embed="rId3"/>
                <a:stretch>
                  <a:fillRect t="-94702" b="-9337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9214252-D840-608F-527C-E9AEFCDDF04A}"/>
                  </a:ext>
                </a:extLst>
              </p:cNvPr>
              <p:cNvSpPr txBox="1"/>
              <p:nvPr/>
            </p:nvSpPr>
            <p:spPr>
              <a:xfrm>
                <a:off x="2283279" y="3862984"/>
                <a:ext cx="4577442" cy="5713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s-CO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s-CO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s-CO" sz="1800" b="0" dirty="0">
                  <a:latin typeface="Söhne"/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9214252-D840-608F-527C-E9AEFCDDF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279" y="3862984"/>
                <a:ext cx="4577442" cy="5713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0167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A2088-774B-6B03-A712-85CD9640D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C409FF-5009-0984-D117-C9A9EFDBE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32565" y="2288363"/>
            <a:ext cx="7576605" cy="376409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s-CO" sz="2400" b="0" i="0" dirty="0">
                <a:effectLst/>
                <a:latin typeface="Söhne"/>
              </a:rPr>
              <a:t>Discretización Bilineal</a:t>
            </a: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b="0" i="0" dirty="0">
              <a:effectLst/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b="0" i="0" dirty="0">
              <a:effectLst/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b="0" i="0" dirty="0">
              <a:effectLst/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r>
              <a:rPr lang="es-CO" sz="2400" dirty="0">
                <a:latin typeface="Söhne"/>
              </a:rPr>
              <a:t>Aproximación del área por el rectángulo formado por el promedio de los rectángulos generados anteriormente.</a:t>
            </a:r>
          </a:p>
          <a:p>
            <a:pPr algn="just"/>
            <a:endParaRPr lang="es-CO" sz="2400" b="0" i="0" dirty="0">
              <a:effectLst/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ES" sz="2400" dirty="0">
              <a:latin typeface="Söhne"/>
            </a:endParaRPr>
          </a:p>
          <a:p>
            <a:pPr algn="just"/>
            <a:endParaRPr lang="es-ES" sz="2400" dirty="0">
              <a:latin typeface="Söhne"/>
            </a:endParaRPr>
          </a:p>
          <a:p>
            <a:pPr algn="just"/>
            <a:endParaRPr lang="es-CO" sz="1600" b="0" dirty="0"/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903338FA-5E91-F8E3-25D9-A7138481E3C5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9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F1E3BB5B-4EE5-6935-3994-A5176FD1F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6FC3BED4-6D06-E7EF-B872-AF81FCEAD469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92CE2DB-AB79-9614-EF33-4D08377EE7D7}"/>
                  </a:ext>
                </a:extLst>
              </p:cNvPr>
              <p:cNvSpPr txBox="1"/>
              <p:nvPr/>
            </p:nvSpPr>
            <p:spPr>
              <a:xfrm>
                <a:off x="2168979" y="4687602"/>
                <a:ext cx="4577442" cy="9173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s-CO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s-CO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1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s-CO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s-CO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f>
                            <m:fPr>
                              <m:ctrlP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</m:sub>
                      </m:sSub>
                    </m:oMath>
                  </m:oMathPara>
                </a14:m>
                <a:endParaRPr lang="es-ES" sz="1800" dirty="0">
                  <a:latin typeface="Söhne"/>
                </a:endParaRPr>
              </a:p>
              <a:p>
                <a:pPr algn="just"/>
                <a:endParaRPr lang="es-ES" sz="1800" dirty="0">
                  <a:latin typeface="Söhne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92CE2DB-AB79-9614-EF33-4D08377EE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979" y="4687602"/>
                <a:ext cx="4577442" cy="917367"/>
              </a:xfrm>
              <a:prstGeom prst="rect">
                <a:avLst/>
              </a:prstGeom>
              <a:blipFill>
                <a:blip r:embed="rId3"/>
                <a:stretch>
                  <a:fillRect t="-95333" b="-94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517A23C7-D768-102C-C24C-1C7498DDA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655" y="2690709"/>
            <a:ext cx="3686689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505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70A66-5F0A-0E22-BC1D-B642B21B4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649264-86A1-7282-9ACE-7AFD28CF2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32565" y="2288364"/>
            <a:ext cx="7576605" cy="372055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s-CO" sz="2400" b="0" i="0" dirty="0">
                <a:effectLst/>
                <a:latin typeface="Söhne"/>
              </a:rPr>
              <a:t>Ejercicio</a:t>
            </a:r>
          </a:p>
          <a:p>
            <a:pPr algn="just"/>
            <a:r>
              <a:rPr lang="es-CO" sz="2400" dirty="0">
                <a:latin typeface="Söhne"/>
              </a:rPr>
              <a:t>Para la siguiente función de transferencia en el dominio de s: </a:t>
            </a: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r>
              <a:rPr lang="es-CO" sz="2400" dirty="0">
                <a:latin typeface="Söhne"/>
              </a:rPr>
              <a:t>encuentre la aproximación discreta mediante la técnica de </a:t>
            </a:r>
            <a:r>
              <a:rPr lang="es-CO" sz="2400" b="0" i="0" dirty="0">
                <a:effectLst/>
                <a:latin typeface="Söhne"/>
              </a:rPr>
              <a:t>Euler hacia atrás</a:t>
            </a: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r>
              <a:rPr lang="es-CO" sz="2400" dirty="0">
                <a:latin typeface="Söhne"/>
              </a:rPr>
              <a:t>Con a=2 y </a:t>
            </a:r>
            <a:r>
              <a:rPr lang="es-CO" sz="2400" dirty="0" err="1">
                <a:latin typeface="Söhne"/>
              </a:rPr>
              <a:t>T_s</a:t>
            </a:r>
            <a:r>
              <a:rPr lang="es-CO" sz="2400" dirty="0">
                <a:latin typeface="Söhne"/>
              </a:rPr>
              <a:t>=0,1</a:t>
            </a: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r>
              <a:rPr lang="es-CO" sz="2400" dirty="0">
                <a:latin typeface="Söhne"/>
              </a:rPr>
              <a:t>Grafique la respuesta al escalón unitario.</a:t>
            </a: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CO" sz="2400" dirty="0">
              <a:latin typeface="Söhne"/>
            </a:endParaRPr>
          </a:p>
          <a:p>
            <a:pPr algn="just"/>
            <a:endParaRPr lang="es-ES" sz="2400" dirty="0">
              <a:latin typeface="Söhne"/>
            </a:endParaRPr>
          </a:p>
          <a:p>
            <a:pPr algn="just"/>
            <a:endParaRPr lang="es-ES" sz="2400" dirty="0">
              <a:latin typeface="Söhne"/>
            </a:endParaRPr>
          </a:p>
          <a:p>
            <a:pPr algn="just"/>
            <a:endParaRPr lang="es-CO" sz="1600" b="0" dirty="0"/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0BCB1A80-8A7B-939D-5649-5CCD9864262F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10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F112B3C0-D6B8-FFBD-4E6B-C88EBDAAB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BA7D4BAD-BD0B-8236-F105-FBC317AB54EA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25E38AB-47C4-A8E6-0F3F-5AF152AB19EB}"/>
                  </a:ext>
                </a:extLst>
              </p:cNvPr>
              <p:cNvSpPr txBox="1"/>
              <p:nvPr/>
            </p:nvSpPr>
            <p:spPr>
              <a:xfrm>
                <a:off x="2267744" y="2714541"/>
                <a:ext cx="4577442" cy="9173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s-CO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s-CO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1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s-CO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s-CO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f>
                            <m:fPr>
                              <m:ctrlP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s-CO" sz="1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</m:sub>
                      </m:sSub>
                    </m:oMath>
                  </m:oMathPara>
                </a14:m>
                <a:endParaRPr lang="es-ES" sz="1800" dirty="0">
                  <a:latin typeface="Söhne"/>
                </a:endParaRPr>
              </a:p>
              <a:p>
                <a:pPr algn="just"/>
                <a:endParaRPr lang="es-ES" sz="1800" dirty="0">
                  <a:latin typeface="Söhne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25E38AB-47C4-A8E6-0F3F-5AF152AB1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4" y="2714541"/>
                <a:ext cx="4577442" cy="917367"/>
              </a:xfrm>
              <a:prstGeom prst="rect">
                <a:avLst/>
              </a:prstGeom>
              <a:blipFill>
                <a:blip r:embed="rId3"/>
                <a:stretch>
                  <a:fillRect t="-94702" b="-9337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20790EA2-E2F9-C1E9-08CC-309A9991382F}"/>
                  </a:ext>
                </a:extLst>
              </p:cNvPr>
              <p:cNvSpPr txBox="1"/>
              <p:nvPr/>
            </p:nvSpPr>
            <p:spPr>
              <a:xfrm>
                <a:off x="2283279" y="3862984"/>
                <a:ext cx="4577442" cy="5713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s-CO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s-CO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CO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s-CO" sz="1800" b="0" dirty="0">
                  <a:latin typeface="Söhne"/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20790EA2-E2F9-C1E9-08CC-309A99913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279" y="3862984"/>
                <a:ext cx="4577442" cy="5713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62779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dc56f61-abc0-4f7e-bfec-a93ccd1ae88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A62137D465CE64A8C883A4664514BF8" ma:contentTypeVersion="15" ma:contentTypeDescription="Crear nuevo documento." ma:contentTypeScope="" ma:versionID="a1bd1d59f691eb9bca6952b111268275">
  <xsd:schema xmlns:xsd="http://www.w3.org/2001/XMLSchema" xmlns:xs="http://www.w3.org/2001/XMLSchema" xmlns:p="http://schemas.microsoft.com/office/2006/metadata/properties" xmlns:ns3="669280c1-d17e-4d1d-bd7f-b4f14cc6bf1d" xmlns:ns4="bdc56f61-abc0-4f7e-bfec-a93ccd1ae886" targetNamespace="http://schemas.microsoft.com/office/2006/metadata/properties" ma:root="true" ma:fieldsID="d02990a02f19f0f9fc7b999b1809cae4" ns3:_="" ns4:_="">
    <xsd:import namespace="669280c1-d17e-4d1d-bd7f-b4f14cc6bf1d"/>
    <xsd:import namespace="bdc56f61-abc0-4f7e-bfec-a93ccd1ae88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9280c1-d17e-4d1d-bd7f-b4f14cc6bf1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c56f61-abc0-4f7e-bfec-a93ccd1ae8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8623C8-32E1-48B0-9F0A-13F2E9582B7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825853C-1B27-4995-A583-4D39F900BB7F}">
  <ds:schemaRefs>
    <ds:schemaRef ds:uri="669280c1-d17e-4d1d-bd7f-b4f14cc6bf1d"/>
    <ds:schemaRef ds:uri="bdc56f61-abc0-4f7e-bfec-a93ccd1ae88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25820C3-FD82-4EFC-BF14-EAF1F9613F52}">
  <ds:schemaRefs>
    <ds:schemaRef ds:uri="669280c1-d17e-4d1d-bd7f-b4f14cc6bf1d"/>
    <ds:schemaRef ds:uri="bdc56f61-abc0-4f7e-bfec-a93ccd1ae88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</TotalTime>
  <Words>347</Words>
  <Application>Microsoft Office PowerPoint</Application>
  <PresentationFormat>Carta (216 x 279 mm)</PresentationFormat>
  <Paragraphs>137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Helvetica</vt:lpstr>
      <vt:lpstr>Söhne</vt:lpstr>
      <vt:lpstr>Tema de Office</vt:lpstr>
      <vt:lpstr>1</vt:lpstr>
      <vt:lpstr>OBJETIVO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Hugo</dc:creator>
  <cp:lastModifiedBy>JHEYSON FABIAN VILLAVISAN BUITRAGO</cp:lastModifiedBy>
  <cp:revision>13</cp:revision>
  <dcterms:created xsi:type="dcterms:W3CDTF">2008-03-11T21:51:34Z</dcterms:created>
  <dcterms:modified xsi:type="dcterms:W3CDTF">2025-08-28T21:13:11Z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0x0101007A62137D465CE64A8C883A4664514BF8</vt:lpwstr>
  </property>
</Properties>
</file>